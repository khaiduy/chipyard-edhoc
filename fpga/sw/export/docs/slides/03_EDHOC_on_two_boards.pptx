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method 0 (sign / sign)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1081.4</c:v>
                </c:pt>
                <c:pt idx="1">
                  <c:v>1079.7</c:v>
                </c:pt>
                <c:pt idx="2">
                  <c:v>3684.4</c:v>
                </c:pt>
                <c:pt idx="3">
                  <c:v>3687.1</c:v>
                </c:pt>
                <c:pt idx="4">
                  <c:v>1070.1</c:v>
                </c:pt>
                <c:pt idx="5">
                  <c:v>3675.4</c:v>
                </c:pt>
                <c:pt idx="6">
                  <c:v>3031.2</c:v>
                </c:pt>
                <c:pt idx="7">
                  <c:v>9302.3</c:v>
                </c:pt>
                <c:pt idx="8">
                  <c:v>3270.7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method 3 (static DH / static DH)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813.9</c:v>
                </c:pt>
                <c:pt idx="1">
                  <c:v>815.0</c:v>
                </c:pt>
                <c:pt idx="2">
                  <c:v>2752.0</c:v>
                </c:pt>
                <c:pt idx="3">
                  <c:v>2749.6</c:v>
                </c:pt>
                <c:pt idx="4">
                  <c:v>818.0</c:v>
                </c:pt>
                <c:pt idx="5">
                  <c:v>2755.9</c:v>
                </c:pt>
                <c:pt idx="6">
                  <c:v>821.2</c:v>
                </c:pt>
                <c:pt idx="7">
                  <c:v>6970.6</c:v>
                </c:pt>
                <c:pt idx="8">
                  <c:v>2164.2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compute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390.6</c:v>
                </c:pt>
                <c:pt idx="1">
                  <c:v>390.6</c:v>
                </c:pt>
                <c:pt idx="2">
                  <c:v>1368.0</c:v>
                </c:pt>
                <c:pt idx="3">
                  <c:v>1368.0</c:v>
                </c:pt>
                <c:pt idx="4">
                  <c:v>389.5</c:v>
                </c:pt>
                <c:pt idx="5">
                  <c:v>1352.8</c:v>
                </c:pt>
                <c:pt idx="6">
                  <c:v>390.6</c:v>
                </c:pt>
                <c:pt idx="7">
                  <c:v>3480.8</c:v>
                </c:pt>
                <c:pt idx="8">
                  <c:v>1065.2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radio + waiting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423.3</c:v>
                </c:pt>
                <c:pt idx="1">
                  <c:v>424.4</c:v>
                </c:pt>
                <c:pt idx="2">
                  <c:v>1384.0</c:v>
                </c:pt>
                <c:pt idx="3">
                  <c:v>1381.6</c:v>
                </c:pt>
                <c:pt idx="4">
                  <c:v>428.5</c:v>
                </c:pt>
                <c:pt idx="5">
                  <c:v>1403.1</c:v>
                </c:pt>
                <c:pt idx="6">
                  <c:v>430.6</c:v>
                </c:pt>
                <c:pt idx="7">
                  <c:v>3489.8</c:v>
                </c:pt>
                <c:pt idx="8">
                  <c:v>1099.0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3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(RFC 9528) on two boards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EDHOC: three messages that authenticate two devices and give them a shared secret (RFC 9528).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Know the four authentication methods, the nine cipher suites and the key schedule, and read the messages byte by byte.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Build, run and measure all 36 method × suite combinations on two boards over the radio, and check the code against the RFC 9529 test vectors.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fpga/sw/export/edhoc-wolfssl   ·   standard: RFC 9528 (2024), examples: RFC 9529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What EDHOC is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phemeral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D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iffie-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H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ellman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O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ver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C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OSE: an authenticated key exchange for small devices and slow links (IETF LAKE, RFC 9528, March 2024).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Three messages. After them both sides know who the other is (signature or static DH) and share a fresh secret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PRK_out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(forward secrecy).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Messages are compact CBOR; credentials and keys use COSE — the formats OSCORE, CoAP and constrained IoT stacks already use.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From PRK_out an application derives its own keys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EDHOC_Exporter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): OSCORE in the standard, the encrypted file channel in Lesson 5.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754880"/>
          <a:ext cx="64008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Here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— starts the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 B — waits for message_1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Message flow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868680"/>
            <a:ext cx="2926080" cy="54864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A)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78240" y="868680"/>
            <a:ext cx="2926080" cy="54864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B)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920240" y="1417320"/>
            <a:ext cx="0" cy="461772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241280" y="1417320"/>
            <a:ext cx="0" cy="461772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20240" y="224028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94560" y="1645919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message_1 = ( METHOD, SUITES_I, G_X, C_I, ? EAD_1 )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1920240" y="32461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194560" y="265176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message_2 = G_Y ‖ CIPHERTEXT_2
PLAINTEXT_2 = ( C_R, ID_CRED_R, Signature_or_MAC_2, ? EAD_2 )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920240" y="452628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2194560" y="393192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message_3 = CIPHERTEXT_3  (AEAD)
PLAINTEXT_3 = ( ID_CRED_I, Signature_or_MAC_3, ? EAD_3 )</a:t>
            </a:r>
          </a:p>
        </p:txBody>
      </p:sp>
      <p:cxnSp>
        <p:nvCxnSpPr>
          <p:cNvPr id="73" name="Connector 72"/>
          <p:cNvCxnSpPr/>
          <p:nvPr/>
        </p:nvCxnSpPr>
        <p:spPr>
          <a:xfrm flipH="1">
            <a:off x="1920240" y="580644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194560" y="521208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message_4 (optional) — not used here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17220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G_X, G_Y: ephemeral public keys · C_I, C_R: connection IDs · EAD: optional extra data · ‖ = concatenation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Four authentication methods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474720"/>
                <a:gridCol w="347472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Typical 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certificates, PKI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constrained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constrained 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smallest, fastest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84048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Signature side: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Signature_or_MAC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a signature with the long-term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Static-DH side: it is a short MAC, keyed by a DH between the peer's ephemeral key and this side's static key — no signature algorithm needed.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All four run on the boards (36 combinations with the 9 suites).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Nine cipher suites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1463040"/>
                <a:gridCol w="1828800"/>
                <a:gridCol w="164592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EDHOC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Hash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Key exchange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App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suite of the RFC 9528 registry. Default build: suite 2. Suite 24 is the strongest classical suite; post-quantum suites: Lesson 4.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Credentials and ID_CRED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CRED_x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long-term public key, here as a CWT Claims Set (CCS) or an X.509 certificate hash (x5t).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ID_CRED_x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a short reference to it sent in the message, e.g.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“key id 0x02”. The receiver looks the credential up in its trust anchors.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RFC 9528 §3.5 requires the application to see ID_CRED before it is trusted. The library calls an optional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hook; returning an error stops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Compact encoding: a one-byte kid travels as a single CBOR byte (e.g. </a:t>
            </a:r>
            <a:r>
              <a:rPr sz="1600" b="0">
                <a:solidFill>
                  <a:srgbClr val="8B1A1A"/>
                </a:solidFill>
                <a:latin typeface="Consolas"/>
              </a:rPr>
              <a:t>0x32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); the receiver turns it back into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h'32'}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5029200"/>
            <a:ext cx="685800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edhoc-wolfssl/src/edhoc_app.c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p-&gt;id_cred[0] = 0xa1;   /* map, 1 entry       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p-&gt;id_cred[1] = 0x04;   /* label 4 = kid      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p-&gt;id_cred[2] = 0x41;   /* byte string, 1 byte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p-&gt;id_cred[3] = kid;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Lab: one handshake, suite 2, method 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3268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Objective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authenticate board A and board B to each other and agree on PRK_out, then exchange encrypted 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Starting state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FPGAs programmed (Lesson 1); boards.env filled in and both radios on JC (Lesson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This example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 3: both sides prove themselves with a static DH key; suite 2: P-256, SHA-256, 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Credentials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demo keys in include/edhoc_demo_keys.h: each board has its own key pair and trusts the other's CCS (kid 0x01 / 0x02)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06324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edhoc_m3_initiator edhoc_m3_responder CRYPTO_SUITE=2 TIMING=1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VERBOSE=1 ../common/board/run_pair.sh s2_m3 build/edhoc_m3_initiator.elf \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                                    build/edhoc_m3_responder.elf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609338"/>
            <a:ext cx="1143000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last line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s2_m3 PASS hs=2.740934s stack_i=5360 stack_r=4736 prk=- 7s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53492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consoles scroll live (I| initiator, R| responder) and are saved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boardlogs/s2_m3.ini.log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.res.log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The pair stops at the first FAIL or after 300 s (4th argument).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Initiator console (board A)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62534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START (initiator, method 3, suite 2)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keygen            64432101 cyc 0.859094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running...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206397933 cyc 2.751972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103804007 cyc 1.384053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102593926 cyc 1.367919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msg1_build        38407 cyc 0.000512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msg2_process      101441953 cyc 1.352559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msg3_build        773221 cyc 0.010309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(aead=10 key=16 iv=13 tag=8)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54759 cyc 0.000730 s 60 bytes 82191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keygen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ephemeral key, before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msg2_process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is the big step: decrypt, two P-256 DH operations (method 3), MAC check.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aead=10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COSE algorithm 10 = AES-CCM-16-64-128, the suite's application AEAD.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Responder console (board B)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02107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START (responder, method 3, suite 2)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keygen            64138947 cyc 0.855185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running...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295817506 cyc 3.944233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194511405 cyc 2.593485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101306101 cyc 1.350748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msg2_build        66894935 cyc 0.891932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msg3_process      34056432 cyc 0.454085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4736 B, reserve 8448 B, free 25584 B, headroom 20848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responder's total is longer: it starts waiting before the initiator is loaded. Compare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compute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times, not totals.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computes ≈ 1.35 s: each side does two P-256 operations.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echo shows both sides derived compatible application keys: every record's AEAD tag verified. It is not a byte comparison of PRK_out (next slide).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What each result proves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5120640"/>
                <a:gridCol w="3657600"/>
              </a:tblGrid>
              <a:tr h="600891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may conclude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may not conclude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 OK! (one console)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board finished its side of the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peer finished, or agrees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APP DATA OK (both)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encrypted record decrypted with a valid tag, both directions → compatible application keys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data was stored anywhere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prk=match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run_pair.sh found PRK_out printed on both consoles and the bytes are equal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prk=-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PRK_out was printed (every build without DEBUG=1, so the secret never reaches the console): no direct comparison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they differ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test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for the published inputs, every value equals the RFC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about other suites or methods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host loopback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roles of the same code agree on 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radio or board behaviour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A PASS line of run_pair.sh = EDHOC OK and APP DATA OK on both sides, no stack overrun, and prk not DIFFER.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If the pair fails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206240"/>
                <a:gridCol w="4297680"/>
              </a:tblGrid>
              <a:tr h="5791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run_pair.sh says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Usual cause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LOADFAIL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boardlogs/&lt;name&gt;.load.log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 in boards.env, JD wiring, FPGA not programmed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no-EDHOC-OK on both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logs; rebuild with DEBUG=1 to see each message sent ([I-TX] / [R-TX])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radio not on JC, the two images built for different suites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 FAIL: &lt;n&gt; on one side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error number; the other side got an error message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wrong credential, refused ID_CRED, mismatched method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no-APP-OK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APP: lines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link lost after the handshake (Lesson 5, section 2, (7/8))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OVERRAN(…)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STACK line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reserve too small for this build: raise STACK_SIZE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57200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Rebuild both roles after any change: a pair of images from different flags does not interoperate.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Run the same combination on the PC first ((7/7)): if the host test fails, the boards cannot pass.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Run and judge pairs automatically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fpga/sw/export/edhoc-wolfssl, about 1 h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for s in 0 1 2 3 4 5 6 24 25; do for m in 0 1 2 3; do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make -s edhoc_m${m}_initiator edhoc_m${m}_responder CRYPTO_SUITE=$s TIMING=1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../common/board/run_pair.sh s${s}_m$m build/edhoc_m${m}_initiator.elf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      build/edhoc_m${m}_responder.elf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done; done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../common/board/perf_table.py boardlogs &gt; timing.md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6258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loop runs every method × suite pair unattended; one line per pair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boardlogs/results.txt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both consoles per pair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boardlogs/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perf_table.py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turns the saved logs into the timing tables of section 6.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600" b="0">
                <a:solidFill>
                  <a:srgbClr val="8B1A1A"/>
                </a:solidFill>
                <a:latin typeface="Consolas"/>
              </a:rPr>
              <a:t>DEBUG=1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to the make line to print every intermediate value — for understanding, not for timing (section 6, (1/7)).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The same handshake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loopback-test CRYPTO_SUITE=24 METHOD=0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904237"/>
            <a:ext cx="1143000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loopback suite 24 method 0: initiator 0 responder 0, PRK_out match -&gt; PASS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727196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Initiator and responder as two threads, messages through memory.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EDHOC and crypto code as the board, PRK_out of both sides compared.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Expect PASS for every suite × method — run it after every library change, before touching the boards.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From Diffie-Hellman to PRK_out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7432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G_XY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ephemeral DH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5176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PRK_2e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Extract(TH_2, G_XY)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2316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PRK_3e2m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= PRK_2e, or mixes in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G_RX (responder static DH)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40664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PRK_4e3m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= PRK_3e2m, or mixes in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G_IY (initiator static DH)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7804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784080" y="1005840"/>
            <a:ext cx="2148840" cy="118872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PRK_out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KDF(PRK_4e3m, 7, TH_4)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55548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274320" y="2514600"/>
          <a:ext cx="11612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8580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Transcript hash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Covers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TH_2 = H( G_Y, H(message_1)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message_1 and the responder's key share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TH_3 = H( TH_2, PLAINTEXT_2, CRED_R 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everything up to message_2 + responder credential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TH_4 = H( TH_3, PLAINTEXT_3, CRED_I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everything + initiator credential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3" name="TextBox 72"/>
          <p:cNvSpPr txBox="1"/>
          <p:nvPr/>
        </p:nvSpPr>
        <p:spPr>
          <a:xfrm>
            <a:off x="274320" y="4754880"/>
            <a:ext cx="11612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key is bound to the whole conversation so far: changing any byte of any message changes every later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Extract / KDF = HKDF with the suite's hash (SHA-256, SHA-384), or KMAC256 for the SHAKE256 suite 25.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each message protects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029200"/>
                <a:gridCol w="4572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Protection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none (public key share, suites)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PLAINTEXT_2 XOR KEYSTREAM_2; MAC_2 inside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KEYSTREAM_2 from PRK_2e; MAC_2 from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AEAD (suite's EDHOC AEAD); MAC_3 inside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K_3 / IV_3 from PRK_3e2m; MAC_3 from PRK_4e3m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Identities (ID_CRED) are encrypted: an eavesdropper on the radio does not learn who is talking.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key comes from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EDHOC_KDF(PRK, label, context, length)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with a fixed label number: KEYSTREAM_2 = 0, SALT_3e2m = 1, MAC_2 = 2, K_3 = 3, IV_3 = 4, SALT_4e3m = 5, MAC_3 = 6, PRK_out = 7, PRK_exporter = 10.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These are exactly the values the RFC 9529 test (section 3) compares byte by byte.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After the handshake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188720"/>
            <a:ext cx="2103120" cy="73152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PRK_out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651760" y="1554480"/>
            <a:ext cx="64008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291840" y="109728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PRK_exporter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KDF(PRK_out, 10)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5852160" y="868680"/>
            <a:ext cx="914400" cy="68580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766560" y="54864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OSCORE master secret / salt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labels 0 / 1 (RFC 9528)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52160" y="1554480"/>
            <a:ext cx="914400" cy="91439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6766560" y="132588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app key K_app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 32768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52160" y="1554480"/>
            <a:ext cx="914400" cy="86868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766560" y="210312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app IV IV_app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 32769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10896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EDHOC_Exporter(label, length)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gives each application its own key without re-running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demo first echoes three short messages (REQ/ECHO) both ways, then can stream a file (Lesson 5) with K_app / IV_app.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PRK_out is wiped from memory once the application has its keys.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CBOR in five minutes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EDHOC messages are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CBOR sequences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items written back to back, no outer array. The first byte of an item gives its type (top 3 bits) and its value or length (low 5 bits).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011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754880"/>
                <a:gridCol w="4297680"/>
              </a:tblGrid>
              <a:tr h="406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Major type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0: unsigned integer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1: negative integer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−1 − 23 = −24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18 20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0: unsigned, value in the next byte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82 06 02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4: array of 2 items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[6, 2]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41 32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 of 1 byte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h'32'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58 20 …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string, length in the next byte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bytes follow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59 06 20 …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string, length in the next 2 bytes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bytes follow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A1 04 41 32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5: map with 1 pair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{4: h'32'} — a COSE key id (kid)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85216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Deterministic encoding (RFC 9528 §3.1): always the shortest form, so </a:t>
            </a:r>
            <a:r>
              <a:rPr sz="1400" b="0">
                <a:solidFill>
                  <a:srgbClr val="8B1A1A"/>
                </a:solidFill>
                <a:latin typeface="Consolas"/>
              </a:rPr>
              <a:t>19 00 03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for 3 is rejected.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message_1, byte by byte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Test vector (fixed) — RFC 9529 trace 2: message_1, 39 bytes [offsets]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[0]      03                         METHOD = 3 (static DH / static DH)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[1-3]    82 06 02                   SUITES_I = [6, 2]: prefers 6, selected 2 (the last)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[4-5]    58 20                      CBOR head: byte string of 32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[6-37]   8a f6 f4 30 ... 2f c3 b6   G_X: x-coordinate of the P-256 key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[38]     37                         C_I = -24, a one-byte connection identifier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Only the x-coordinate of G_X is sent; the receiver checks that it lies on the curve (invalid trace 4.2.3).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first message_1 of trace 2 offered suite 6 only. The responder answered with an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error message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600" b="0">
                <a:solidFill>
                  <a:srgbClr val="8B1A1A"/>
                </a:solidFill>
                <a:latin typeface="Consolas"/>
              </a:rPr>
              <a:t>02 02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(ERR_CODE 2 = wrong selected cipher suite, SUITES_R = 2), and the initiator retried with [6, 2].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demo boards offer one suite, sent as a plain integer: </a:t>
            </a:r>
            <a:r>
              <a:rPr sz="1600" b="0">
                <a:solidFill>
                  <a:srgbClr val="8B1A1A"/>
                </a:solidFill>
                <a:latin typeface="Consolas"/>
              </a:rPr>
              <a:t>03 02 58 20 … 2D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(37 bytes, C_I = −14). Between runs only G_X changes (a fresh key every run).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message_2: one byte string, partly encrypted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RFC 9529 trace 2: message_2, 45 bytes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58 2b                                 byte string of 43 bytes: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41 97 01 d7 ... 3a 4f f5 d5        G_Y (32 B)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98 62 a1 ee f9 e0 e7 e1 88 6f cd   CIPHERTEXT_2 (11 B)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228088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PLAINTEXT_2 = CIPHERTEXT_2 XOR KEYSTREAM_2   (11 bytes)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27                                 C_R = -8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32                                 ID_CRED_R, compact: kid 0x32, i.e. {4: h'32'}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48 09 43 30 5c 89 9f 5c 54         Signature_or_MAC_2 = MAC_2 (byte string of 8)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33216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KEYSTREAM_2 = EDHOC_KDF(PRK_2e, 0, TH_2, 11). A plain XOR, no AEAD tag: message_2 is authenticated by the MAC_2 or signature inside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one-byte kid that is also a valid one-byte CBOR integer travels as that integer (0x32 reads as −19); the receiver turns it back into {4: h'32'}.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Method 3, suite 2: the MAC is the suite's MAC length, 8 bytes. On your board G_Y, CIPHERTEXT_2 and MAC_2 change every run; C_R and the kid do not.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EDHOC_KDF: one function for every key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EDHOC_Extract(salt, IKM)        = HMAC-SHA-256(key = salt, IKM)        (HKDF-Extract)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EDHOC_KDF(PRK, label, ctx, L)   = HKDF-Expand(PRK, info, L)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info = CBOR sequence ( label : int, context : bstr, length : uint 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041397"/>
            <a:ext cx="7680960" cy="201396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suite 2, DEBUG=1 (annotated)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info (size 36):                         -&gt; KEYSTREAM_2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00                                    label 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13 FB D3 29 ... 84 62 69 F3     context = TH_2 (32 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0B                                    length 11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info (size 37):                         -&gt; SALT_3e2m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01                                    label 1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13 FB D3 29 ... 84 62 69 F3     context = TH_2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18 20                                 length 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2041397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Label and context keep every derived key apart; the length is an input too.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PRK_2e = Extract(salt = TH_2, IKM = G_XY).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SHA-384 in suite 24. Suite 25 (SHAKE256): Extract and Expand are KMAC256.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Signature_or_MAC_2: a MAC or a signature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66598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context_2 = &lt;&lt; C_R, ID_CRED_R, TH_2, CRED_R, ? EAD_2 &gt;&gt;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MAC_2     = EDHOC_KDF( PRK_3e2m, 2, context_2, mac_length_2 )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1763268"/>
          <a:ext cx="11430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474720"/>
                <a:gridCol w="4846320"/>
              </a:tblGrid>
              <a:tr h="5791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mac_length_2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Signature_or_MAC_2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DH (methods 1,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suite's MAC length: 8 (suites 0, 2) or 16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itself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(methods 0, 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hash length (32 or 48)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over ["Signature1", &lt;&lt; ID_CRED_R &gt;&gt;, &lt;&lt; TH_2, CRED_R, ? EAD_2 &gt;&gt;, MAC_2]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365760" y="3886200"/>
            <a:ext cx="11430000" cy="805433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DEBUG=1:  C_R | ID_CRED_R | TH_2 | CRED_R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MAC context (size 94):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0E  A1 04 41 02  58 20 13 FB ... 69 F3  A2 02 64 52 65 73 70 08 A1 01 A5 ...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89204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Static DH: PRK_3e2m mixes in G_RX, which only the initiator (ephemeral x) and the owner of the static key r can compute. A correct MAC proves the identity.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CRED_R here is a CCS, {2: "Resp", 8: {1: COSE_Key}}; the key's y-coordinate is sent as the boolean false (</a:t>
            </a:r>
            <a:r>
              <a:rPr sz="1400" b="0">
                <a:solidFill>
                  <a:srgbClr val="8B1A1A"/>
                </a:solidFill>
                <a:latin typeface="Consolas"/>
              </a:rPr>
              <a:t>22 F4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message_3: a real AEAD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TH_3        = H( TH_2, PLAINTEXT_2, CRED_R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K_3, IV_3   = EDHOC_KDF( PRK_3e2m, 3 | 4, TH_3, key_length | iv_length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A_3         = [ "Encrypt0", h'', TH_3 ]        COSE Enc_structure, the AAD (45 B)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PLAINTEXT_3 = ( ID_CRED_I, Signature_or_MAC_3, ? EAD_3 )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message_3   = bstr( AEAD(K_3, IV_3, A_3, PLAINTEXT_3) 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RFC 9529 trace 2: message_3, 19 bytes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52                                 byte string of 18 bytes: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e5 62 09 7b c4 17 dd 59 19 48   PLAINTEXT_3 encrypted: kid 0x2b, MAC_3 (bstr of 8)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5a c7 89 1f fd 90 a9 fc         AES-CCM-16-64-128 tag (8 B)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65626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MAC_3 = EDHOC_KDF(PRK_4e3m, 6, &lt;&lt; ID_CRED_I, TH_3, CRED_I, ? EAD_3 &gt;&gt;, …); PRK_4e3m mixes in G_IY when the initiator uses static DH.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TH_4 = H(TH_3, PLAINTEXT_3, CRED_I) and PRK_out = EDHOC_KDF(PRK_4e3m, 7, TH_4, hash_length): the handshake is over.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Check it yourself from a DEBUG=1 console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81254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suite 2 method 3, DEBUG=1 (shortened)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Input to calculate TH_2 (CBOR Sequence) (size 68):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E9 D8 46 C0 ... 4A AA 24 32  58 20 BD 3E 6C C6 ... EF DE EA 8E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TH2 (size 32):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13 FB D3 29 B8 55 F8 BB D4 18 3F 2C E0 92 DE 0C 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ciphertext2 (size 11):   16 83 69 B5 ED EC 30 2B DB 8C C8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KEYSTREAM_2 (size 11):   18 81 21 6B 7D 9D E2 77 13 6B F8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plaintext (size 11):     0E 02 48 DE 90 71 D2 5C C8 E7 30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909824"/>
            <a:ext cx="11430000" cy="140969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from fpga/sw/export/edhoc-wolfssl; prints the TH2 of the log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make edhoc_m3_initiator edhoc_m3_responder CRYPTO_SUITE=2 DEBUG=1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../common/board/run_pair.sh s2_m3 build/edhoc_m3_initiator.elf build/edhoc_m3_responder.elf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awk '/Input to calculate TH_2/{f=1;next} f&amp;&amp;/^ *[0-9A-F][0-9A-F] /{printf "%s",$0;next} f{exit}'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boardlogs/s2_m3.ini.log | tr -d ' ' | python3 -c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"import sys,hashlib; print(hashlib.sha256(bytes.fromhex(sys.stdin.read())).hexdigest())"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93843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TH_2 = SHA-256 of ( G_Y as bstr, H(message_1) as bstr ): the 68 bytes above.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ciphertext2 XOR KEYSTREAM_2, byte by byte, gives the plaintext: C_R = 0x0E, kid 0x02, then the 8-byte MAC_2.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Your bytes differ every run (fresh ephemeral keys); these relations hold every time.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Methods 0, 1, 2: what changes in this walkthrough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743200"/>
                <a:gridCol w="1737360"/>
                <a:gridCol w="2651760"/>
                <a:gridCol w="1645920"/>
              </a:tblGrid>
              <a:tr h="512064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proof in message_2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PRK_3e2m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proof in message_3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PRK_4e3m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3 (this example)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G_RX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G_IY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(ES256: 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PRK_2e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MAC_3, 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G_IY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G_RX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PRK_3e2m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PRK_2e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message layout and the transcript hashes stay the same; only Signature_or_MAC and the static-DH mixing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signature side needs a signature key and the peer needs its public key; a static-DH side needs a DH key of the suite's curve.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Try it: build method 0 with DEBUG=1 and find where “MAC 2/3 (size 32)” and the signature appear instead of the 8-byte MAC.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Where the code comes from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4754880"/>
                <a:gridCol w="3108960"/>
              </a:tblGrid>
              <a:tr h="61395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Folder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protocol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uoscore-uedhoc (Fraunhofer AISEC, Apache-2.0 / MIT), EDHOC part only, heavily reworked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edhoc-wolfssl/uoscore-uedhoc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core shared with Lesson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messages, CBOR, error messages, EAD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common/edhoc, common/cbor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SHA-2, HMAC/HKDF, AES-CCM/GCM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tree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ChaCha20/Poly1305, Ed25519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Monocypher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common/externals/monocypher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curve25519-donna (64-bit)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common/externals/curve25519-donna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 / P-384, X448, Ed448, SHAKE256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wolfCrypt 5.9.1 subset (GPLv2)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edhoc-wolfssl/wolfssl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9496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Each primitive comes from the smallest library that has it; only the files a suite needs are compiled.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The application: edhoc_initiator.c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02274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38" b="1">
                <a:solidFill>
                  <a:srgbClr val="808080"/>
                </a:solidFill>
                <a:latin typeface="Consolas"/>
              </a:rPr>
              <a:t>edhoc-wolfssl/src/edhoc_initiator.c (shortened)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int main(void)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board_init(0);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csprng_add_entropy(role, sizeof(role));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app_ephemeral_key(eph_sk, eph_pk);              // "PERF keygen"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app_initiator_ctx(&amp;ctx, &amp;peer, eph_sk, eph_pk); // method, suites, keys, ID_CRED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enum err r = edhoc_initiator_run(&amp;ctx, &amp;peers, &amp;err_msg, &amp;prk_out,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                                 tx_initiator, rx_initiator, ead_process);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if (r != ok) { kprintf("EDHOC FAIL: %d\r\n", r); while (1); }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kprintf("EDHOC OK!\r\n");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board_report(t0, t1);                           // PERF + STACK lines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board_app_data(&amp;prk_out, 1);                    // exporter -&gt; REQ/ECHO -&gt; file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edhoc_wipe(prk_out_buf, sizeof(prk_out_buf));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call runs the whole handshake;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tx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rx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are the transport (radio or 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peers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= trust anchors: the credentials this board accepts.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responder is the mirror image: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edhoc_responder_run()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Rules the library enforces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394960"/>
              </a:tblGrid>
              <a:tr h="4978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Rule (RFC 9528)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 a peer breaks it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Deterministic CBOR (§3.1): shortest form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 rejected (e.g. 19 00 03 for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SUITES_I: an int, or an array of ≥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message_1 rejected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C_x / kid as an int (§3.3.2, §3.5.3.2)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 rejected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 / P-384 keys: 0 ≤ x &lt; p, on the curve (§9.2)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 rejected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kid is a byte string (COSE): {4: h'01'}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{4: 1} is not accepted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Unknown critical EAD (§3.8)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error message, handshake stops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DH keys use the even y (compact form)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  (the demo keys are generated so)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Application sees ID_CRED first (§3.5)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id_cred_check() can refuse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532120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See each rule fail on purpose: </a:t>
            </a:r>
            <a:r>
              <a:rPr sz="1400" b="0">
                <a:solidFill>
                  <a:srgbClr val="8B1A1A"/>
                </a:solidFill>
                <a:latin typeface="Consolas"/>
              </a:rPr>
              <a:t>make rfc9529-test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feeds the 15 invalid messages of RFC 9529 and prints the error each one gets (next slide).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Checking against RFC 9529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31760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cd edhoc-wolfssl &amp;&amp; make rfc9529-test   (excerpt)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Trace 2 (RFC 9529 Section 3): METHOD 3, suite 2, kid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message_1: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message_3: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PRK_out: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PRK_exporter: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OSCORE master secret: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ID_CRED_R to application: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responder message_2: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responder PRK_out: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4.1.1 message_1 as array rejected: PASS (err 120, want 120)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4.2.2 G_X x &gt;= p rejected: PASS (err 4, want 4)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4.2.3 G_X not on P-256 rejected: PASS (err 3, want 3)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4.2.5 MAC_2 too short rejected: PASS (err 113, want 113)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RFC 9528 3.8 critical EAD_1 rejected: PASS (err 124, want 124)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RFC9529 TEST suite 2: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868680"/>
            <a:ext cx="3749039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RFC 9529 publishes two complete example handshakes with every key and message.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library, given the same keys and random values, must produce them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byte for byte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in both roles.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Plus the RFC's 15 invalid messages: each must be rejected with the right error.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Scope: the RFC has traces for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combinations only (method 0 suite 0, method 3 suite 2); the suite 24 build runs the P-384 invalid case. The other 34 combinations have no published reference: they are checked by both sides agreeing (loopback, boards).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Demo profile vs. production profile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  <a:gridCol w="4480560"/>
              </a:tblGrid>
              <a:tr h="548640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PROFILE=demo (default)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PROFILE=production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Long-term keys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fixed test keys in the source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PROVISION_SRC: your key storage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Random numbers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CSPRNG seeded from the cycle counter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edhoc_platform_entropy(): a real TRNG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lab, teaching, measurements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that matters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RFC 9528 §9.2: ephemeral keys need good randomness. The demo seed is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not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good enough for real use — the production build refuses to build without a real entropy source.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This FPGA SoC has no TRNG, so here only PROFILE=demo runs. To use the code for real, connect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edhoc_platform_entropy()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to a hardware entropy source.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How these times were measured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686800"/>
              </a:tblGrid>
              <a:tr h="49149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Setting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 used for every table in this section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revision, </a:t>
                      </a:r>
                      <a:r>
                        <a:rPr sz="1300" b="0">
                          <a:solidFill>
                            <a:srgbClr val="8B1A1A"/>
                          </a:solidFill>
                          <a:latin typeface="Consolas"/>
                        </a:rPr>
                        <a:t>TIMING=1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,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DEBUG=1 (printing would be timed too)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75 MHz; seconds = cycles / 75,000,000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radio, channel 11 (TRANSPORT=rf, the default)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initiator, unless the column says 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handshake_total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from the call that builds message_1 until the handshake returns; excludes ephemeral key generation (PERF keygen)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handshake_compute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total minus the time spent waiting for the link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 steps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of one step only (build or process one message)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377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responder's total also counts waiting for the initiator to be loaded: compare compute times between the two sides, not totals.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Sender and receiver steps overlap in time — do not add them up to get a handshake time. Debugging (DEBUG=1) and benchmarking (TIMING=1) are separate builds.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Handshake time over the radio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68096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8138160" y="91440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Whole handshake at the initiator, in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ms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over the radio.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pair should end in PASS with each stack inside its reserve — run_pair.sh checks both.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Fastest: X25519 suites with method 3,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0.81 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Slowest: suite 24 (P-384) with method 0,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9.3 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Method 3 is faster than method 0 for every suite: a MAC is cheaper than a signature.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Time of every message step — method 3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2468880"/>
                <a:gridCol w="1737360"/>
                <a:gridCol w="1463040"/>
                <a:gridCol w="173736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m1 + build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process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251.6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892.0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1352.6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454.1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1368.0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254.3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389.5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903.1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1336.9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457.2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1352.8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254.1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2287.6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3446.2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23.2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1160.9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3480.8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703.5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1052.6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358.0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1065.2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 = initiator (board A), R = responder (board B); </a:t>
            </a:r>
            <a:r>
              <a:rPr sz="15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builds.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Building message_1 is almost free; the key exchanges inside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process m2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dominate.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Time of every message step — method 0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2468880"/>
                <a:gridCol w="1737360"/>
                <a:gridCol w="1463040"/>
                <a:gridCol w="173736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m1 + build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process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219.3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422.8 / 418.1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96.1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297.2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524.2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931.1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1331.9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486.6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885.9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1823.9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218.5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416.6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95.5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292.7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517.2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931.5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1329.8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485.3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885.6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1820.1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607.0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1011.9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883.1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1501.5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2378.2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3369.5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1242.5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2234.7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4623.4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1136.9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814.6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789.9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468.1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1608.7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signatures,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build m3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(sign) and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process m3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(verify) become expensive.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Suite 6 mixes X25519 key exchange with ES256 (P-256) signatures — fast DH, slow signatures.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Where the time goes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68096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8138160" y="91440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Method 3, initiator, ms.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Compute is the elliptic-curve work: P-256 ≈ 3.5× and P-384 ≈ 9× the cost of X25519 on this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rest is the radio and the peer's compute: messages cross a 250 kbit/s link in ~100-byte fragments.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Software only: this core's multiplier is slow (~64 cycles), so the curve code uses 64-bit limbs to need as few multiplies as possible.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Memory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2743200"/>
                <a:gridCol w="2377440"/>
                <a:gridCol w="21031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Largest image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Stack reserve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Total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of 65,536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42,505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47,881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73 %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43,977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52,425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41,863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47,239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72 %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43,603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52,051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79 %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46,595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55,043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84 %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47,673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11,008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58,681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90 %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48,209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12,544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60,753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93 %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Per suite, the one of its 8 builds (4 methods × 2 roles) with the largest image + reserve; this revision, default flags (TRANSPORT=rf, no TIMING / DEBUG / APP options). Stack reserve = measured peak + 25 %.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 build links (image + reserve fit) and every board run stayed inside its reserve (STACK line) — Lesson 2 shows both checks.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What you should see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5486400"/>
              </a:tblGrid>
              <a:tr h="52251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Run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Any method × suite on two boards (run_pair.sh)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PASS, stacks inside their 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Host loopback, same combination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match -&gt;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test (2 traces + 15 invalid messages)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 in builds of suites 0, 2, 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 time at the initiator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0.81 s (X25519, method 3) … 9.3 s (P-384, method 0)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Largest image +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60,753 B of 65,536 B (suite 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Before real 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 real entropy source (TRNG) instead of the demo seed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suite 0 method 3 and suite 24 method 0 on your boards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Compare each message step with the tables.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rfc9529-test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Change one byte of a test vector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tests/rfc9529_vectors.h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which checks fail?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Give the initiator an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that refuses the responder's kid 0x02. What does each console print, and why does the initiator stop before message_3?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both console logs per run and a table of your step times next to ours; explain any difference.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failing lines and which RFC value they compare.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your hook, both console logs, and the RFC 9528 section that requires the hook.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120640"/>
                <a:gridCol w="3566160"/>
              </a:tblGrid>
              <a:tr h="749807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Step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within a few % of the tables; compute stable run to run, totals vary with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is deterministic; the link is not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Change an input (X, Y, SK_x)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almost every later check FAILs: messages, PRK_out, exporter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each key depends on the transcript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Change an expected output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only that one check FAILs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computed value did not change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Refuse kid 0x02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initiator: EDHOC FAIL after message_2, no message_3; responder: EDHOC FAIL (error message received); no APP lines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ID_CRED_R arrives in PLAINTEXT_2 — the check runs before message_3 is built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7548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 to think through: if the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refuses ID_CRED_I instead, the initiator has already sent message_3 and printed EDHOC OK — only the application step fails. One EDHOC OK is not enough; read both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Restore: remove the hook (</a:t>
            </a:r>
            <a:r>
              <a:rPr sz="1400" b="0">
                <a:solidFill>
                  <a:srgbClr val="8B1A1A"/>
                </a:solidFill>
                <a:latin typeface="Consolas"/>
              </a:rPr>
              <a:t>id_cred_check = NULL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rebuild both roles, rerun: PASS.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EDHOC = 3 messages → mutual authentication + PRK_out; 4 methods (signature or static DH per side), 9 cipher suites.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key is bound to the transcript (TH_2, TH_3, TH_4); applications take their keys with EDHOC_Exporter.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Library made strict to RFC 9528 and checked byte for byte against RFC 9529.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method and suite runs on two boards over the radio: 0.81 s … 9.3 s; TIMING=1 shows the time of every message step.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results as a ladder: EDHOC OK (one side) → APP DATA OK (compatible keys) → prk=match (equal PRK_out) → RFC 9529 (equal to the standard).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4 」 Post-quantum EDHOC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