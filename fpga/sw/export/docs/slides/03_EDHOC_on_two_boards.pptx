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our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Our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(every build without DEBUG=1, so the secret never reaches the console):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fpga/sw/export/edhoc-wolfssl,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6258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and the line it prints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273807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from fpga/sw/export/edhoc-wolfssl; prints the TH2 of the log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93843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our 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we accept.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Made strict to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749039"/>
                <a:gridCol w="338328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accepted e.g. 19 00 03 for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int or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array of 1 accepted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 form required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P-256/P-384: 0 ≤ x &lt; p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 reduced mod p silently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ignored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 with y = false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≈ 50 % had odd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always even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 to the application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exposed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hook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Found by running the RFC 9529 vectors and reading every MUST; all fixed. Builds from before these fixes do not interoperate with builds after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Our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42,291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43,739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52,187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41,653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47,029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43,365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51,813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46,361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54,809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47,391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58,399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47,913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60,457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of the 8 builds per suite (4 methods × 2 roles).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60,457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