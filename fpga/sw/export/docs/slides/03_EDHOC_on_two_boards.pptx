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868" r:id="rId15"/>
    <p:sldId id="869" r:id="rId16"/>
    <p:sldId id="870" r:id="rId17"/>
    <p:sldId id="871" r:id="rId18"/>
    <p:sldId id="872" r:id="rId19"/>
    <p:sldId id="873" r:id="rId20"/>
    <p:sldId id="874" r:id="rId21"/>
    <p:sldId id="875" r:id="rId22"/>
    <p:sldId id="876" r:id="rId23"/>
    <p:sldId id="877" r:id="rId24"/>
    <p:sldId id="878" r:id="rId25"/>
    <p:sldId id="879" r:id="rId26"/>
    <p:sldId id="880" r:id="rId27"/>
    <p:sldId id="881" r:id="rId28"/>
    <p:sldId id="882" r:id="rId29"/>
    <p:sldId id="883" r:id="rId30"/>
    <p:sldId id="884" r:id="rId31"/>
    <p:sldId id="885" r:id="rId32"/>
    <p:sldId id="886" r:id="rId33"/>
    <p:sldId id="887" r:id="rId34"/>
    <p:sldId id="888" r:id="rId35"/>
    <p:sldId id="889" r:id="rId36"/>
    <p:sldId id="890" r:id="rId37"/>
    <p:sldId id="891" r:id="rId38"/>
    <p:sldId id="892" r:id="rId13"/>
    <p:sldId id="893" r:id="rId12"/>
    <p:sldId id="894" r:id="rId11"/>
    <p:sldId id="895" r:id="rId10"/>
    <p:sldId id="896" r:id="rId9"/>
    <p:sldId id="897" r:id="rId8"/>
    <p:sldId id="898" r:id="rId7"/>
    <p:sldId id="899" r:id="rId6"/>
    <p:sldId id="900" r:id="rId5"/>
    <p:sldId id="901" r:id="rId48"/>
    <p:sldId id="902" r:id="rId49"/>
    <p:sldId id="903" r:id="rId50"/>
    <p:sldId id="904" r:id="rId51"/>
    <p:sldId id="905" r:id="rId52"/>
    <p:sldId id="906" r:id="rId53"/>
    <p:sldId id="907" r:id="rId54"/>
    <p:sldId id="908" r:id="rId55"/>
    <p:sldId id="909" r:id="rId56"/>
    <p:sldId id="910" r:id="rId57"/>
    <p:sldId id="911" r:id="rId58"/>
    <p:sldId id="912" r:id="rId59"/>
    <p:sldId id="913" r:id="rId60"/>
    <p:sldId id="914" r:id="rId61"/>
    <p:sldId id="915" r:id="rId62"/>
    <p:sldId id="916" r:id="rId63"/>
    <p:sldId id="917" r:id="rId64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55517E-E862-4EF9-9EE4-3D3DDDB67D8E}" v="5" dt="2024-12-16T21:11:47.4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33" autoAdjust="0"/>
    <p:restoredTop sz="87853" autoAdjust="0"/>
  </p:normalViewPr>
  <p:slideViewPr>
    <p:cSldViewPr snapToGrid="0">
      <p:cViewPr varScale="1">
        <p:scale>
          <a:sx n="97" d="100"/>
          <a:sy n="97" d="100"/>
        </p:scale>
        <p:origin x="918" y="60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39.xml"/><Relationship Id="rId6" Type="http://schemas.openxmlformats.org/officeDocument/2006/relationships/slide" Target="slides/slide38.xml"/><Relationship Id="rId7" Type="http://schemas.openxmlformats.org/officeDocument/2006/relationships/slide" Target="slides/slide37.xml"/><Relationship Id="rId8" Type="http://schemas.openxmlformats.org/officeDocument/2006/relationships/slide" Target="slides/slide36.xml"/><Relationship Id="rId9" Type="http://schemas.openxmlformats.org/officeDocument/2006/relationships/slide" Target="slides/slide35.xml"/><Relationship Id="rId10" Type="http://schemas.openxmlformats.org/officeDocument/2006/relationships/slide" Target="slides/slide34.xml"/><Relationship Id="rId11" Type="http://schemas.openxmlformats.org/officeDocument/2006/relationships/slide" Target="slides/slide33.xml"/><Relationship Id="rId12" Type="http://schemas.openxmlformats.org/officeDocument/2006/relationships/slide" Target="slides/slide32.xml"/><Relationship Id="rId13" Type="http://schemas.openxmlformats.org/officeDocument/2006/relationships/slide" Target="slides/slide31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microsoft.com/office/2016/11/relationships/changesInfo" Target="changesInfos/changesInfo1.xml"/><Relationship Id="rId47" Type="http://schemas.microsoft.com/office/2015/10/relationships/revisionInfo" Target="revisionInfo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̀ng Nguyễn" userId="a3264f406de754db" providerId="LiveId" clId="{7D55517E-E862-4EF9-9EE4-3D3DDDB67D8E}"/>
    <pc:docChg chg="undo custSel modSld">
      <pc:chgData name="Hùng Nguyễn" userId="a3264f406de754db" providerId="LiveId" clId="{7D55517E-E862-4EF9-9EE4-3D3DDDB67D8E}" dt="2024-12-16T22:06:24.440" v="97" actId="13926"/>
      <pc:docMkLst>
        <pc:docMk/>
      </pc:docMkLst>
      <pc:sldChg chg="modSp">
        <pc:chgData name="Hùng Nguyễn" userId="a3264f406de754db" providerId="LiveId" clId="{7D55517E-E862-4EF9-9EE4-3D3DDDB67D8E}" dt="2024-12-16T21:07:49.110" v="92" actId="20578"/>
        <pc:sldMkLst>
          <pc:docMk/>
          <pc:sldMk cId="2596464391" sldId="529"/>
        </pc:sldMkLst>
        <pc:spChg chg="mod">
          <ac:chgData name="Hùng Nguyễn" userId="a3264f406de754db" providerId="LiveId" clId="{7D55517E-E862-4EF9-9EE4-3D3DDDB67D8E}" dt="2024-12-16T21:07:49.110" v="92" actId="20578"/>
          <ac:spMkLst>
            <pc:docMk/>
            <pc:sldMk cId="2596464391" sldId="529"/>
            <ac:spMk id="23" creationId="{2F1B6414-76FA-91EC-E1AB-79F9C2951FD1}"/>
          </ac:spMkLst>
        </pc:spChg>
      </pc:sldChg>
      <pc:sldChg chg="modSp mod">
        <pc:chgData name="Hùng Nguyễn" userId="a3264f406de754db" providerId="LiveId" clId="{7D55517E-E862-4EF9-9EE4-3D3DDDB67D8E}" dt="2024-12-16T20:57:12.083" v="3" actId="1076"/>
        <pc:sldMkLst>
          <pc:docMk/>
          <pc:sldMk cId="1681668655" sldId="649"/>
        </pc:sldMkLst>
        <pc:spChg chg="mod">
          <ac:chgData name="Hùng Nguyễn" userId="a3264f406de754db" providerId="LiveId" clId="{7D55517E-E862-4EF9-9EE4-3D3DDDB67D8E}" dt="2024-12-16T20:56:08.716" v="2" actId="21"/>
          <ac:spMkLst>
            <pc:docMk/>
            <pc:sldMk cId="1681668655" sldId="649"/>
            <ac:spMk id="10" creationId="{1BE54C2A-DD18-BC24-F8FA-CF8F2549F0FE}"/>
          </ac:spMkLst>
        </pc:spChg>
        <pc:picChg chg="mod">
          <ac:chgData name="Hùng Nguyễn" userId="a3264f406de754db" providerId="LiveId" clId="{7D55517E-E862-4EF9-9EE4-3D3DDDB67D8E}" dt="2024-12-16T20:57:12.083" v="3" actId="1076"/>
          <ac:picMkLst>
            <pc:docMk/>
            <pc:sldMk cId="1681668655" sldId="649"/>
            <ac:picMk id="1026" creationId="{CF6C067E-6A03-1E65-69C8-2468FE0B2E61}"/>
          </ac:picMkLst>
        </pc:picChg>
      </pc:sldChg>
      <pc:sldChg chg="modSp mod">
        <pc:chgData name="Hùng Nguyễn" userId="a3264f406de754db" providerId="LiveId" clId="{7D55517E-E862-4EF9-9EE4-3D3DDDB67D8E}" dt="2024-12-16T20:59:03.068" v="20" actId="20577"/>
        <pc:sldMkLst>
          <pc:docMk/>
          <pc:sldMk cId="394941886" sldId="878"/>
        </pc:sldMkLst>
        <pc:spChg chg="mod">
          <ac:chgData name="Hùng Nguyễn" userId="a3264f406de754db" providerId="LiveId" clId="{7D55517E-E862-4EF9-9EE4-3D3DDDB67D8E}" dt="2024-12-16T20:59:03.068" v="20" actId="20577"/>
          <ac:spMkLst>
            <pc:docMk/>
            <pc:sldMk cId="394941886" sldId="878"/>
            <ac:spMk id="10" creationId="{1BE54C2A-DD18-BC24-F8FA-CF8F2549F0FE}"/>
          </ac:spMkLst>
        </pc:spChg>
      </pc:sldChg>
      <pc:sldChg chg="modSp mod">
        <pc:chgData name="Hùng Nguyễn" userId="a3264f406de754db" providerId="LiveId" clId="{7D55517E-E862-4EF9-9EE4-3D3DDDB67D8E}" dt="2024-12-16T20:59:28.653" v="21" actId="13926"/>
        <pc:sldMkLst>
          <pc:docMk/>
          <pc:sldMk cId="664769666" sldId="879"/>
        </pc:sldMkLst>
        <pc:spChg chg="mod">
          <ac:chgData name="Hùng Nguyễn" userId="a3264f406de754db" providerId="LiveId" clId="{7D55517E-E862-4EF9-9EE4-3D3DDDB67D8E}" dt="2024-12-16T20:59:28.653" v="21" actId="13926"/>
          <ac:spMkLst>
            <pc:docMk/>
            <pc:sldMk cId="664769666" sldId="879"/>
            <ac:spMk id="10" creationId="{1BE54C2A-DD18-BC24-F8FA-CF8F2549F0FE}"/>
          </ac:spMkLst>
        </pc:spChg>
      </pc:sldChg>
      <pc:sldChg chg="modSp mod">
        <pc:chgData name="Hùng Nguyễn" userId="a3264f406de754db" providerId="LiveId" clId="{7D55517E-E862-4EF9-9EE4-3D3DDDB67D8E}" dt="2024-12-16T21:05:19.913" v="90" actId="13926"/>
        <pc:sldMkLst>
          <pc:docMk/>
          <pc:sldMk cId="1863945830" sldId="882"/>
        </pc:sldMkLst>
        <pc:spChg chg="mod">
          <ac:chgData name="Hùng Nguyễn" userId="a3264f406de754db" providerId="LiveId" clId="{7D55517E-E862-4EF9-9EE4-3D3DDDB67D8E}" dt="2024-12-16T21:05:19.913" v="90" actId="13926"/>
          <ac:spMkLst>
            <pc:docMk/>
            <pc:sldMk cId="1863945830" sldId="882"/>
            <ac:spMk id="10" creationId="{1BE54C2A-DD18-BC24-F8FA-CF8F2549F0FE}"/>
          </ac:spMkLst>
        </pc:spChg>
      </pc:sldChg>
      <pc:sldChg chg="modSp mod">
        <pc:chgData name="Hùng Nguyễn" userId="a3264f406de754db" providerId="LiveId" clId="{7D55517E-E862-4EF9-9EE4-3D3DDDB67D8E}" dt="2024-12-16T21:09:04.607" v="93" actId="13926"/>
        <pc:sldMkLst>
          <pc:docMk/>
          <pc:sldMk cId="3073145533" sldId="884"/>
        </pc:sldMkLst>
        <pc:spChg chg="mod">
          <ac:chgData name="Hùng Nguyễn" userId="a3264f406de754db" providerId="LiveId" clId="{7D55517E-E862-4EF9-9EE4-3D3DDDB67D8E}" dt="2024-12-16T21:09:04.607" v="93" actId="13926"/>
          <ac:spMkLst>
            <pc:docMk/>
            <pc:sldMk cId="3073145533" sldId="884"/>
            <ac:spMk id="23" creationId="{2F1B6414-76FA-91EC-E1AB-79F9C2951FD1}"/>
          </ac:spMkLst>
        </pc:spChg>
      </pc:sldChg>
      <pc:sldChg chg="modSp">
        <pc:chgData name="Hùng Nguyễn" userId="a3264f406de754db" providerId="LiveId" clId="{7D55517E-E862-4EF9-9EE4-3D3DDDB67D8E}" dt="2024-12-16T21:11:47.467" v="95" actId="20578"/>
        <pc:sldMkLst>
          <pc:docMk/>
          <pc:sldMk cId="2268627766" sldId="887"/>
        </pc:sldMkLst>
        <pc:spChg chg="mod">
          <ac:chgData name="Hùng Nguyễn" userId="a3264f406de754db" providerId="LiveId" clId="{7D55517E-E862-4EF9-9EE4-3D3DDDB67D8E}" dt="2024-12-16T21:11:47.467" v="95" actId="20578"/>
          <ac:spMkLst>
            <pc:docMk/>
            <pc:sldMk cId="2268627766" sldId="887"/>
            <ac:spMk id="23" creationId="{2F1B6414-76FA-91EC-E1AB-79F9C2951FD1}"/>
          </ac:spMkLst>
        </pc:spChg>
      </pc:sldChg>
      <pc:sldChg chg="modSp mod">
        <pc:chgData name="Hùng Nguyễn" userId="a3264f406de754db" providerId="LiveId" clId="{7D55517E-E862-4EF9-9EE4-3D3DDDB67D8E}" dt="2024-12-16T21:17:33.777" v="96" actId="13926"/>
        <pc:sldMkLst>
          <pc:docMk/>
          <pc:sldMk cId="2259400226" sldId="889"/>
        </pc:sldMkLst>
        <pc:spChg chg="mod">
          <ac:chgData name="Hùng Nguyễn" userId="a3264f406de754db" providerId="LiveId" clId="{7D55517E-E862-4EF9-9EE4-3D3DDDB67D8E}" dt="2024-12-16T21:17:33.777" v="96" actId="13926"/>
          <ac:spMkLst>
            <pc:docMk/>
            <pc:sldMk cId="2259400226" sldId="889"/>
            <ac:spMk id="23" creationId="{2F1B6414-76FA-91EC-E1AB-79F9C2951FD1}"/>
          </ac:spMkLst>
        </pc:spChg>
      </pc:sldChg>
      <pc:sldChg chg="modSp mod">
        <pc:chgData name="Hùng Nguyễn" userId="a3264f406de754db" providerId="LiveId" clId="{7D55517E-E862-4EF9-9EE4-3D3DDDB67D8E}" dt="2024-12-16T22:06:24.440" v="97" actId="13926"/>
        <pc:sldMkLst>
          <pc:docMk/>
          <pc:sldMk cId="1661536847" sldId="897"/>
        </pc:sldMkLst>
        <pc:spChg chg="mod">
          <ac:chgData name="Hùng Nguyễn" userId="a3264f406de754db" providerId="LiveId" clId="{7D55517E-E862-4EF9-9EE4-3D3DDDB67D8E}" dt="2024-12-16T22:06:24.440" v="97" actId="13926"/>
          <ac:spMkLst>
            <pc:docMk/>
            <pc:sldMk cId="1661536847" sldId="897"/>
            <ac:spMk id="2" creationId="{996F9A6C-FECF-9BFA-1C8B-D07598761C49}"/>
          </ac:spMkLst>
        </pc:spChg>
      </pc:sldChg>
    </pc:docChg>
  </pc:docChgLst>
  <pc:docChgLst>
    <pc:chgData name="Trong-Thuc Hoang" userId="74af82dad18fbf6c" providerId="LiveId" clId="{8372D42A-D0C1-4E4C-865A-97CA549E688F}"/>
    <pc:docChg chg="undo custSel addSld delSld modSld sldOrd">
      <pc:chgData name="Trong-Thuc Hoang" userId="74af82dad18fbf6c" providerId="LiveId" clId="{8372D42A-D0C1-4E4C-865A-97CA549E688F}" dt="2021-09-30T18:16:46.536" v="6078" actId="1076"/>
      <pc:docMkLst>
        <pc:docMk/>
      </pc:docMkLst>
      <pc:sldChg chg="modSp mod">
        <pc:chgData name="Trong-Thuc Hoang" userId="74af82dad18fbf6c" providerId="LiveId" clId="{8372D42A-D0C1-4E4C-865A-97CA549E688F}" dt="2021-09-28T02:16:18.983" v="312" actId="2085"/>
        <pc:sldMkLst>
          <pc:docMk/>
          <pc:sldMk cId="0" sldId="256"/>
        </pc:sldMkLst>
        <pc:spChg chg="mod">
          <ac:chgData name="Trong-Thuc Hoang" userId="74af82dad18fbf6c" providerId="LiveId" clId="{8372D42A-D0C1-4E4C-865A-97CA549E688F}" dt="2021-09-28T02:11:12.493" v="69" actId="122"/>
          <ac:spMkLst>
            <pc:docMk/>
            <pc:sldMk cId="0" sldId="256"/>
            <ac:spMk id="39" creationId="{00000000-0000-0000-0000-000000000000}"/>
          </ac:spMkLst>
        </pc:spChg>
        <pc:spChg chg="mod">
          <ac:chgData name="Trong-Thuc Hoang" userId="74af82dad18fbf6c" providerId="LiveId" clId="{8372D42A-D0C1-4E4C-865A-97CA549E688F}" dt="2021-09-28T02:16:18.983" v="312" actId="2085"/>
          <ac:spMkLst>
            <pc:docMk/>
            <pc:sldMk cId="0" sldId="256"/>
            <ac:spMk id="40" creationId="{00000000-0000-0000-0000-000000000000}"/>
          </ac:spMkLst>
        </pc:spChg>
        <pc:spChg chg="mod">
          <ac:chgData name="Trong-Thuc Hoang" userId="74af82dad18fbf6c" providerId="LiveId" clId="{8372D42A-D0C1-4E4C-865A-97CA549E688F}" dt="2021-09-28T02:11:07.370" v="58" actId="20577"/>
          <ac:spMkLst>
            <pc:docMk/>
            <pc:sldMk cId="0" sldId="256"/>
            <ac:spMk id="41" creationId="{00000000-0000-0000-0000-000000000000}"/>
          </ac:spMkLst>
        </pc:spChg>
      </pc:sldChg>
      <pc:sldChg chg="addSp modSp mod">
        <pc:chgData name="Trong-Thuc Hoang" userId="74af82dad18fbf6c" providerId="LiveId" clId="{8372D42A-D0C1-4E4C-865A-97CA549E688F}" dt="2021-09-28T02:16:45.606" v="326" actId="207"/>
        <pc:sldMkLst>
          <pc:docMk/>
          <pc:sldMk cId="0" sldId="260"/>
        </pc:sldMkLst>
        <pc:spChg chg="add mod">
          <ac:chgData name="Trong-Thuc Hoang" userId="74af82dad18fbf6c" providerId="LiveId" clId="{8372D42A-D0C1-4E4C-865A-97CA549E688F}" dt="2021-09-28T02:15:50.761" v="309"/>
          <ac:spMkLst>
            <pc:docMk/>
            <pc:sldMk cId="0" sldId="260"/>
            <ac:spMk id="6" creationId="{AF9D3C03-E9C9-4903-973A-E07E3F486E8A}"/>
          </ac:spMkLst>
        </pc:spChg>
        <pc:spChg chg="add mod">
          <ac:chgData name="Trong-Thuc Hoang" userId="74af82dad18fbf6c" providerId="LiveId" clId="{8372D42A-D0C1-4E4C-865A-97CA549E688F}" dt="2021-09-28T02:15:58.309" v="310"/>
          <ac:spMkLst>
            <pc:docMk/>
            <pc:sldMk cId="0" sldId="260"/>
            <ac:spMk id="8" creationId="{E74905CF-9580-4841-AAEC-D6B501EE967B}"/>
          </ac:spMkLst>
        </pc:spChg>
        <pc:spChg chg="mod">
          <ac:chgData name="Trong-Thuc Hoang" userId="74af82dad18fbf6c" providerId="LiveId" clId="{8372D42A-D0C1-4E4C-865A-97CA549E688F}" dt="2021-09-28T02:16:45.606" v="326" actId="207"/>
          <ac:spMkLst>
            <pc:docMk/>
            <pc:sldMk cId="0" sldId="260"/>
            <ac:spMk id="67" creationId="{00000000-0000-0000-0000-000000000000}"/>
          </ac:spMkLst>
        </pc:spChg>
        <pc:picChg chg="add mod">
          <ac:chgData name="Trong-Thuc Hoang" userId="74af82dad18fbf6c" providerId="LiveId" clId="{8372D42A-D0C1-4E4C-865A-97CA549E688F}" dt="2021-09-28T02:15:58.309" v="310"/>
          <ac:picMkLst>
            <pc:docMk/>
            <pc:sldMk cId="0" sldId="260"/>
            <ac:picMk id="7" creationId="{DC07B64D-F58B-400B-BB25-CCA03CC569B4}"/>
          </ac:picMkLst>
        </pc:picChg>
        <pc:picChg chg="add mod">
          <ac:chgData name="Trong-Thuc Hoang" userId="74af82dad18fbf6c" providerId="LiveId" clId="{8372D42A-D0C1-4E4C-865A-97CA549E688F}" dt="2021-09-28T02:15:58.309" v="310"/>
          <ac:picMkLst>
            <pc:docMk/>
            <pc:sldMk cId="0" sldId="260"/>
            <ac:picMk id="9" creationId="{9DE8A4C6-EF40-4C98-86CA-0B5033F2A770}"/>
          </ac:picMkLst>
        </pc:picChg>
      </pc:sldChg>
      <pc:sldChg chg="del">
        <pc:chgData name="Trong-Thuc Hoang" userId="74af82dad18fbf6c" providerId="LiveId" clId="{8372D42A-D0C1-4E4C-865A-97CA549E688F}" dt="2021-09-28T02:11:18.519" v="70" actId="47"/>
        <pc:sldMkLst>
          <pc:docMk/>
          <pc:sldMk cId="3453131820" sldId="409"/>
        </pc:sldMkLst>
      </pc:sldChg>
      <pc:sldChg chg="del">
        <pc:chgData name="Trong-Thuc Hoang" userId="74af82dad18fbf6c" providerId="LiveId" clId="{8372D42A-D0C1-4E4C-865A-97CA549E688F}" dt="2021-09-28T02:11:18.890" v="72" actId="47"/>
        <pc:sldMkLst>
          <pc:docMk/>
          <pc:sldMk cId="889329703" sldId="411"/>
        </pc:sldMkLst>
      </pc:sldChg>
      <pc:sldChg chg="del">
        <pc:chgData name="Trong-Thuc Hoang" userId="74af82dad18fbf6c" providerId="LiveId" clId="{8372D42A-D0C1-4E4C-865A-97CA549E688F}" dt="2021-09-28T02:11:18.705" v="71" actId="47"/>
        <pc:sldMkLst>
          <pc:docMk/>
          <pc:sldMk cId="3487393316" sldId="412"/>
        </pc:sldMkLst>
      </pc:sldChg>
      <pc:sldChg chg="del">
        <pc:chgData name="Trong-Thuc Hoang" userId="74af82dad18fbf6c" providerId="LiveId" clId="{8372D42A-D0C1-4E4C-865A-97CA549E688F}" dt="2021-09-28T02:11:19.097" v="73" actId="47"/>
        <pc:sldMkLst>
          <pc:docMk/>
          <pc:sldMk cId="4254911953" sldId="413"/>
        </pc:sldMkLst>
      </pc:sldChg>
      <pc:sldChg chg="del">
        <pc:chgData name="Trong-Thuc Hoang" userId="74af82dad18fbf6c" providerId="LiveId" clId="{8372D42A-D0C1-4E4C-865A-97CA549E688F}" dt="2021-09-28T02:11:19.275" v="74" actId="47"/>
        <pc:sldMkLst>
          <pc:docMk/>
          <pc:sldMk cId="1180577483" sldId="414"/>
        </pc:sldMkLst>
      </pc:sldChg>
      <pc:sldChg chg="del">
        <pc:chgData name="Trong-Thuc Hoang" userId="74af82dad18fbf6c" providerId="LiveId" clId="{8372D42A-D0C1-4E4C-865A-97CA549E688F}" dt="2021-09-28T02:11:19.475" v="75" actId="47"/>
        <pc:sldMkLst>
          <pc:docMk/>
          <pc:sldMk cId="3005430158" sldId="415"/>
        </pc:sldMkLst>
      </pc:sldChg>
      <pc:sldChg chg="del">
        <pc:chgData name="Trong-Thuc Hoang" userId="74af82dad18fbf6c" providerId="LiveId" clId="{8372D42A-D0C1-4E4C-865A-97CA549E688F}" dt="2021-09-28T02:11:19.678" v="76" actId="47"/>
        <pc:sldMkLst>
          <pc:docMk/>
          <pc:sldMk cId="3052037786" sldId="416"/>
        </pc:sldMkLst>
      </pc:sldChg>
      <pc:sldChg chg="del">
        <pc:chgData name="Trong-Thuc Hoang" userId="74af82dad18fbf6c" providerId="LiveId" clId="{8372D42A-D0C1-4E4C-865A-97CA549E688F}" dt="2021-09-28T02:11:19.854" v="77" actId="47"/>
        <pc:sldMkLst>
          <pc:docMk/>
          <pc:sldMk cId="3195299664" sldId="417"/>
        </pc:sldMkLst>
      </pc:sldChg>
      <pc:sldChg chg="del">
        <pc:chgData name="Trong-Thuc Hoang" userId="74af82dad18fbf6c" providerId="LiveId" clId="{8372D42A-D0C1-4E4C-865A-97CA549E688F}" dt="2021-09-28T02:11:20.233" v="79" actId="47"/>
        <pc:sldMkLst>
          <pc:docMk/>
          <pc:sldMk cId="669585560" sldId="418"/>
        </pc:sldMkLst>
      </pc:sldChg>
      <pc:sldChg chg="delSp del mod">
        <pc:chgData name="Trong-Thuc Hoang" userId="74af82dad18fbf6c" providerId="LiveId" clId="{8372D42A-D0C1-4E4C-865A-97CA549E688F}" dt="2021-09-28T02:15:31.685" v="300" actId="47"/>
        <pc:sldMkLst>
          <pc:docMk/>
          <pc:sldMk cId="2355887220" sldId="419"/>
        </pc:sldMkLst>
        <pc:picChg chg="del">
          <ac:chgData name="Trong-Thuc Hoang" userId="74af82dad18fbf6c" providerId="LiveId" clId="{8372D42A-D0C1-4E4C-865A-97CA549E688F}" dt="2021-09-28T02:11:22.311" v="82" actId="478"/>
          <ac:picMkLst>
            <pc:docMk/>
            <pc:sldMk cId="2355887220" sldId="419"/>
            <ac:picMk id="7" creationId="{09AD878B-2443-4A58-A63C-337AA155FEC1}"/>
          </ac:picMkLst>
        </pc:picChg>
      </pc:sldChg>
      <pc:sldChg chg="del">
        <pc:chgData name="Trong-Thuc Hoang" userId="74af82dad18fbf6c" providerId="LiveId" clId="{8372D42A-D0C1-4E4C-865A-97CA549E688F}" dt="2021-09-28T02:11:20.622" v="81" actId="47"/>
        <pc:sldMkLst>
          <pc:docMk/>
          <pc:sldMk cId="935151702" sldId="420"/>
        </pc:sldMkLst>
      </pc:sldChg>
      <pc:sldChg chg="delSp modSp add del mod">
        <pc:chgData name="Trong-Thuc Hoang" userId="74af82dad18fbf6c" providerId="LiveId" clId="{8372D42A-D0C1-4E4C-865A-97CA549E688F}" dt="2021-09-28T02:14:54.851" v="251" actId="47"/>
        <pc:sldMkLst>
          <pc:docMk/>
          <pc:sldMk cId="969733559" sldId="420"/>
        </pc:sldMkLst>
        <pc:spChg chg="del">
          <ac:chgData name="Trong-Thuc Hoang" userId="74af82dad18fbf6c" providerId="LiveId" clId="{8372D42A-D0C1-4E4C-865A-97CA549E688F}" dt="2021-09-28T02:11:52.757" v="85" actId="478"/>
          <ac:spMkLst>
            <pc:docMk/>
            <pc:sldMk cId="969733559" sldId="420"/>
            <ac:spMk id="39" creationId="{00000000-0000-0000-0000-000000000000}"/>
          </ac:spMkLst>
        </pc:spChg>
        <pc:spChg chg="del">
          <ac:chgData name="Trong-Thuc Hoang" userId="74af82dad18fbf6c" providerId="LiveId" clId="{8372D42A-D0C1-4E4C-865A-97CA549E688F}" dt="2021-09-28T02:11:51.107" v="84" actId="478"/>
          <ac:spMkLst>
            <pc:docMk/>
            <pc:sldMk cId="969733559" sldId="420"/>
            <ac:spMk id="40" creationId="{00000000-0000-0000-0000-000000000000}"/>
          </ac:spMkLst>
        </pc:spChg>
        <pc:spChg chg="mod">
          <ac:chgData name="Trong-Thuc Hoang" userId="74af82dad18fbf6c" providerId="LiveId" clId="{8372D42A-D0C1-4E4C-865A-97CA549E688F}" dt="2021-09-28T02:13:02.030" v="165" actId="14100"/>
          <ac:spMkLst>
            <pc:docMk/>
            <pc:sldMk cId="969733559" sldId="420"/>
            <ac:spMk id="41" creationId="{00000000-0000-0000-0000-000000000000}"/>
          </ac:spMkLst>
        </pc:spChg>
      </pc:sldChg>
      <pc:sldChg chg="delSp modSp add mod">
        <pc:chgData name="Trong-Thuc Hoang" userId="74af82dad18fbf6c" providerId="LiveId" clId="{8372D42A-D0C1-4E4C-865A-97CA549E688F}" dt="2021-09-28T02:16:23.117" v="314" actId="207"/>
        <pc:sldMkLst>
          <pc:docMk/>
          <pc:sldMk cId="781326508" sldId="421"/>
        </pc:sldMkLst>
        <pc:spChg chg="del">
          <ac:chgData name="Trong-Thuc Hoang" userId="74af82dad18fbf6c" providerId="LiveId" clId="{8372D42A-D0C1-4E4C-865A-97CA549E688F}" dt="2021-09-28T02:13:17.531" v="167" actId="478"/>
          <ac:spMkLst>
            <pc:docMk/>
            <pc:sldMk cId="781326508" sldId="421"/>
            <ac:spMk id="39" creationId="{00000000-0000-0000-0000-000000000000}"/>
          </ac:spMkLst>
        </pc:spChg>
        <pc:spChg chg="mod">
          <ac:chgData name="Trong-Thuc Hoang" userId="74af82dad18fbf6c" providerId="LiveId" clId="{8372D42A-D0C1-4E4C-865A-97CA549E688F}" dt="2021-09-28T02:16:23.117" v="314" actId="207"/>
          <ac:spMkLst>
            <pc:docMk/>
            <pc:sldMk cId="781326508" sldId="421"/>
            <ac:spMk id="40" creationId="{00000000-0000-0000-0000-000000000000}"/>
          </ac:spMkLst>
        </pc:spChg>
        <pc:spChg chg="del mod">
          <ac:chgData name="Trong-Thuc Hoang" userId="74af82dad18fbf6c" providerId="LiveId" clId="{8372D42A-D0C1-4E4C-865A-97CA549E688F}" dt="2021-09-28T02:13:40.123" v="188" actId="478"/>
          <ac:spMkLst>
            <pc:docMk/>
            <pc:sldMk cId="781326508" sldId="421"/>
            <ac:spMk id="41" creationId="{00000000-0000-0000-0000-000000000000}"/>
          </ac:spMkLst>
        </pc:spChg>
      </pc:sldChg>
      <pc:sldChg chg="del">
        <pc:chgData name="Trong-Thuc Hoang" userId="74af82dad18fbf6c" providerId="LiveId" clId="{8372D42A-D0C1-4E4C-865A-97CA549E688F}" dt="2021-09-28T02:11:20.052" v="78" actId="47"/>
        <pc:sldMkLst>
          <pc:docMk/>
          <pc:sldMk cId="2169649859" sldId="421"/>
        </pc:sldMkLst>
      </pc:sldChg>
      <pc:sldChg chg="del">
        <pc:chgData name="Trong-Thuc Hoang" userId="74af82dad18fbf6c" providerId="LiveId" clId="{8372D42A-D0C1-4E4C-865A-97CA549E688F}" dt="2021-09-28T02:11:20.421" v="80" actId="47"/>
        <pc:sldMkLst>
          <pc:docMk/>
          <pc:sldMk cId="1528363038" sldId="422"/>
        </pc:sldMkLst>
      </pc:sldChg>
      <pc:sldChg chg="modSp add mod">
        <pc:chgData name="Trong-Thuc Hoang" userId="74af82dad18fbf6c" providerId="LiveId" clId="{8372D42A-D0C1-4E4C-865A-97CA549E688F}" dt="2021-09-28T02:16:30.093" v="318" actId="207"/>
        <pc:sldMkLst>
          <pc:docMk/>
          <pc:sldMk cId="3288063410" sldId="422"/>
        </pc:sldMkLst>
        <pc:spChg chg="mod">
          <ac:chgData name="Trong-Thuc Hoang" userId="74af82dad18fbf6c" providerId="LiveId" clId="{8372D42A-D0C1-4E4C-865A-97CA549E688F}" dt="2021-09-28T02:16:30.093" v="318" actId="207"/>
          <ac:spMkLst>
            <pc:docMk/>
            <pc:sldMk cId="3288063410" sldId="422"/>
            <ac:spMk id="40" creationId="{00000000-0000-0000-0000-000000000000}"/>
          </ac:spMkLst>
        </pc:spChg>
      </pc:sldChg>
      <pc:sldChg chg="modSp add mod">
        <pc:chgData name="Trong-Thuc Hoang" userId="74af82dad18fbf6c" providerId="LiveId" clId="{8372D42A-D0C1-4E4C-865A-97CA549E688F}" dt="2021-09-28T02:16:38.036" v="322" actId="207"/>
        <pc:sldMkLst>
          <pc:docMk/>
          <pc:sldMk cId="3165991195" sldId="423"/>
        </pc:sldMkLst>
        <pc:spChg chg="mod">
          <ac:chgData name="Trong-Thuc Hoang" userId="74af82dad18fbf6c" providerId="LiveId" clId="{8372D42A-D0C1-4E4C-865A-97CA549E688F}" dt="2021-09-28T02:16:38.036" v="322" actId="207"/>
          <ac:spMkLst>
            <pc:docMk/>
            <pc:sldMk cId="3165991195" sldId="423"/>
            <ac:spMk id="40" creationId="{00000000-0000-0000-0000-000000000000}"/>
          </ac:spMkLst>
        </pc:spChg>
      </pc:sldChg>
      <pc:sldChg chg="addSp delSp modSp add mod">
        <pc:chgData name="Trong-Thuc Hoang" userId="74af82dad18fbf6c" providerId="LiveId" clId="{8372D42A-D0C1-4E4C-865A-97CA549E688F}" dt="2021-09-28T17:56:08.275" v="341" actId="1076"/>
        <pc:sldMkLst>
          <pc:docMk/>
          <pc:sldMk cId="3254777054" sldId="424"/>
        </pc:sldMkLst>
        <pc:spChg chg="add del mod">
          <ac:chgData name="Trong-Thuc Hoang" userId="74af82dad18fbf6c" providerId="LiveId" clId="{8372D42A-D0C1-4E4C-865A-97CA549E688F}" dt="2021-09-28T17:56:06.305" v="340" actId="478"/>
          <ac:spMkLst>
            <pc:docMk/>
            <pc:sldMk cId="3254777054" sldId="424"/>
            <ac:spMk id="5" creationId="{F7855ACE-6A94-4D19-8E9E-146ED26D40B0}"/>
          </ac:spMkLst>
        </pc:spChg>
        <pc:spChg chg="mod">
          <ac:chgData name="Trong-Thuc Hoang" userId="74af82dad18fbf6c" providerId="LiveId" clId="{8372D42A-D0C1-4E4C-865A-97CA549E688F}" dt="2021-09-28T02:15:05.476" v="269" actId="113"/>
          <ac:spMkLst>
            <pc:docMk/>
            <pc:sldMk cId="3254777054" sldId="424"/>
            <ac:spMk id="10" creationId="{CB76DC60-C0C9-436D-8956-EE4CA394869E}"/>
          </ac:spMkLst>
        </pc:spChg>
        <pc:spChg chg="mod">
          <ac:chgData name="Trong-Thuc Hoang" userId="74af82dad18fbf6c" providerId="LiveId" clId="{8372D42A-D0C1-4E4C-865A-97CA549E688F}" dt="2021-09-28T02:16:27.010" v="316" actId="207"/>
          <ac:spMkLst>
            <pc:docMk/>
            <pc:sldMk cId="3254777054" sldId="424"/>
            <ac:spMk id="63" creationId="{00000000-0000-0000-0000-000000000000}"/>
          </ac:spMkLst>
        </pc:spChg>
        <pc:picChg chg="add mod ord">
          <ac:chgData name="Trong-Thuc Hoang" userId="74af82dad18fbf6c" providerId="LiveId" clId="{8372D42A-D0C1-4E4C-865A-97CA549E688F}" dt="2021-09-28T17:56:08.275" v="341" actId="1076"/>
          <ac:picMkLst>
            <pc:docMk/>
            <pc:sldMk cId="3254777054" sldId="424"/>
            <ac:picMk id="3" creationId="{84D05E83-D716-4D10-A452-9CFA9C97C143}"/>
          </ac:picMkLst>
        </pc:picChg>
      </pc:sldChg>
      <pc:sldChg chg="add del">
        <pc:chgData name="Trong-Thuc Hoang" userId="74af82dad18fbf6c" providerId="LiveId" clId="{8372D42A-D0C1-4E4C-865A-97CA549E688F}" dt="2021-09-28T02:15:08.597" v="270" actId="47"/>
        <pc:sldMkLst>
          <pc:docMk/>
          <pc:sldMk cId="1451896661" sldId="425"/>
        </pc:sldMkLst>
      </pc:sldChg>
      <pc:sldChg chg="addSp delSp modSp add mod">
        <pc:chgData name="Trong-Thuc Hoang" userId="74af82dad18fbf6c" providerId="LiveId" clId="{8372D42A-D0C1-4E4C-865A-97CA549E688F}" dt="2021-09-30T17:27:13.232" v="4225" actId="20577"/>
        <pc:sldMkLst>
          <pc:docMk/>
          <pc:sldMk cId="2706916780" sldId="425"/>
        </pc:sldMkLst>
        <pc:spChg chg="add del mod">
          <ac:chgData name="Trong-Thuc Hoang" userId="74af82dad18fbf6c" providerId="LiveId" clId="{8372D42A-D0C1-4E4C-865A-97CA549E688F}" dt="2021-09-30T15:35:54.662" v="2858" actId="478"/>
          <ac:spMkLst>
            <pc:docMk/>
            <pc:sldMk cId="2706916780" sldId="425"/>
            <ac:spMk id="2" creationId="{B20416AB-074C-4509-8855-594AB346C87E}"/>
          </ac:spMkLst>
        </pc:spChg>
        <pc:spChg chg="del mod">
          <ac:chgData name="Trong-Thuc Hoang" userId="74af82dad18fbf6c" providerId="LiveId" clId="{8372D42A-D0C1-4E4C-865A-97CA549E688F}" dt="2021-09-30T15:35:55.585" v="2859" actId="478"/>
          <ac:spMkLst>
            <pc:docMk/>
            <pc:sldMk cId="2706916780" sldId="425"/>
            <ac:spMk id="5" creationId="{F7855ACE-6A94-4D19-8E9E-146ED26D40B0}"/>
          </ac:spMkLst>
        </pc:spChg>
        <pc:spChg chg="mod">
          <ac:chgData name="Trong-Thuc Hoang" userId="74af82dad18fbf6c" providerId="LiveId" clId="{8372D42A-D0C1-4E4C-865A-97CA549E688F}" dt="2021-09-29T02:40:42.028" v="2383" actId="20577"/>
          <ac:spMkLst>
            <pc:docMk/>
            <pc:sldMk cId="2706916780" sldId="425"/>
            <ac:spMk id="10" creationId="{CB76DC60-C0C9-436D-8956-EE4CA394869E}"/>
          </ac:spMkLst>
        </pc:spChg>
        <pc:spChg chg="add del mod">
          <ac:chgData name="Trong-Thuc Hoang" userId="74af82dad18fbf6c" providerId="LiveId" clId="{8372D42A-D0C1-4E4C-865A-97CA549E688F}" dt="2021-09-30T15:32:48.413" v="2743" actId="478"/>
          <ac:spMkLst>
            <pc:docMk/>
            <pc:sldMk cId="2706916780" sldId="425"/>
            <ac:spMk id="11" creationId="{1C54F0FC-8F0F-4125-BB82-1B92C6E37EBA}"/>
          </ac:spMkLst>
        </pc:spChg>
        <pc:spChg chg="add mod">
          <ac:chgData name="Trong-Thuc Hoang" userId="74af82dad18fbf6c" providerId="LiveId" clId="{8372D42A-D0C1-4E4C-865A-97CA549E688F}" dt="2021-09-30T17:19:38.170" v="3690" actId="207"/>
          <ac:spMkLst>
            <pc:docMk/>
            <pc:sldMk cId="2706916780" sldId="425"/>
            <ac:spMk id="12" creationId="{D6EB564E-2EDF-4DE6-B3AE-77B91B98AB16}"/>
          </ac:spMkLst>
        </pc:spChg>
        <pc:spChg chg="add del mod">
          <ac:chgData name="Trong-Thuc Hoang" userId="74af82dad18fbf6c" providerId="LiveId" clId="{8372D42A-D0C1-4E4C-865A-97CA549E688F}" dt="2021-09-30T17:14:41.728" v="3350" actId="478"/>
          <ac:spMkLst>
            <pc:docMk/>
            <pc:sldMk cId="2706916780" sldId="425"/>
            <ac:spMk id="13" creationId="{D37E89E8-D26B-4F6E-ABA1-4DF09507A5D2}"/>
          </ac:spMkLst>
        </pc:spChg>
        <pc:spChg chg="add del mod">
          <ac:chgData name="Trong-Thuc Hoang" userId="74af82dad18fbf6c" providerId="LiveId" clId="{8372D42A-D0C1-4E4C-865A-97CA549E688F}" dt="2021-09-30T15:57:57.617" v="3169" actId="478"/>
          <ac:spMkLst>
            <pc:docMk/>
            <pc:sldMk cId="2706916780" sldId="425"/>
            <ac:spMk id="14" creationId="{94AF0D11-8202-4F7F-A7D8-F4F7FAEFA7A3}"/>
          </ac:spMkLst>
        </pc:spChg>
        <pc:spChg chg="add mod">
          <ac:chgData name="Trong-Thuc Hoang" userId="74af82dad18fbf6c" providerId="LiveId" clId="{8372D42A-D0C1-4E4C-865A-97CA549E688F}" dt="2021-09-30T17:27:13.232" v="4225" actId="20577"/>
          <ac:spMkLst>
            <pc:docMk/>
            <pc:sldMk cId="2706916780" sldId="425"/>
            <ac:spMk id="15" creationId="{90AEFB8B-4418-40EF-85BE-10955C311760}"/>
          </ac:spMkLst>
        </pc:spChg>
        <pc:spChg chg="add mod">
          <ac:chgData name="Trong-Thuc Hoang" userId="74af82dad18fbf6c" providerId="LiveId" clId="{8372D42A-D0C1-4E4C-865A-97CA549E688F}" dt="2021-09-30T15:32:16.196" v="2730" actId="113"/>
          <ac:spMkLst>
            <pc:docMk/>
            <pc:sldMk cId="2706916780" sldId="425"/>
            <ac:spMk id="16" creationId="{F6B00377-BCC5-4D28-82AB-94BA6C5F0F50}"/>
          </ac:spMkLst>
        </pc:spChg>
        <pc:spChg chg="add del mod">
          <ac:chgData name="Trong-Thuc Hoang" userId="74af82dad18fbf6c" providerId="LiveId" clId="{8372D42A-D0C1-4E4C-865A-97CA549E688F}" dt="2021-09-30T15:44:42.022" v="2958" actId="478"/>
          <ac:spMkLst>
            <pc:docMk/>
            <pc:sldMk cId="2706916780" sldId="425"/>
            <ac:spMk id="17" creationId="{CE86D63F-8898-4F2B-A550-1C9FDD2E5A35}"/>
          </ac:spMkLst>
        </pc:spChg>
        <pc:spChg chg="add mod">
          <ac:chgData name="Trong-Thuc Hoang" userId="74af82dad18fbf6c" providerId="LiveId" clId="{8372D42A-D0C1-4E4C-865A-97CA549E688F}" dt="2021-09-30T15:48:40.270" v="3020" actId="1582"/>
          <ac:spMkLst>
            <pc:docMk/>
            <pc:sldMk cId="2706916780" sldId="425"/>
            <ac:spMk id="18" creationId="{2C29FF1D-AF73-4D1C-9956-B4E87DA24889}"/>
          </ac:spMkLst>
        </pc:spChg>
        <pc:spChg chg="add mod">
          <ac:chgData name="Trong-Thuc Hoang" userId="74af82dad18fbf6c" providerId="LiveId" clId="{8372D42A-D0C1-4E4C-865A-97CA549E688F}" dt="2021-09-30T15:48:49.087" v="3023" actId="1076"/>
          <ac:spMkLst>
            <pc:docMk/>
            <pc:sldMk cId="2706916780" sldId="425"/>
            <ac:spMk id="26" creationId="{E27DEEFA-A1AB-4EB6-8AE1-F3233A9BB407}"/>
          </ac:spMkLst>
        </pc:spChg>
        <pc:spChg chg="add del mod">
          <ac:chgData name="Trong-Thuc Hoang" userId="74af82dad18fbf6c" providerId="LiveId" clId="{8372D42A-D0C1-4E4C-865A-97CA549E688F}" dt="2021-09-30T17:14:41.728" v="3350" actId="478"/>
          <ac:spMkLst>
            <pc:docMk/>
            <pc:sldMk cId="2706916780" sldId="425"/>
            <ac:spMk id="30" creationId="{455F6F0B-94B3-43DD-A655-2591A7D69AB8}"/>
          </ac:spMkLst>
        </pc:spChg>
        <pc:spChg chg="add del mod">
          <ac:chgData name="Trong-Thuc Hoang" userId="74af82dad18fbf6c" providerId="LiveId" clId="{8372D42A-D0C1-4E4C-865A-97CA549E688F}" dt="2021-09-30T15:47:35.637" v="3004" actId="478"/>
          <ac:spMkLst>
            <pc:docMk/>
            <pc:sldMk cId="2706916780" sldId="425"/>
            <ac:spMk id="32" creationId="{37FB749E-0A89-4B77-AC81-B5B7F4A3EE4A}"/>
          </ac:spMkLst>
        </pc:spChg>
        <pc:spChg chg="add del mod">
          <ac:chgData name="Trong-Thuc Hoang" userId="74af82dad18fbf6c" providerId="LiveId" clId="{8372D42A-D0C1-4E4C-865A-97CA549E688F}" dt="2021-09-30T17:14:27.364" v="3341" actId="478"/>
          <ac:spMkLst>
            <pc:docMk/>
            <pc:sldMk cId="2706916780" sldId="425"/>
            <ac:spMk id="35" creationId="{C617E987-58CE-407F-98BB-C8988DBECD9D}"/>
          </ac:spMkLst>
        </pc:spChg>
        <pc:spChg chg="add del mod">
          <ac:chgData name="Trong-Thuc Hoang" userId="74af82dad18fbf6c" providerId="LiveId" clId="{8372D42A-D0C1-4E4C-865A-97CA549E688F}" dt="2021-09-30T17:14:41.728" v="3350" actId="478"/>
          <ac:spMkLst>
            <pc:docMk/>
            <pc:sldMk cId="2706916780" sldId="425"/>
            <ac:spMk id="40" creationId="{6224BF12-E8B7-4DE4-B721-B058F85E170B}"/>
          </ac:spMkLst>
        </pc:spChg>
        <pc:spChg chg="add del mod">
          <ac:chgData name="Trong-Thuc Hoang" userId="74af82dad18fbf6c" providerId="LiveId" clId="{8372D42A-D0C1-4E4C-865A-97CA549E688F}" dt="2021-09-30T17:14:44.364" v="3352" actId="478"/>
          <ac:spMkLst>
            <pc:docMk/>
            <pc:sldMk cId="2706916780" sldId="425"/>
            <ac:spMk id="55" creationId="{036CEE61-4909-47C5-8747-E0B65530ACA5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56" creationId="{A264AEBD-0A81-44F6-9D04-B374D6FAD332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58" creationId="{6F77F7B9-6A58-4F9F-809A-81CD728ADA52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59" creationId="{80A12C25-44B3-48A9-903F-18B9B234F999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60" creationId="{E608D1AA-2941-4B61-AA61-779EC36EF8A7}"/>
          </ac:spMkLst>
        </pc:spChg>
        <pc:spChg chg="mod">
          <ac:chgData name="Trong-Thuc Hoang" userId="74af82dad18fbf6c" providerId="LiveId" clId="{8372D42A-D0C1-4E4C-865A-97CA549E688F}" dt="2021-09-28T02:16:34.255" v="320" actId="207"/>
          <ac:spMkLst>
            <pc:docMk/>
            <pc:sldMk cId="2706916780" sldId="425"/>
            <ac:spMk id="63" creationId="{00000000-0000-0000-0000-000000000000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67" creationId="{0FE8C50E-DA81-4CA9-AF43-CC1E323C2556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70" creationId="{E17B7F04-087A-4F10-B8D1-BA831F43B745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71" creationId="{35839DFD-570C-4643-BE6F-5CBB364B8630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74" creationId="{C2A89031-861B-43CC-9124-F9758159E441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76" creationId="{97F0BEC0-88A0-41DB-B235-20CFFACC03C0}"/>
          </ac:spMkLst>
        </pc:spChg>
        <pc:spChg chg="add mod">
          <ac:chgData name="Trong-Thuc Hoang" userId="74af82dad18fbf6c" providerId="LiveId" clId="{8372D42A-D0C1-4E4C-865A-97CA549E688F}" dt="2021-09-30T15:59:46.424" v="3195" actId="1076"/>
          <ac:spMkLst>
            <pc:docMk/>
            <pc:sldMk cId="2706916780" sldId="425"/>
            <ac:spMk id="80" creationId="{1B9CE19C-9B9F-4D5A-BE0F-0B05B3467A83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81" creationId="{E5884A9D-7A36-4A44-A915-03DA52F5E0A2}"/>
          </ac:spMkLst>
        </pc:spChg>
        <pc:spChg chg="add del mod">
          <ac:chgData name="Trong-Thuc Hoang" userId="74af82dad18fbf6c" providerId="LiveId" clId="{8372D42A-D0C1-4E4C-865A-97CA549E688F}" dt="2021-09-30T17:09:11.166" v="3248" actId="478"/>
          <ac:spMkLst>
            <pc:docMk/>
            <pc:sldMk cId="2706916780" sldId="425"/>
            <ac:spMk id="82" creationId="{C42089AC-54AE-4F3C-B7C5-AB781C8307AE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93" creationId="{AF49A075-12CD-45EA-B242-01EA745A9750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98" creationId="{3DC2396B-8E56-4687-AB86-7E5FD1047720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99" creationId="{A6DCB00C-1559-4EA1-AF51-C4124AA60176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102" creationId="{3C080CD5-6B48-4C8C-B7FE-D06541C5F284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103" creationId="{F100CD1F-DDFA-42EA-8A99-191A02EA757A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105" creationId="{C4DEEAEA-46DA-466D-A3A4-00D24190A969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106" creationId="{EA5548A5-EC4F-4544-AC78-9C2DB40BB739}"/>
          </ac:spMkLst>
        </pc:spChg>
        <pc:spChg chg="add del mod">
          <ac:chgData name="Trong-Thuc Hoang" userId="74af82dad18fbf6c" providerId="LiveId" clId="{8372D42A-D0C1-4E4C-865A-97CA549E688F}" dt="2021-09-30T17:14:32.310" v="3345" actId="478"/>
          <ac:spMkLst>
            <pc:docMk/>
            <pc:sldMk cId="2706916780" sldId="425"/>
            <ac:spMk id="111" creationId="{AD7A6478-60A1-43D5-9087-9236D9497E86}"/>
          </ac:spMkLst>
        </pc:spChg>
        <pc:cxnChg chg="add mod">
          <ac:chgData name="Trong-Thuc Hoang" userId="74af82dad18fbf6c" providerId="LiveId" clId="{8372D42A-D0C1-4E4C-865A-97CA549E688F}" dt="2021-09-30T15:48:46.423" v="3022" actId="1076"/>
          <ac:cxnSpMkLst>
            <pc:docMk/>
            <pc:sldMk cId="2706916780" sldId="425"/>
            <ac:cxnSpMk id="4" creationId="{5A306D08-5F08-40E3-A145-39995C736AB7}"/>
          </ac:cxnSpMkLst>
        </pc:cxnChg>
        <pc:cxnChg chg="add del mod">
          <ac:chgData name="Trong-Thuc Hoang" userId="74af82dad18fbf6c" providerId="LiveId" clId="{8372D42A-D0C1-4E4C-865A-97CA549E688F}" dt="2021-09-30T17:14:38.608" v="3348" actId="478"/>
          <ac:cxnSpMkLst>
            <pc:docMk/>
            <pc:sldMk cId="2706916780" sldId="425"/>
            <ac:cxnSpMk id="9" creationId="{24D3AFC3-A6B2-4EA9-9D83-6CD81C2D6A24}"/>
          </ac:cxnSpMkLst>
        </pc:cxnChg>
        <pc:cxnChg chg="add del mod">
          <ac:chgData name="Trong-Thuc Hoang" userId="74af82dad18fbf6c" providerId="LiveId" clId="{8372D42A-D0C1-4E4C-865A-97CA549E688F}" dt="2021-09-30T17:14:41.728" v="3350" actId="478"/>
          <ac:cxnSpMkLst>
            <pc:docMk/>
            <pc:sldMk cId="2706916780" sldId="425"/>
            <ac:cxnSpMk id="19" creationId="{DF3DCC4B-3C3D-4DD5-8123-3CDCC04536E8}"/>
          </ac:cxnSpMkLst>
        </pc:cxnChg>
        <pc:cxnChg chg="add del mod">
          <ac:chgData name="Trong-Thuc Hoang" userId="74af82dad18fbf6c" providerId="LiveId" clId="{8372D42A-D0C1-4E4C-865A-97CA549E688F}" dt="2021-09-30T17:14:28.166" v="3342" actId="478"/>
          <ac:cxnSpMkLst>
            <pc:docMk/>
            <pc:sldMk cId="2706916780" sldId="425"/>
            <ac:cxnSpMk id="28" creationId="{04EC425D-6EF9-4DCF-A28B-C4E223D4BFB5}"/>
          </ac:cxnSpMkLst>
        </pc:cxnChg>
        <pc:cxnChg chg="add del mod">
          <ac:chgData name="Trong-Thuc Hoang" userId="74af82dad18fbf6c" providerId="LiveId" clId="{8372D42A-D0C1-4E4C-865A-97CA549E688F}" dt="2021-09-30T17:14:41.728" v="3350" actId="478"/>
          <ac:cxnSpMkLst>
            <pc:docMk/>
            <pc:sldMk cId="2706916780" sldId="425"/>
            <ac:cxnSpMk id="31" creationId="{4A9F9B2F-2C18-4198-8A18-A3494936D890}"/>
          </ac:cxnSpMkLst>
        </pc:cxnChg>
        <pc:cxnChg chg="add del mod">
          <ac:chgData name="Trong-Thuc Hoang" userId="74af82dad18fbf6c" providerId="LiveId" clId="{8372D42A-D0C1-4E4C-865A-97CA549E688F}" dt="2021-09-30T17:14:29.841" v="3343" actId="478"/>
          <ac:cxnSpMkLst>
            <pc:docMk/>
            <pc:sldMk cId="2706916780" sldId="425"/>
            <ac:cxnSpMk id="54" creationId="{C35F91D4-803B-47D1-A0FB-BDB7505BC9EB}"/>
          </ac:cxnSpMkLst>
        </pc:cxnChg>
        <pc:cxnChg chg="add del mod">
          <ac:chgData name="Trong-Thuc Hoang" userId="74af82dad18fbf6c" providerId="LiveId" clId="{8372D42A-D0C1-4E4C-865A-97CA549E688F}" dt="2021-09-30T17:14:37.280" v="3347" actId="478"/>
          <ac:cxnSpMkLst>
            <pc:docMk/>
            <pc:sldMk cId="2706916780" sldId="425"/>
            <ac:cxnSpMk id="57" creationId="{A58DB654-19E9-4184-8166-87644AF84146}"/>
          </ac:cxnSpMkLst>
        </pc:cxnChg>
        <pc:cxnChg chg="add del mod">
          <ac:chgData name="Trong-Thuc Hoang" userId="74af82dad18fbf6c" providerId="LiveId" clId="{8372D42A-D0C1-4E4C-865A-97CA549E688F}" dt="2021-09-30T15:55:17.954" v="3137" actId="478"/>
          <ac:cxnSpMkLst>
            <pc:docMk/>
            <pc:sldMk cId="2706916780" sldId="425"/>
            <ac:cxnSpMk id="64" creationId="{9DB63674-D61B-4208-AA78-0FC329A94F16}"/>
          </ac:cxnSpMkLst>
        </pc:cxnChg>
        <pc:cxnChg chg="add del mod">
          <ac:chgData name="Trong-Thuc Hoang" userId="74af82dad18fbf6c" providerId="LiveId" clId="{8372D42A-D0C1-4E4C-865A-97CA549E688F}" dt="2021-09-30T17:14:37.280" v="3347" actId="478"/>
          <ac:cxnSpMkLst>
            <pc:docMk/>
            <pc:sldMk cId="2706916780" sldId="425"/>
            <ac:cxnSpMk id="65" creationId="{C441BE28-F25E-45BD-A41E-2B54912EF466}"/>
          </ac:cxnSpMkLst>
        </pc:cxnChg>
        <pc:cxnChg chg="add del mod">
          <ac:chgData name="Trong-Thuc Hoang" userId="74af82dad18fbf6c" providerId="LiveId" clId="{8372D42A-D0C1-4E4C-865A-97CA549E688F}" dt="2021-09-30T17:14:37.280" v="3347" actId="478"/>
          <ac:cxnSpMkLst>
            <pc:docMk/>
            <pc:sldMk cId="2706916780" sldId="425"/>
            <ac:cxnSpMk id="68" creationId="{3CD03CA5-A527-4BB0-BA75-0B8D4F5F59B1}"/>
          </ac:cxnSpMkLst>
        </pc:cxnChg>
        <pc:cxnChg chg="add del mod">
          <ac:chgData name="Trong-Thuc Hoang" userId="74af82dad18fbf6c" providerId="LiveId" clId="{8372D42A-D0C1-4E4C-865A-97CA549E688F}" dt="2021-09-30T17:14:39.471" v="3349" actId="478"/>
          <ac:cxnSpMkLst>
            <pc:docMk/>
            <pc:sldMk cId="2706916780" sldId="425"/>
            <ac:cxnSpMk id="69" creationId="{64310648-8FC2-4D91-99F6-B3FAD5711380}"/>
          </ac:cxnSpMkLst>
        </pc:cxnChg>
        <pc:cxnChg chg="add del mod">
          <ac:chgData name="Trong-Thuc Hoang" userId="74af82dad18fbf6c" providerId="LiveId" clId="{8372D42A-D0C1-4E4C-865A-97CA549E688F}" dt="2021-09-30T17:14:37.280" v="3347" actId="478"/>
          <ac:cxnSpMkLst>
            <pc:docMk/>
            <pc:sldMk cId="2706916780" sldId="425"/>
            <ac:cxnSpMk id="75" creationId="{7EB4F8C8-88D3-4B50-817B-B0A799FD57CB}"/>
          </ac:cxnSpMkLst>
        </pc:cxnChg>
        <pc:cxnChg chg="add del mod">
          <ac:chgData name="Trong-Thuc Hoang" userId="74af82dad18fbf6c" providerId="LiveId" clId="{8372D42A-D0C1-4E4C-865A-97CA549E688F}" dt="2021-09-30T17:14:43.315" v="3351" actId="478"/>
          <ac:cxnSpMkLst>
            <pc:docMk/>
            <pc:sldMk cId="2706916780" sldId="425"/>
            <ac:cxnSpMk id="92" creationId="{E4056D8B-F6D7-420C-982F-2CCD2C1AC8E9}"/>
          </ac:cxnSpMkLst>
        </pc:cxnChg>
        <pc:cxnChg chg="add del mod">
          <ac:chgData name="Trong-Thuc Hoang" userId="74af82dad18fbf6c" providerId="LiveId" clId="{8372D42A-D0C1-4E4C-865A-97CA549E688F}" dt="2021-09-30T17:14:35.176" v="3346" actId="478"/>
          <ac:cxnSpMkLst>
            <pc:docMk/>
            <pc:sldMk cId="2706916780" sldId="425"/>
            <ac:cxnSpMk id="100" creationId="{39249C0B-742B-4AAB-AE35-A5D5EAD3BB8B}"/>
          </ac:cxnSpMkLst>
        </pc:cxnChg>
        <pc:cxnChg chg="add del mod">
          <ac:chgData name="Trong-Thuc Hoang" userId="74af82dad18fbf6c" providerId="LiveId" clId="{8372D42A-D0C1-4E4C-865A-97CA549E688F}" dt="2021-09-30T17:14:35.176" v="3346" actId="478"/>
          <ac:cxnSpMkLst>
            <pc:docMk/>
            <pc:sldMk cId="2706916780" sldId="425"/>
            <ac:cxnSpMk id="104" creationId="{FFDDA8C1-07E2-491D-A131-BCA105B98B75}"/>
          </ac:cxnSpMkLst>
        </pc:cxnChg>
        <pc:cxnChg chg="add del mod">
          <ac:chgData name="Trong-Thuc Hoang" userId="74af82dad18fbf6c" providerId="LiveId" clId="{8372D42A-D0C1-4E4C-865A-97CA549E688F}" dt="2021-09-30T17:14:35.176" v="3346" actId="478"/>
          <ac:cxnSpMkLst>
            <pc:docMk/>
            <pc:sldMk cId="2706916780" sldId="425"/>
            <ac:cxnSpMk id="107" creationId="{8DED88BB-8D29-4384-8DB8-1DBC110F524F}"/>
          </ac:cxnSpMkLst>
        </pc:cxnChg>
        <pc:cxnChg chg="add del mod">
          <ac:chgData name="Trong-Thuc Hoang" userId="74af82dad18fbf6c" providerId="LiveId" clId="{8372D42A-D0C1-4E4C-865A-97CA549E688F}" dt="2021-09-30T17:14:30.506" v="3344" actId="478"/>
          <ac:cxnSpMkLst>
            <pc:docMk/>
            <pc:sldMk cId="2706916780" sldId="425"/>
            <ac:cxnSpMk id="108" creationId="{8AAFF0B4-767C-4101-9448-C315EE4CEF38}"/>
          </ac:cxnSpMkLst>
        </pc:cxnChg>
        <pc:cxnChg chg="add del mod">
          <ac:chgData name="Trong-Thuc Hoang" userId="74af82dad18fbf6c" providerId="LiveId" clId="{8372D42A-D0C1-4E4C-865A-97CA549E688F}" dt="2021-09-30T17:14:37.280" v="3347" actId="478"/>
          <ac:cxnSpMkLst>
            <pc:docMk/>
            <pc:sldMk cId="2706916780" sldId="425"/>
            <ac:cxnSpMk id="113" creationId="{7410CD16-C658-436E-954F-C3369861267D}"/>
          </ac:cxnSpMkLst>
        </pc:cxnChg>
        <pc:cxnChg chg="add del mod">
          <ac:chgData name="Trong-Thuc Hoang" userId="74af82dad18fbf6c" providerId="LiveId" clId="{8372D42A-D0C1-4E4C-865A-97CA549E688F}" dt="2021-09-30T17:14:41.728" v="3350" actId="478"/>
          <ac:cxnSpMkLst>
            <pc:docMk/>
            <pc:sldMk cId="2706916780" sldId="425"/>
            <ac:cxnSpMk id="117" creationId="{40A0755F-76A4-4A95-988E-E575B90DCB7C}"/>
          </ac:cxnSpMkLst>
        </pc:cxnChg>
      </pc:sldChg>
      <pc:sldChg chg="addSp delSp modSp add mod">
        <pc:chgData name="Trong-Thuc Hoang" userId="74af82dad18fbf6c" providerId="LiveId" clId="{8372D42A-D0C1-4E4C-865A-97CA549E688F}" dt="2021-09-30T17:59:58.845" v="5647" actId="14100"/>
        <pc:sldMkLst>
          <pc:docMk/>
          <pc:sldMk cId="1311341793" sldId="426"/>
        </pc:sldMkLst>
        <pc:spChg chg="del">
          <ac:chgData name="Trong-Thuc Hoang" userId="74af82dad18fbf6c" providerId="LiveId" clId="{8372D42A-D0C1-4E4C-865A-97CA549E688F}" dt="2021-09-30T17:57:15.322" v="5530" actId="478"/>
          <ac:spMkLst>
            <pc:docMk/>
            <pc:sldMk cId="1311341793" sldId="426"/>
            <ac:spMk id="5" creationId="{F7855ACE-6A94-4D19-8E9E-146ED26D40B0}"/>
          </ac:spMkLst>
        </pc:spChg>
        <pc:spChg chg="add mod">
          <ac:chgData name="Trong-Thuc Hoang" userId="74af82dad18fbf6c" providerId="LiveId" clId="{8372D42A-D0C1-4E4C-865A-97CA549E688F}" dt="2021-09-30T17:59:54.366" v="5645" actId="14100"/>
          <ac:spMkLst>
            <pc:docMk/>
            <pc:sldMk cId="1311341793" sldId="426"/>
            <ac:spMk id="9" creationId="{6C551CF4-0809-497D-8F93-9B801D42AB33}"/>
          </ac:spMkLst>
        </pc:spChg>
        <pc:spChg chg="mod">
          <ac:chgData name="Trong-Thuc Hoang" userId="74af82dad18fbf6c" providerId="LiveId" clId="{8372D42A-D0C1-4E4C-865A-97CA549E688F}" dt="2021-09-28T02:15:35.721" v="308" actId="20577"/>
          <ac:spMkLst>
            <pc:docMk/>
            <pc:sldMk cId="1311341793" sldId="426"/>
            <ac:spMk id="10" creationId="{CB76DC60-C0C9-436D-8956-EE4CA394869E}"/>
          </ac:spMkLst>
        </pc:spChg>
        <pc:spChg chg="add del mod">
          <ac:chgData name="Trong-Thuc Hoang" userId="74af82dad18fbf6c" providerId="LiveId" clId="{8372D42A-D0C1-4E4C-865A-97CA549E688F}" dt="2021-09-30T17:58:50.797" v="5600" actId="478"/>
          <ac:spMkLst>
            <pc:docMk/>
            <pc:sldMk cId="1311341793" sldId="426"/>
            <ac:spMk id="11" creationId="{19767369-5316-4F07-8D4A-6B54BF9233C8}"/>
          </ac:spMkLst>
        </pc:spChg>
        <pc:spChg chg="add mod">
          <ac:chgData name="Trong-Thuc Hoang" userId="74af82dad18fbf6c" providerId="LiveId" clId="{8372D42A-D0C1-4E4C-865A-97CA549E688F}" dt="2021-09-30T17:59:58.845" v="5647" actId="14100"/>
          <ac:spMkLst>
            <pc:docMk/>
            <pc:sldMk cId="1311341793" sldId="426"/>
            <ac:spMk id="12" creationId="{F31FCA47-B041-4DE5-8EEB-C9FAFC20EB93}"/>
          </ac:spMkLst>
        </pc:spChg>
        <pc:spChg chg="mod">
          <ac:chgData name="Trong-Thuc Hoang" userId="74af82dad18fbf6c" providerId="LiveId" clId="{8372D42A-D0C1-4E4C-865A-97CA549E688F}" dt="2021-09-28T02:16:41.590" v="324" actId="207"/>
          <ac:spMkLst>
            <pc:docMk/>
            <pc:sldMk cId="1311341793" sldId="426"/>
            <ac:spMk id="63" creationId="{00000000-0000-0000-0000-000000000000}"/>
          </ac:spMkLst>
        </pc:spChg>
        <pc:picChg chg="add mod">
          <ac:chgData name="Trong-Thuc Hoang" userId="74af82dad18fbf6c" providerId="LiveId" clId="{8372D42A-D0C1-4E4C-865A-97CA549E688F}" dt="2021-09-30T17:59:24.842" v="5630" actId="14100"/>
          <ac:picMkLst>
            <pc:docMk/>
            <pc:sldMk cId="1311341793" sldId="426"/>
            <ac:picMk id="7" creationId="{CE248AF9-D6DA-42B3-BE70-D2BDF7F472C0}"/>
          </ac:picMkLst>
        </pc:picChg>
        <pc:picChg chg="add mod">
          <ac:chgData name="Trong-Thuc Hoang" userId="74af82dad18fbf6c" providerId="LiveId" clId="{8372D42A-D0C1-4E4C-865A-97CA549E688F}" dt="2021-09-30T17:58:45.608" v="5599" actId="1076"/>
          <ac:picMkLst>
            <pc:docMk/>
            <pc:sldMk cId="1311341793" sldId="426"/>
            <ac:picMk id="8" creationId="{7A36C857-E75B-4571-8462-BF3EB9A63E2F}"/>
          </ac:picMkLst>
        </pc:picChg>
      </pc:sldChg>
      <pc:sldChg chg="addSp modSp add mod">
        <pc:chgData name="Trong-Thuc Hoang" userId="74af82dad18fbf6c" providerId="LiveId" clId="{8372D42A-D0C1-4E4C-865A-97CA549E688F}" dt="2021-09-28T20:58:26.057" v="2332"/>
        <pc:sldMkLst>
          <pc:docMk/>
          <pc:sldMk cId="1875431218" sldId="427"/>
        </pc:sldMkLst>
        <pc:spChg chg="mod">
          <ac:chgData name="Trong-Thuc Hoang" userId="74af82dad18fbf6c" providerId="LiveId" clId="{8372D42A-D0C1-4E4C-865A-97CA549E688F}" dt="2021-09-28T18:01:40.408" v="667" actId="1076"/>
          <ac:spMkLst>
            <pc:docMk/>
            <pc:sldMk cId="1875431218" sldId="427"/>
            <ac:spMk id="5" creationId="{F7855ACE-6A94-4D19-8E9E-146ED26D40B0}"/>
          </ac:spMkLst>
        </pc:spChg>
        <pc:spChg chg="add mod">
          <ac:chgData name="Trong-Thuc Hoang" userId="74af82dad18fbf6c" providerId="LiveId" clId="{8372D42A-D0C1-4E4C-865A-97CA549E688F}" dt="2021-09-28T20:58:26.057" v="2332"/>
          <ac:spMkLst>
            <pc:docMk/>
            <pc:sldMk cId="1875431218" sldId="427"/>
            <ac:spMk id="8" creationId="{51867311-569B-4619-9C86-F78A60E0E300}"/>
          </ac:spMkLst>
        </pc:spChg>
        <pc:spChg chg="add mod">
          <ac:chgData name="Trong-Thuc Hoang" userId="74af82dad18fbf6c" providerId="LiveId" clId="{8372D42A-D0C1-4E4C-865A-97CA549E688F}" dt="2021-09-28T19:48:32.606" v="1217" actId="20577"/>
          <ac:spMkLst>
            <pc:docMk/>
            <pc:sldMk cId="1875431218" sldId="427"/>
            <ac:spMk id="9" creationId="{14CABBD3-F2A5-4AE0-944B-73647886E772}"/>
          </ac:spMkLst>
        </pc:spChg>
        <pc:picChg chg="mod">
          <ac:chgData name="Trong-Thuc Hoang" userId="74af82dad18fbf6c" providerId="LiveId" clId="{8372D42A-D0C1-4E4C-865A-97CA549E688F}" dt="2021-09-28T18:01:16.802" v="662" actId="1076"/>
          <ac:picMkLst>
            <pc:docMk/>
            <pc:sldMk cId="1875431218" sldId="427"/>
            <ac:picMk id="3" creationId="{84D05E83-D716-4D10-A452-9CFA9C97C143}"/>
          </ac:picMkLst>
        </pc:picChg>
      </pc:sldChg>
      <pc:sldChg chg="addSp delSp modSp add mod">
        <pc:chgData name="Trong-Thuc Hoang" userId="74af82dad18fbf6c" providerId="LiveId" clId="{8372D42A-D0C1-4E4C-865A-97CA549E688F}" dt="2021-09-29T02:39:13.791" v="2363" actId="1076"/>
        <pc:sldMkLst>
          <pc:docMk/>
          <pc:sldMk cId="4128233178" sldId="428"/>
        </pc:sldMkLst>
        <pc:spChg chg="del">
          <ac:chgData name="Trong-Thuc Hoang" userId="74af82dad18fbf6c" providerId="LiveId" clId="{8372D42A-D0C1-4E4C-865A-97CA549E688F}" dt="2021-09-28T18:01:51.381" v="671" actId="478"/>
          <ac:spMkLst>
            <pc:docMk/>
            <pc:sldMk cId="4128233178" sldId="428"/>
            <ac:spMk id="5" creationId="{F7855ACE-6A94-4D19-8E9E-146ED26D40B0}"/>
          </ac:spMkLst>
        </pc:spChg>
        <pc:spChg chg="del mod">
          <ac:chgData name="Trong-Thuc Hoang" userId="74af82dad18fbf6c" providerId="LiveId" clId="{8372D42A-D0C1-4E4C-865A-97CA549E688F}" dt="2021-09-28T18:02:08.994" v="674" actId="478"/>
          <ac:spMkLst>
            <pc:docMk/>
            <pc:sldMk cId="4128233178" sldId="428"/>
            <ac:spMk id="8" creationId="{51867311-569B-4619-9C86-F78A60E0E300}"/>
          </ac:spMkLst>
        </pc:spChg>
        <pc:spChg chg="mod">
          <ac:chgData name="Trong-Thuc Hoang" userId="74af82dad18fbf6c" providerId="LiveId" clId="{8372D42A-D0C1-4E4C-865A-97CA549E688F}" dt="2021-09-29T02:39:11.233" v="2362" actId="1076"/>
          <ac:spMkLst>
            <pc:docMk/>
            <pc:sldMk cId="4128233178" sldId="428"/>
            <ac:spMk id="9" creationId="{14CABBD3-F2A5-4AE0-944B-73647886E772}"/>
          </ac:spMkLst>
        </pc:spChg>
        <pc:spChg chg="add mod">
          <ac:chgData name="Trong-Thuc Hoang" userId="74af82dad18fbf6c" providerId="LiveId" clId="{8372D42A-D0C1-4E4C-865A-97CA549E688F}" dt="2021-09-29T02:39:13.791" v="2363" actId="1076"/>
          <ac:spMkLst>
            <pc:docMk/>
            <pc:sldMk cId="4128233178" sldId="428"/>
            <ac:spMk id="12" creationId="{16042B2D-5D9A-46EE-A0A4-DB9911D8D584}"/>
          </ac:spMkLst>
        </pc:spChg>
        <pc:spChg chg="add del mod">
          <ac:chgData name="Trong-Thuc Hoang" userId="74af82dad18fbf6c" providerId="LiveId" clId="{8372D42A-D0C1-4E4C-865A-97CA549E688F}" dt="2021-09-28T19:44:06.379" v="894" actId="478"/>
          <ac:spMkLst>
            <pc:docMk/>
            <pc:sldMk cId="4128233178" sldId="428"/>
            <ac:spMk id="13" creationId="{17E73A47-A39E-4070-B8B7-E6FBBB317ED8}"/>
          </ac:spMkLst>
        </pc:spChg>
        <pc:picChg chg="del">
          <ac:chgData name="Trong-Thuc Hoang" userId="74af82dad18fbf6c" providerId="LiveId" clId="{8372D42A-D0C1-4E4C-865A-97CA549E688F}" dt="2021-09-28T18:01:43.983" v="668" actId="478"/>
          <ac:picMkLst>
            <pc:docMk/>
            <pc:sldMk cId="4128233178" sldId="428"/>
            <ac:picMk id="3" creationId="{84D05E83-D716-4D10-A452-9CFA9C97C143}"/>
          </ac:picMkLst>
        </pc:picChg>
        <pc:picChg chg="add mod ord">
          <ac:chgData name="Trong-Thuc Hoang" userId="74af82dad18fbf6c" providerId="LiveId" clId="{8372D42A-D0C1-4E4C-865A-97CA549E688F}" dt="2021-09-28T18:01:47.403" v="670" actId="167"/>
          <ac:picMkLst>
            <pc:docMk/>
            <pc:sldMk cId="4128233178" sldId="428"/>
            <ac:picMk id="11" creationId="{745F1B78-7FC7-4742-9B8C-F8D82A180397}"/>
          </ac:picMkLst>
        </pc:picChg>
      </pc:sldChg>
      <pc:sldChg chg="modSp add mod">
        <pc:chgData name="Trong-Thuc Hoang" userId="74af82dad18fbf6c" providerId="LiveId" clId="{8372D42A-D0C1-4E4C-865A-97CA549E688F}" dt="2021-09-28T19:43:06.009" v="877" actId="20577"/>
        <pc:sldMkLst>
          <pc:docMk/>
          <pc:sldMk cId="557860979" sldId="429"/>
        </pc:sldMkLst>
        <pc:spChg chg="mod">
          <ac:chgData name="Trong-Thuc Hoang" userId="74af82dad18fbf6c" providerId="LiveId" clId="{8372D42A-D0C1-4E4C-865A-97CA549E688F}" dt="2021-09-28T19:43:06.009" v="877" actId="20577"/>
          <ac:spMkLst>
            <pc:docMk/>
            <pc:sldMk cId="557860979" sldId="429"/>
            <ac:spMk id="40" creationId="{00000000-0000-0000-0000-000000000000}"/>
          </ac:spMkLst>
        </pc:spChg>
      </pc:sldChg>
      <pc:sldChg chg="addSp delSp modSp add mod">
        <pc:chgData name="Trong-Thuc Hoang" userId="74af82dad18fbf6c" providerId="LiveId" clId="{8372D42A-D0C1-4E4C-865A-97CA549E688F}" dt="2021-09-28T21:00:01.520" v="2361" actId="20577"/>
        <pc:sldMkLst>
          <pc:docMk/>
          <pc:sldMk cId="3060954198" sldId="430"/>
        </pc:sldMkLst>
        <pc:spChg chg="mod">
          <ac:chgData name="Trong-Thuc Hoang" userId="74af82dad18fbf6c" providerId="LiveId" clId="{8372D42A-D0C1-4E4C-865A-97CA549E688F}" dt="2021-09-28T21:00:01.520" v="2361" actId="20577"/>
          <ac:spMkLst>
            <pc:docMk/>
            <pc:sldMk cId="3060954198" sldId="430"/>
            <ac:spMk id="9" creationId="{14CABBD3-F2A5-4AE0-944B-73647886E772}"/>
          </ac:spMkLst>
        </pc:spChg>
        <pc:spChg chg="mod">
          <ac:chgData name="Trong-Thuc Hoang" userId="74af82dad18fbf6c" providerId="LiveId" clId="{8372D42A-D0C1-4E4C-865A-97CA549E688F}" dt="2021-09-28T19:46:18.447" v="1017" actId="1076"/>
          <ac:spMkLst>
            <pc:docMk/>
            <pc:sldMk cId="3060954198" sldId="430"/>
            <ac:spMk id="12" creationId="{16042B2D-5D9A-46EE-A0A4-DB9911D8D584}"/>
          </ac:spMkLst>
        </pc:spChg>
        <pc:picChg chg="add mod ord">
          <ac:chgData name="Trong-Thuc Hoang" userId="74af82dad18fbf6c" providerId="LiveId" clId="{8372D42A-D0C1-4E4C-865A-97CA549E688F}" dt="2021-09-28T19:49:15.635" v="1228" actId="1076"/>
          <ac:picMkLst>
            <pc:docMk/>
            <pc:sldMk cId="3060954198" sldId="430"/>
            <ac:picMk id="3" creationId="{47EC3837-E076-4FA1-9E22-8A005EED23BD}"/>
          </ac:picMkLst>
        </pc:picChg>
        <pc:picChg chg="del">
          <ac:chgData name="Trong-Thuc Hoang" userId="74af82dad18fbf6c" providerId="LiveId" clId="{8372D42A-D0C1-4E4C-865A-97CA549E688F}" dt="2021-09-28T19:45:25.389" v="1004" actId="478"/>
          <ac:picMkLst>
            <pc:docMk/>
            <pc:sldMk cId="3060954198" sldId="430"/>
            <ac:picMk id="11" creationId="{745F1B78-7FC7-4742-9B8C-F8D82A180397}"/>
          </ac:picMkLst>
        </pc:picChg>
      </pc:sldChg>
      <pc:sldChg chg="addSp delSp modSp add mod">
        <pc:chgData name="Trong-Thuc Hoang" userId="74af82dad18fbf6c" providerId="LiveId" clId="{8372D42A-D0C1-4E4C-865A-97CA549E688F}" dt="2021-09-28T19:56:51.068" v="1692" actId="478"/>
        <pc:sldMkLst>
          <pc:docMk/>
          <pc:sldMk cId="3468509138" sldId="431"/>
        </pc:sldMkLst>
        <pc:spChg chg="add del mod">
          <ac:chgData name="Trong-Thuc Hoang" userId="74af82dad18fbf6c" providerId="LiveId" clId="{8372D42A-D0C1-4E4C-865A-97CA549E688F}" dt="2021-09-28T19:56:51.068" v="1692" actId="478"/>
          <ac:spMkLst>
            <pc:docMk/>
            <pc:sldMk cId="3468509138" sldId="431"/>
            <ac:spMk id="4" creationId="{EFF45110-C4F8-4E83-8F0C-C90AD238626F}"/>
          </ac:spMkLst>
        </pc:spChg>
        <pc:spChg chg="del mod">
          <ac:chgData name="Trong-Thuc Hoang" userId="74af82dad18fbf6c" providerId="LiveId" clId="{8372D42A-D0C1-4E4C-865A-97CA549E688F}" dt="2021-09-28T19:50:24.212" v="1260" actId="478"/>
          <ac:spMkLst>
            <pc:docMk/>
            <pc:sldMk cId="3468509138" sldId="431"/>
            <ac:spMk id="5" creationId="{F7855ACE-6A94-4D19-8E9E-146ED26D40B0}"/>
          </ac:spMkLst>
        </pc:spChg>
        <pc:spChg chg="mod">
          <ac:chgData name="Trong-Thuc Hoang" userId="74af82dad18fbf6c" providerId="LiveId" clId="{8372D42A-D0C1-4E4C-865A-97CA549E688F}" dt="2021-09-28T19:49:55.756" v="1250" actId="20577"/>
          <ac:spMkLst>
            <pc:docMk/>
            <pc:sldMk cId="3468509138" sldId="431"/>
            <ac:spMk id="10" creationId="{CB76DC60-C0C9-436D-8956-EE4CA394869E}"/>
          </ac:spMkLst>
        </pc:spChg>
        <pc:picChg chg="add mod ord">
          <ac:chgData name="Trong-Thuc Hoang" userId="74af82dad18fbf6c" providerId="LiveId" clId="{8372D42A-D0C1-4E4C-865A-97CA549E688F}" dt="2021-09-28T19:50:19.509" v="1258" actId="1076"/>
          <ac:picMkLst>
            <pc:docMk/>
            <pc:sldMk cId="3468509138" sldId="431"/>
            <ac:picMk id="3" creationId="{798F6911-2945-4A2F-90D7-310E4B442C4C}"/>
          </ac:picMkLst>
        </pc:picChg>
      </pc:sldChg>
      <pc:sldChg chg="addSp modSp add mod">
        <pc:chgData name="Trong-Thuc Hoang" userId="74af82dad18fbf6c" providerId="LiveId" clId="{8372D42A-D0C1-4E4C-865A-97CA549E688F}" dt="2021-09-30T17:56:10.644" v="5529" actId="6549"/>
        <pc:sldMkLst>
          <pc:docMk/>
          <pc:sldMk cId="2967571690" sldId="432"/>
        </pc:sldMkLst>
        <pc:spChg chg="mod">
          <ac:chgData name="Trong-Thuc Hoang" userId="74af82dad18fbf6c" providerId="LiveId" clId="{8372D42A-D0C1-4E4C-865A-97CA549E688F}" dt="2021-09-30T17:56:10.644" v="5529" actId="6549"/>
          <ac:spMkLst>
            <pc:docMk/>
            <pc:sldMk cId="2967571690" sldId="432"/>
            <ac:spMk id="5" creationId="{F7855ACE-6A94-4D19-8E9E-146ED26D40B0}"/>
          </ac:spMkLst>
        </pc:spChg>
        <pc:spChg chg="add mod">
          <ac:chgData name="Trong-Thuc Hoang" userId="74af82dad18fbf6c" providerId="LiveId" clId="{8372D42A-D0C1-4E4C-865A-97CA549E688F}" dt="2021-09-28T19:55:01.726" v="1662" actId="14100"/>
          <ac:spMkLst>
            <pc:docMk/>
            <pc:sldMk cId="2967571690" sldId="432"/>
            <ac:spMk id="8" creationId="{18955937-9543-4EE6-8BDD-B9ACD91302C5}"/>
          </ac:spMkLst>
        </pc:spChg>
        <pc:spChg chg="add mod">
          <ac:chgData name="Trong-Thuc Hoang" userId="74af82dad18fbf6c" providerId="LiveId" clId="{8372D42A-D0C1-4E4C-865A-97CA549E688F}" dt="2021-09-28T19:55:13.038" v="1668" actId="14100"/>
          <ac:spMkLst>
            <pc:docMk/>
            <pc:sldMk cId="2967571690" sldId="432"/>
            <ac:spMk id="9" creationId="{DF86E970-0155-487D-9B7A-789CF4D89C75}"/>
          </ac:spMkLst>
        </pc:spChg>
        <pc:spChg chg="add mod">
          <ac:chgData name="Trong-Thuc Hoang" userId="74af82dad18fbf6c" providerId="LiveId" clId="{8372D42A-D0C1-4E4C-865A-97CA549E688F}" dt="2021-09-28T19:56:11.457" v="1691" actId="1076"/>
          <ac:spMkLst>
            <pc:docMk/>
            <pc:sldMk cId="2967571690" sldId="432"/>
            <ac:spMk id="11" creationId="{B31F4E7B-0FF7-42D8-9948-6F8349D25DDA}"/>
          </ac:spMkLst>
        </pc:spChg>
        <pc:spChg chg="add mod">
          <ac:chgData name="Trong-Thuc Hoang" userId="74af82dad18fbf6c" providerId="LiveId" clId="{8372D42A-D0C1-4E4C-865A-97CA549E688F}" dt="2021-09-28T19:55:56.008" v="1686" actId="113"/>
          <ac:spMkLst>
            <pc:docMk/>
            <pc:sldMk cId="2967571690" sldId="432"/>
            <ac:spMk id="12" creationId="{4BAEBE83-683F-4817-BAAC-B84660C34A1F}"/>
          </ac:spMkLst>
        </pc:spChg>
        <pc:picChg chg="mod">
          <ac:chgData name="Trong-Thuc Hoang" userId="74af82dad18fbf6c" providerId="LiveId" clId="{8372D42A-D0C1-4E4C-865A-97CA549E688F}" dt="2021-09-28T19:54:23.489" v="1651" actId="1076"/>
          <ac:picMkLst>
            <pc:docMk/>
            <pc:sldMk cId="2967571690" sldId="432"/>
            <ac:picMk id="3" creationId="{798F6911-2945-4A2F-90D7-310E4B442C4C}"/>
          </ac:picMkLst>
        </pc:picChg>
      </pc:sldChg>
      <pc:sldChg chg="addSp delSp modSp add mod">
        <pc:chgData name="Trong-Thuc Hoang" userId="74af82dad18fbf6c" providerId="LiveId" clId="{8372D42A-D0C1-4E4C-865A-97CA549E688F}" dt="2021-09-29T02:40:33.072" v="2382"/>
        <pc:sldMkLst>
          <pc:docMk/>
          <pc:sldMk cId="785919542" sldId="433"/>
        </pc:sldMkLst>
        <pc:spChg chg="mod">
          <ac:chgData name="Trong-Thuc Hoang" userId="74af82dad18fbf6c" providerId="LiveId" clId="{8372D42A-D0C1-4E4C-865A-97CA549E688F}" dt="2021-09-29T02:40:33.072" v="2382"/>
          <ac:spMkLst>
            <pc:docMk/>
            <pc:sldMk cId="785919542" sldId="433"/>
            <ac:spMk id="5" creationId="{F7855ACE-6A94-4D19-8E9E-146ED26D40B0}"/>
          </ac:spMkLst>
        </pc:spChg>
        <pc:spChg chg="mod">
          <ac:chgData name="Trong-Thuc Hoang" userId="74af82dad18fbf6c" providerId="LiveId" clId="{8372D42A-D0C1-4E4C-865A-97CA549E688F}" dt="2021-09-28T19:57:26.106" v="1704" actId="14100"/>
          <ac:spMkLst>
            <pc:docMk/>
            <pc:sldMk cId="785919542" sldId="433"/>
            <ac:spMk id="8" creationId="{18955937-9543-4EE6-8BDD-B9ACD91302C5}"/>
          </ac:spMkLst>
        </pc:spChg>
        <pc:spChg chg="del">
          <ac:chgData name="Trong-Thuc Hoang" userId="74af82dad18fbf6c" providerId="LiveId" clId="{8372D42A-D0C1-4E4C-865A-97CA549E688F}" dt="2021-09-28T19:57:00.285" v="1695" actId="478"/>
          <ac:spMkLst>
            <pc:docMk/>
            <pc:sldMk cId="785919542" sldId="433"/>
            <ac:spMk id="9" creationId="{DF86E970-0155-487D-9B7A-789CF4D89C75}"/>
          </ac:spMkLst>
        </pc:spChg>
        <pc:spChg chg="del mod">
          <ac:chgData name="Trong-Thuc Hoang" userId="74af82dad18fbf6c" providerId="LiveId" clId="{8372D42A-D0C1-4E4C-865A-97CA549E688F}" dt="2021-09-28T19:57:07.701" v="1697" actId="478"/>
          <ac:spMkLst>
            <pc:docMk/>
            <pc:sldMk cId="785919542" sldId="433"/>
            <ac:spMk id="11" creationId="{B31F4E7B-0FF7-42D8-9948-6F8349D25DDA}"/>
          </ac:spMkLst>
        </pc:spChg>
        <pc:spChg chg="mod">
          <ac:chgData name="Trong-Thuc Hoang" userId="74af82dad18fbf6c" providerId="LiveId" clId="{8372D42A-D0C1-4E4C-865A-97CA549E688F}" dt="2021-09-28T19:57:35.159" v="1706" actId="1076"/>
          <ac:spMkLst>
            <pc:docMk/>
            <pc:sldMk cId="785919542" sldId="433"/>
            <ac:spMk id="12" creationId="{4BAEBE83-683F-4817-BAAC-B84660C34A1F}"/>
          </ac:spMkLst>
        </pc:spChg>
        <pc:spChg chg="add mod">
          <ac:chgData name="Trong-Thuc Hoang" userId="74af82dad18fbf6c" providerId="LiveId" clId="{8372D42A-D0C1-4E4C-865A-97CA549E688F}" dt="2021-09-28T19:58:21.477" v="1717" actId="1076"/>
          <ac:spMkLst>
            <pc:docMk/>
            <pc:sldMk cId="785919542" sldId="433"/>
            <ac:spMk id="13" creationId="{2BC5C378-5B9A-43E6-89F8-AB921BCB44BB}"/>
          </ac:spMkLst>
        </pc:spChg>
        <pc:spChg chg="add mod">
          <ac:chgData name="Trong-Thuc Hoang" userId="74af82dad18fbf6c" providerId="LiveId" clId="{8372D42A-D0C1-4E4C-865A-97CA549E688F}" dt="2021-09-28T19:59:53.430" v="1752" actId="1582"/>
          <ac:spMkLst>
            <pc:docMk/>
            <pc:sldMk cId="785919542" sldId="433"/>
            <ac:spMk id="19" creationId="{853FFAD3-ED8F-4319-9830-1DDBF3501302}"/>
          </ac:spMkLst>
        </pc:spChg>
        <pc:picChg chg="mod">
          <ac:chgData name="Trong-Thuc Hoang" userId="74af82dad18fbf6c" providerId="LiveId" clId="{8372D42A-D0C1-4E4C-865A-97CA549E688F}" dt="2021-09-28T19:57:09.950" v="1699" actId="1076"/>
          <ac:picMkLst>
            <pc:docMk/>
            <pc:sldMk cId="785919542" sldId="433"/>
            <ac:picMk id="3" creationId="{798F6911-2945-4A2F-90D7-310E4B442C4C}"/>
          </ac:picMkLst>
        </pc:picChg>
        <pc:cxnChg chg="add mod">
          <ac:chgData name="Trong-Thuc Hoang" userId="74af82dad18fbf6c" providerId="LiveId" clId="{8372D42A-D0C1-4E4C-865A-97CA549E688F}" dt="2021-09-28T19:58:31.618" v="1721" actId="1076"/>
          <ac:cxnSpMkLst>
            <pc:docMk/>
            <pc:sldMk cId="785919542" sldId="433"/>
            <ac:cxnSpMk id="4" creationId="{B803F59A-6FAF-4989-8AF7-0C2FD2BF0B28}"/>
          </ac:cxnSpMkLst>
        </pc:cxnChg>
        <pc:cxnChg chg="add mod">
          <ac:chgData name="Trong-Thuc Hoang" userId="74af82dad18fbf6c" providerId="LiveId" clId="{8372D42A-D0C1-4E4C-865A-97CA549E688F}" dt="2021-09-28T19:58:57.691" v="1726" actId="14100"/>
          <ac:cxnSpMkLst>
            <pc:docMk/>
            <pc:sldMk cId="785919542" sldId="433"/>
            <ac:cxnSpMk id="7" creationId="{C263C378-CF58-415E-821B-05D6BDB52011}"/>
          </ac:cxnSpMkLst>
        </pc:cxnChg>
      </pc:sldChg>
      <pc:sldChg chg="add del">
        <pc:chgData name="Trong-Thuc Hoang" userId="74af82dad18fbf6c" providerId="LiveId" clId="{8372D42A-D0C1-4E4C-865A-97CA549E688F}" dt="2021-09-30T17:21:45.810" v="3871" actId="47"/>
        <pc:sldMkLst>
          <pc:docMk/>
          <pc:sldMk cId="1803014258" sldId="434"/>
        </pc:sldMkLst>
      </pc:sldChg>
      <pc:sldChg chg="delSp modSp add mod">
        <pc:chgData name="Trong-Thuc Hoang" userId="74af82dad18fbf6c" providerId="LiveId" clId="{8372D42A-D0C1-4E4C-865A-97CA549E688F}" dt="2021-09-30T17:27:21.232" v="4229" actId="14100"/>
        <pc:sldMkLst>
          <pc:docMk/>
          <pc:sldMk cId="390649157" sldId="435"/>
        </pc:sldMkLst>
        <pc:spChg chg="mod">
          <ac:chgData name="Trong-Thuc Hoang" userId="74af82dad18fbf6c" providerId="LiveId" clId="{8372D42A-D0C1-4E4C-865A-97CA549E688F}" dt="2021-09-30T17:19:42.686" v="3691" actId="207"/>
          <ac:spMkLst>
            <pc:docMk/>
            <pc:sldMk cId="390649157" sldId="435"/>
            <ac:spMk id="13" creationId="{D37E89E8-D26B-4F6E-ABA1-4DF09507A5D2}"/>
          </ac:spMkLst>
        </pc:spChg>
        <pc:spChg chg="mod">
          <ac:chgData name="Trong-Thuc Hoang" userId="74af82dad18fbf6c" providerId="LiveId" clId="{8372D42A-D0C1-4E4C-865A-97CA549E688F}" dt="2021-09-30T17:27:21.232" v="4229" actId="14100"/>
          <ac:spMkLst>
            <pc:docMk/>
            <pc:sldMk cId="390649157" sldId="435"/>
            <ac:spMk id="15" creationId="{90AEFB8B-4418-40EF-85BE-10955C311760}"/>
          </ac:spMkLst>
        </pc:spChg>
        <pc:spChg chg="del">
          <ac:chgData name="Trong-Thuc Hoang" userId="74af82dad18fbf6c" providerId="LiveId" clId="{8372D42A-D0C1-4E4C-865A-97CA549E688F}" dt="2021-09-30T17:15:35.393" v="3384" actId="478"/>
          <ac:spMkLst>
            <pc:docMk/>
            <pc:sldMk cId="390649157" sldId="435"/>
            <ac:spMk id="55" creationId="{036CEE61-4909-47C5-8747-E0B65530ACA5}"/>
          </ac:spMkLst>
        </pc:spChg>
        <pc:spChg chg="del">
          <ac:chgData name="Trong-Thuc Hoang" userId="74af82dad18fbf6c" providerId="LiveId" clId="{8372D42A-D0C1-4E4C-865A-97CA549E688F}" dt="2021-09-30T17:15:26.542" v="3381" actId="478"/>
          <ac:spMkLst>
            <pc:docMk/>
            <pc:sldMk cId="390649157" sldId="435"/>
            <ac:spMk id="56" creationId="{A264AEBD-0A81-44F6-9D04-B374D6FAD332}"/>
          </ac:spMkLst>
        </pc:spChg>
        <pc:spChg chg="del">
          <ac:chgData name="Trong-Thuc Hoang" userId="74af82dad18fbf6c" providerId="LiveId" clId="{8372D42A-D0C1-4E4C-865A-97CA549E688F}" dt="2021-09-30T17:15:23.993" v="3380" actId="478"/>
          <ac:spMkLst>
            <pc:docMk/>
            <pc:sldMk cId="390649157" sldId="435"/>
            <ac:spMk id="58" creationId="{6F77F7B9-6A58-4F9F-809A-81CD728ADA52}"/>
          </ac:spMkLst>
        </pc:spChg>
        <pc:spChg chg="del">
          <ac:chgData name="Trong-Thuc Hoang" userId="74af82dad18fbf6c" providerId="LiveId" clId="{8372D42A-D0C1-4E4C-865A-97CA549E688F}" dt="2021-09-30T17:15:26.542" v="3381" actId="478"/>
          <ac:spMkLst>
            <pc:docMk/>
            <pc:sldMk cId="390649157" sldId="435"/>
            <ac:spMk id="59" creationId="{80A12C25-44B3-48A9-903F-18B9B234F999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60" creationId="{E608D1AA-2941-4B61-AA61-779EC36EF8A7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67" creationId="{0FE8C50E-DA81-4CA9-AF43-CC1E323C2556}"/>
          </ac:spMkLst>
        </pc:spChg>
        <pc:spChg chg="del">
          <ac:chgData name="Trong-Thuc Hoang" userId="74af82dad18fbf6c" providerId="LiveId" clId="{8372D42A-D0C1-4E4C-865A-97CA549E688F}" dt="2021-09-30T17:15:23.993" v="3380" actId="478"/>
          <ac:spMkLst>
            <pc:docMk/>
            <pc:sldMk cId="390649157" sldId="435"/>
            <ac:spMk id="70" creationId="{E17B7F04-087A-4F10-B8D1-BA831F43B745}"/>
          </ac:spMkLst>
        </pc:spChg>
        <pc:spChg chg="del">
          <ac:chgData name="Trong-Thuc Hoang" userId="74af82dad18fbf6c" providerId="LiveId" clId="{8372D42A-D0C1-4E4C-865A-97CA549E688F}" dt="2021-09-30T17:15:18.427" v="3376" actId="478"/>
          <ac:spMkLst>
            <pc:docMk/>
            <pc:sldMk cId="390649157" sldId="435"/>
            <ac:spMk id="71" creationId="{35839DFD-570C-4643-BE6F-5CBB364B8630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74" creationId="{C2A89031-861B-43CC-9124-F9758159E441}"/>
          </ac:spMkLst>
        </pc:spChg>
        <pc:spChg chg="del mod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76" creationId="{97F0BEC0-88A0-41DB-B235-20CFFACC03C0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81" creationId="{E5884A9D-7A36-4A44-A915-03DA52F5E0A2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93" creationId="{AF49A075-12CD-45EA-B242-01EA745A9750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98" creationId="{3DC2396B-8E56-4687-AB86-7E5FD1047720}"/>
          </ac:spMkLst>
        </pc:spChg>
        <pc:spChg chg="del">
          <ac:chgData name="Trong-Thuc Hoang" userId="74af82dad18fbf6c" providerId="LiveId" clId="{8372D42A-D0C1-4E4C-865A-97CA549E688F}" dt="2021-09-30T17:15:23.993" v="3380" actId="478"/>
          <ac:spMkLst>
            <pc:docMk/>
            <pc:sldMk cId="390649157" sldId="435"/>
            <ac:spMk id="99" creationId="{A6DCB00C-1559-4EA1-AF51-C4124AA60176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102" creationId="{3C080CD5-6B48-4C8C-B7FE-D06541C5F284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103" creationId="{F100CD1F-DDFA-42EA-8A99-191A02EA757A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105" creationId="{C4DEEAEA-46DA-466D-A3A4-00D24190A969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106" creationId="{EA5548A5-EC4F-4544-AC78-9C2DB40BB739}"/>
          </ac:spMkLst>
        </pc:spChg>
        <pc:spChg chg="del">
          <ac:chgData name="Trong-Thuc Hoang" userId="74af82dad18fbf6c" providerId="LiveId" clId="{8372D42A-D0C1-4E4C-865A-97CA549E688F}" dt="2021-09-30T17:15:28.162" v="3382" actId="478"/>
          <ac:spMkLst>
            <pc:docMk/>
            <pc:sldMk cId="390649157" sldId="435"/>
            <ac:spMk id="111" creationId="{AD7A6478-60A1-43D5-9087-9236D9497E86}"/>
          </ac:spMkLst>
        </pc:spChg>
        <pc:cxnChg chg="del">
          <ac:chgData name="Trong-Thuc Hoang" userId="74af82dad18fbf6c" providerId="LiveId" clId="{8372D42A-D0C1-4E4C-865A-97CA549E688F}" dt="2021-09-30T17:15:29.491" v="3383" actId="478"/>
          <ac:cxnSpMkLst>
            <pc:docMk/>
            <pc:sldMk cId="390649157" sldId="435"/>
            <ac:cxnSpMk id="9" creationId="{24D3AFC3-A6B2-4EA9-9D83-6CD81C2D6A24}"/>
          </ac:cxnSpMkLst>
        </pc:cxnChg>
        <pc:cxnChg chg="del">
          <ac:chgData name="Trong-Thuc Hoang" userId="74af82dad18fbf6c" providerId="LiveId" clId="{8372D42A-D0C1-4E4C-865A-97CA549E688F}" dt="2021-09-30T17:15:22.483" v="3379" actId="478"/>
          <ac:cxnSpMkLst>
            <pc:docMk/>
            <pc:sldMk cId="390649157" sldId="435"/>
            <ac:cxnSpMk id="54" creationId="{C35F91D4-803B-47D1-A0FB-BDB7505BC9EB}"/>
          </ac:cxnSpMkLst>
        </pc:cxnChg>
        <pc:cxnChg chg="del mod">
          <ac:chgData name="Trong-Thuc Hoang" userId="74af82dad18fbf6c" providerId="LiveId" clId="{8372D42A-D0C1-4E4C-865A-97CA549E688F}" dt="2021-09-30T17:15:23.993" v="3380" actId="478"/>
          <ac:cxnSpMkLst>
            <pc:docMk/>
            <pc:sldMk cId="390649157" sldId="435"/>
            <ac:cxnSpMk id="57" creationId="{A58DB654-19E9-4184-8166-87644AF84146}"/>
          </ac:cxnSpMkLst>
        </pc:cxnChg>
        <pc:cxnChg chg="del mod">
          <ac:chgData name="Trong-Thuc Hoang" userId="74af82dad18fbf6c" providerId="LiveId" clId="{8372D42A-D0C1-4E4C-865A-97CA549E688F}" dt="2021-09-30T17:15:26.542" v="3381" actId="478"/>
          <ac:cxnSpMkLst>
            <pc:docMk/>
            <pc:sldMk cId="390649157" sldId="435"/>
            <ac:cxnSpMk id="65" creationId="{C441BE28-F25E-45BD-A41E-2B54912EF466}"/>
          </ac:cxnSpMkLst>
        </pc:cxnChg>
        <pc:cxnChg chg="del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68" creationId="{3CD03CA5-A527-4BB0-BA75-0B8D4F5F59B1}"/>
          </ac:cxnSpMkLst>
        </pc:cxnChg>
        <pc:cxnChg chg="del">
          <ac:chgData name="Trong-Thuc Hoang" userId="74af82dad18fbf6c" providerId="LiveId" clId="{8372D42A-D0C1-4E4C-865A-97CA549E688F}" dt="2021-09-30T17:15:16.108" v="3374" actId="478"/>
          <ac:cxnSpMkLst>
            <pc:docMk/>
            <pc:sldMk cId="390649157" sldId="435"/>
            <ac:cxnSpMk id="69" creationId="{64310648-8FC2-4D91-99F6-B3FAD5711380}"/>
          </ac:cxnSpMkLst>
        </pc:cxnChg>
        <pc:cxnChg chg="del mod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75" creationId="{7EB4F8C8-88D3-4B50-817B-B0A799FD57CB}"/>
          </ac:cxnSpMkLst>
        </pc:cxnChg>
        <pc:cxnChg chg="del mod">
          <ac:chgData name="Trong-Thuc Hoang" userId="74af82dad18fbf6c" providerId="LiveId" clId="{8372D42A-D0C1-4E4C-865A-97CA549E688F}" dt="2021-09-30T17:15:23.993" v="3380" actId="478"/>
          <ac:cxnSpMkLst>
            <pc:docMk/>
            <pc:sldMk cId="390649157" sldId="435"/>
            <ac:cxnSpMk id="92" creationId="{E4056D8B-F6D7-420C-982F-2CCD2C1AC8E9}"/>
          </ac:cxnSpMkLst>
        </pc:cxnChg>
        <pc:cxnChg chg="del mod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100" creationId="{39249C0B-742B-4AAB-AE35-A5D5EAD3BB8B}"/>
          </ac:cxnSpMkLst>
        </pc:cxnChg>
        <pc:cxnChg chg="del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104" creationId="{FFDDA8C1-07E2-491D-A131-BCA105B98B75}"/>
          </ac:cxnSpMkLst>
        </pc:cxnChg>
        <pc:cxnChg chg="del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107" creationId="{8DED88BB-8D29-4384-8DB8-1DBC110F524F}"/>
          </ac:cxnSpMkLst>
        </pc:cxnChg>
        <pc:cxnChg chg="del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108" creationId="{8AAFF0B4-767C-4101-9448-C315EE4CEF38}"/>
          </ac:cxnSpMkLst>
        </pc:cxnChg>
        <pc:cxnChg chg="del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113" creationId="{7410CD16-C658-436E-954F-C3369861267D}"/>
          </ac:cxnSpMkLst>
        </pc:cxnChg>
        <pc:cxnChg chg="del">
          <ac:chgData name="Trong-Thuc Hoang" userId="74af82dad18fbf6c" providerId="LiveId" clId="{8372D42A-D0C1-4E4C-865A-97CA549E688F}" dt="2021-09-30T17:15:17.425" v="3375" actId="478"/>
          <ac:cxnSpMkLst>
            <pc:docMk/>
            <pc:sldMk cId="390649157" sldId="435"/>
            <ac:cxnSpMk id="117" creationId="{40A0755F-76A4-4A95-988E-E575B90DCB7C}"/>
          </ac:cxnSpMkLst>
        </pc:cxnChg>
      </pc:sldChg>
      <pc:sldChg chg="delSp modSp add mod">
        <pc:chgData name="Trong-Thuc Hoang" userId="74af82dad18fbf6c" providerId="LiveId" clId="{8372D42A-D0C1-4E4C-865A-97CA549E688F}" dt="2021-09-30T17:51:23.252" v="5361" actId="14100"/>
        <pc:sldMkLst>
          <pc:docMk/>
          <pc:sldMk cId="187343156" sldId="436"/>
        </pc:sldMkLst>
        <pc:spChg chg="mod">
          <ac:chgData name="Trong-Thuc Hoang" userId="74af82dad18fbf6c" providerId="LiveId" clId="{8372D42A-D0C1-4E4C-865A-97CA549E688F}" dt="2021-09-30T17:51:23.252" v="5361" actId="14100"/>
          <ac:spMkLst>
            <pc:docMk/>
            <pc:sldMk cId="187343156" sldId="436"/>
            <ac:spMk id="15" creationId="{90AEFB8B-4418-40EF-85BE-10955C311760}"/>
          </ac:spMkLst>
        </pc:spChg>
        <pc:spChg chg="mod">
          <ac:chgData name="Trong-Thuc Hoang" userId="74af82dad18fbf6c" providerId="LiveId" clId="{8372D42A-D0C1-4E4C-865A-97CA549E688F}" dt="2021-09-30T17:24:17.785" v="4068" actId="207"/>
          <ac:spMkLst>
            <pc:docMk/>
            <pc:sldMk cId="187343156" sldId="436"/>
            <ac:spMk id="60" creationId="{E608D1AA-2941-4B61-AA61-779EC36EF8A7}"/>
          </ac:spMkLst>
        </pc:spChg>
        <pc:spChg chg="del">
          <ac:chgData name="Trong-Thuc Hoang" userId="74af82dad18fbf6c" providerId="LiveId" clId="{8372D42A-D0C1-4E4C-865A-97CA549E688F}" dt="2021-09-30T17:18:16.738" v="3590" actId="478"/>
          <ac:spMkLst>
            <pc:docMk/>
            <pc:sldMk cId="187343156" sldId="436"/>
            <ac:spMk id="67" creationId="{0FE8C50E-DA81-4CA9-AF43-CC1E323C2556}"/>
          </ac:spMkLst>
        </pc:spChg>
        <pc:spChg chg="del">
          <ac:chgData name="Trong-Thuc Hoang" userId="74af82dad18fbf6c" providerId="LiveId" clId="{8372D42A-D0C1-4E4C-865A-97CA549E688F}" dt="2021-09-30T17:17:35.866" v="3577" actId="478"/>
          <ac:spMkLst>
            <pc:docMk/>
            <pc:sldMk cId="187343156" sldId="436"/>
            <ac:spMk id="70" creationId="{E17B7F04-087A-4F10-B8D1-BA831F43B745}"/>
          </ac:spMkLst>
        </pc:spChg>
        <pc:spChg chg="del">
          <ac:chgData name="Trong-Thuc Hoang" userId="74af82dad18fbf6c" providerId="LiveId" clId="{8372D42A-D0C1-4E4C-865A-97CA549E688F}" dt="2021-09-30T17:18:11.944" v="3586" actId="478"/>
          <ac:spMkLst>
            <pc:docMk/>
            <pc:sldMk cId="187343156" sldId="436"/>
            <ac:spMk id="71" creationId="{35839DFD-570C-4643-BE6F-5CBB364B8630}"/>
          </ac:spMkLst>
        </pc:spChg>
        <pc:spChg chg="del">
          <ac:chgData name="Trong-Thuc Hoang" userId="74af82dad18fbf6c" providerId="LiveId" clId="{8372D42A-D0C1-4E4C-865A-97CA549E688F}" dt="2021-09-30T17:18:14.450" v="3588" actId="478"/>
          <ac:spMkLst>
            <pc:docMk/>
            <pc:sldMk cId="187343156" sldId="436"/>
            <ac:spMk id="74" creationId="{C2A89031-861B-43CC-9124-F9758159E441}"/>
          </ac:spMkLst>
        </pc:spChg>
        <pc:spChg chg="del">
          <ac:chgData name="Trong-Thuc Hoang" userId="74af82dad18fbf6c" providerId="LiveId" clId="{8372D42A-D0C1-4E4C-865A-97CA549E688F}" dt="2021-09-30T17:18:12.784" v="3587" actId="478"/>
          <ac:spMkLst>
            <pc:docMk/>
            <pc:sldMk cId="187343156" sldId="436"/>
            <ac:spMk id="76" creationId="{97F0BEC0-88A0-41DB-B235-20CFFACC03C0}"/>
          </ac:spMkLst>
        </pc:spChg>
        <pc:spChg chg="del">
          <ac:chgData name="Trong-Thuc Hoang" userId="74af82dad18fbf6c" providerId="LiveId" clId="{8372D42A-D0C1-4E4C-865A-97CA549E688F}" dt="2021-09-30T17:17:34.033" v="3575" actId="478"/>
          <ac:spMkLst>
            <pc:docMk/>
            <pc:sldMk cId="187343156" sldId="436"/>
            <ac:spMk id="93" creationId="{AF49A075-12CD-45EA-B242-01EA745A9750}"/>
          </ac:spMkLst>
        </pc:spChg>
        <pc:spChg chg="del">
          <ac:chgData name="Trong-Thuc Hoang" userId="74af82dad18fbf6c" providerId="LiveId" clId="{8372D42A-D0C1-4E4C-865A-97CA549E688F}" dt="2021-09-30T17:17:39.842" v="3581" actId="478"/>
          <ac:spMkLst>
            <pc:docMk/>
            <pc:sldMk cId="187343156" sldId="436"/>
            <ac:spMk id="98" creationId="{3DC2396B-8E56-4687-AB86-7E5FD1047720}"/>
          </ac:spMkLst>
        </pc:spChg>
        <pc:spChg chg="del">
          <ac:chgData name="Trong-Thuc Hoang" userId="74af82dad18fbf6c" providerId="LiveId" clId="{8372D42A-D0C1-4E4C-865A-97CA549E688F}" dt="2021-09-30T17:17:39.071" v="3580" actId="478"/>
          <ac:spMkLst>
            <pc:docMk/>
            <pc:sldMk cId="187343156" sldId="436"/>
            <ac:spMk id="99" creationId="{A6DCB00C-1559-4EA1-AF51-C4124AA60176}"/>
          </ac:spMkLst>
        </pc:spChg>
        <pc:spChg chg="del">
          <ac:chgData name="Trong-Thuc Hoang" userId="74af82dad18fbf6c" providerId="LiveId" clId="{8372D42A-D0C1-4E4C-865A-97CA549E688F}" dt="2021-09-30T17:17:36.583" v="3578" actId="478"/>
          <ac:spMkLst>
            <pc:docMk/>
            <pc:sldMk cId="187343156" sldId="436"/>
            <ac:spMk id="102" creationId="{3C080CD5-6B48-4C8C-B7FE-D06541C5F284}"/>
          </ac:spMkLst>
        </pc:spChg>
        <pc:spChg chg="del">
          <ac:chgData name="Trong-Thuc Hoang" userId="74af82dad18fbf6c" providerId="LiveId" clId="{8372D42A-D0C1-4E4C-865A-97CA549E688F}" dt="2021-09-30T17:17:32.685" v="3573" actId="478"/>
          <ac:spMkLst>
            <pc:docMk/>
            <pc:sldMk cId="187343156" sldId="436"/>
            <ac:spMk id="103" creationId="{F100CD1F-DDFA-42EA-8A99-191A02EA757A}"/>
          </ac:spMkLst>
        </pc:spChg>
        <pc:spChg chg="del">
          <ac:chgData name="Trong-Thuc Hoang" userId="74af82dad18fbf6c" providerId="LiveId" clId="{8372D42A-D0C1-4E4C-865A-97CA549E688F}" dt="2021-09-30T17:17:30.411" v="3570" actId="478"/>
          <ac:spMkLst>
            <pc:docMk/>
            <pc:sldMk cId="187343156" sldId="436"/>
            <ac:spMk id="105" creationId="{C4DEEAEA-46DA-466D-A3A4-00D24190A969}"/>
          </ac:spMkLst>
        </pc:spChg>
        <pc:spChg chg="del">
          <ac:chgData name="Trong-Thuc Hoang" userId="74af82dad18fbf6c" providerId="LiveId" clId="{8372D42A-D0C1-4E4C-865A-97CA549E688F}" dt="2021-09-30T17:17:31.745" v="3572" actId="478"/>
          <ac:spMkLst>
            <pc:docMk/>
            <pc:sldMk cId="187343156" sldId="436"/>
            <ac:spMk id="106" creationId="{EA5548A5-EC4F-4544-AC78-9C2DB40BB739}"/>
          </ac:spMkLst>
        </pc:spChg>
        <pc:spChg chg="del">
          <ac:chgData name="Trong-Thuc Hoang" userId="74af82dad18fbf6c" providerId="LiveId" clId="{8372D42A-D0C1-4E4C-865A-97CA549E688F}" dt="2021-09-30T17:17:29.625" v="3569" actId="478"/>
          <ac:spMkLst>
            <pc:docMk/>
            <pc:sldMk cId="187343156" sldId="436"/>
            <ac:spMk id="111" creationId="{AD7A6478-60A1-43D5-9087-9236D9497E86}"/>
          </ac:spMkLst>
        </pc:spChg>
        <pc:cxnChg chg="del">
          <ac:chgData name="Trong-Thuc Hoang" userId="74af82dad18fbf6c" providerId="LiveId" clId="{8372D42A-D0C1-4E4C-865A-97CA549E688F}" dt="2021-09-30T17:17:26.485" v="3566" actId="478"/>
          <ac:cxnSpMkLst>
            <pc:docMk/>
            <pc:sldMk cId="187343156" sldId="436"/>
            <ac:cxnSpMk id="54" creationId="{C35F91D4-803B-47D1-A0FB-BDB7505BC9EB}"/>
          </ac:cxnSpMkLst>
        </pc:cxnChg>
        <pc:cxnChg chg="del">
          <ac:chgData name="Trong-Thuc Hoang" userId="74af82dad18fbf6c" providerId="LiveId" clId="{8372D42A-D0C1-4E4C-865A-97CA549E688F}" dt="2021-09-30T17:18:18.110" v="3591" actId="478"/>
          <ac:cxnSpMkLst>
            <pc:docMk/>
            <pc:sldMk cId="187343156" sldId="436"/>
            <ac:cxnSpMk id="68" creationId="{3CD03CA5-A527-4BB0-BA75-0B8D4F5F59B1}"/>
          </ac:cxnSpMkLst>
        </pc:cxnChg>
        <pc:cxnChg chg="del">
          <ac:chgData name="Trong-Thuc Hoang" userId="74af82dad18fbf6c" providerId="LiveId" clId="{8372D42A-D0C1-4E4C-865A-97CA549E688F}" dt="2021-09-30T17:17:43.499" v="3582" actId="478"/>
          <ac:cxnSpMkLst>
            <pc:docMk/>
            <pc:sldMk cId="187343156" sldId="436"/>
            <ac:cxnSpMk id="69" creationId="{64310648-8FC2-4D91-99F6-B3FAD5711380}"/>
          </ac:cxnSpMkLst>
        </pc:cxnChg>
        <pc:cxnChg chg="del mod">
          <ac:chgData name="Trong-Thuc Hoang" userId="74af82dad18fbf6c" providerId="LiveId" clId="{8372D42A-D0C1-4E4C-865A-97CA549E688F}" dt="2021-09-30T17:18:15.405" v="3589" actId="478"/>
          <ac:cxnSpMkLst>
            <pc:docMk/>
            <pc:sldMk cId="187343156" sldId="436"/>
            <ac:cxnSpMk id="75" creationId="{7EB4F8C8-88D3-4B50-817B-B0A799FD57CB}"/>
          </ac:cxnSpMkLst>
        </pc:cxnChg>
        <pc:cxnChg chg="del mod">
          <ac:chgData name="Trong-Thuc Hoang" userId="74af82dad18fbf6c" providerId="LiveId" clId="{8372D42A-D0C1-4E4C-865A-97CA549E688F}" dt="2021-09-30T17:17:34.888" v="3576" actId="478"/>
          <ac:cxnSpMkLst>
            <pc:docMk/>
            <pc:sldMk cId="187343156" sldId="436"/>
            <ac:cxnSpMk id="92" creationId="{E4056D8B-F6D7-420C-982F-2CCD2C1AC8E9}"/>
          </ac:cxnSpMkLst>
        </pc:cxnChg>
        <pc:cxnChg chg="del mod">
          <ac:chgData name="Trong-Thuc Hoang" userId="74af82dad18fbf6c" providerId="LiveId" clId="{8372D42A-D0C1-4E4C-865A-97CA549E688F}" dt="2021-09-30T17:17:37.290" v="3579" actId="478"/>
          <ac:cxnSpMkLst>
            <pc:docMk/>
            <pc:sldMk cId="187343156" sldId="436"/>
            <ac:cxnSpMk id="100" creationId="{39249C0B-742B-4AAB-AE35-A5D5EAD3BB8B}"/>
          </ac:cxnSpMkLst>
        </pc:cxnChg>
        <pc:cxnChg chg="del">
          <ac:chgData name="Trong-Thuc Hoang" userId="74af82dad18fbf6c" providerId="LiveId" clId="{8372D42A-D0C1-4E4C-865A-97CA549E688F}" dt="2021-09-30T17:17:33.248" v="3574" actId="478"/>
          <ac:cxnSpMkLst>
            <pc:docMk/>
            <pc:sldMk cId="187343156" sldId="436"/>
            <ac:cxnSpMk id="104" creationId="{FFDDA8C1-07E2-491D-A131-BCA105B98B75}"/>
          </ac:cxnSpMkLst>
        </pc:cxnChg>
        <pc:cxnChg chg="del">
          <ac:chgData name="Trong-Thuc Hoang" userId="74af82dad18fbf6c" providerId="LiveId" clId="{8372D42A-D0C1-4E4C-865A-97CA549E688F}" dt="2021-09-30T17:17:31.120" v="3571" actId="478"/>
          <ac:cxnSpMkLst>
            <pc:docMk/>
            <pc:sldMk cId="187343156" sldId="436"/>
            <ac:cxnSpMk id="107" creationId="{8DED88BB-8D29-4384-8DB8-1DBC110F524F}"/>
          </ac:cxnSpMkLst>
        </pc:cxnChg>
        <pc:cxnChg chg="del">
          <ac:chgData name="Trong-Thuc Hoang" userId="74af82dad18fbf6c" providerId="LiveId" clId="{8372D42A-D0C1-4E4C-865A-97CA549E688F}" dt="2021-09-30T17:17:27.271" v="3567" actId="478"/>
          <ac:cxnSpMkLst>
            <pc:docMk/>
            <pc:sldMk cId="187343156" sldId="436"/>
            <ac:cxnSpMk id="108" creationId="{8AAFF0B4-767C-4101-9448-C315EE4CEF38}"/>
          </ac:cxnSpMkLst>
        </pc:cxnChg>
        <pc:cxnChg chg="del">
          <ac:chgData name="Trong-Thuc Hoang" userId="74af82dad18fbf6c" providerId="LiveId" clId="{8372D42A-D0C1-4E4C-865A-97CA549E688F}" dt="2021-09-30T17:17:28.553" v="3568" actId="478"/>
          <ac:cxnSpMkLst>
            <pc:docMk/>
            <pc:sldMk cId="187343156" sldId="436"/>
            <ac:cxnSpMk id="113" creationId="{7410CD16-C658-436E-954F-C3369861267D}"/>
          </ac:cxnSpMkLst>
        </pc:cxnChg>
        <pc:cxnChg chg="del">
          <ac:chgData name="Trong-Thuc Hoang" userId="74af82dad18fbf6c" providerId="LiveId" clId="{8372D42A-D0C1-4E4C-865A-97CA549E688F}" dt="2021-09-30T17:17:44.525" v="3583" actId="478"/>
          <ac:cxnSpMkLst>
            <pc:docMk/>
            <pc:sldMk cId="187343156" sldId="436"/>
            <ac:cxnSpMk id="117" creationId="{40A0755F-76A4-4A95-988E-E575B90DCB7C}"/>
          </ac:cxnSpMkLst>
        </pc:cxnChg>
      </pc:sldChg>
      <pc:sldChg chg="addSp delSp modSp add mod ord">
        <pc:chgData name="Trong-Thuc Hoang" userId="74af82dad18fbf6c" providerId="LiveId" clId="{8372D42A-D0C1-4E4C-865A-97CA549E688F}" dt="2021-09-30T17:34:25.688" v="4607" actId="1076"/>
        <pc:sldMkLst>
          <pc:docMk/>
          <pc:sldMk cId="70268020" sldId="437"/>
        </pc:sldMkLst>
        <pc:spChg chg="del">
          <ac:chgData name="Trong-Thuc Hoang" userId="74af82dad18fbf6c" providerId="LiveId" clId="{8372D42A-D0C1-4E4C-865A-97CA549E688F}" dt="2021-09-30T17:28:26.236" v="4293" actId="478"/>
          <ac:spMkLst>
            <pc:docMk/>
            <pc:sldMk cId="70268020" sldId="437"/>
            <ac:spMk id="15" creationId="{90AEFB8B-4418-40EF-85BE-10955C311760}"/>
          </ac:spMkLst>
        </pc:spChg>
        <pc:spChg chg="add mod">
          <ac:chgData name="Trong-Thuc Hoang" userId="74af82dad18fbf6c" providerId="LiveId" clId="{8372D42A-D0C1-4E4C-865A-97CA549E688F}" dt="2021-09-30T17:34:25.688" v="4607" actId="1076"/>
          <ac:spMkLst>
            <pc:docMk/>
            <pc:sldMk cId="70268020" sldId="437"/>
            <ac:spMk id="53" creationId="{A90A126D-CFE3-48BC-8655-99EA5C37EB23}"/>
          </ac:spMkLst>
        </pc:spChg>
        <pc:spChg chg="mod">
          <ac:chgData name="Trong-Thuc Hoang" userId="74af82dad18fbf6c" providerId="LiveId" clId="{8372D42A-D0C1-4E4C-865A-97CA549E688F}" dt="2021-09-30T17:28:24.733" v="4292" actId="207"/>
          <ac:spMkLst>
            <pc:docMk/>
            <pc:sldMk cId="70268020" sldId="437"/>
            <ac:spMk id="93" creationId="{AF49A075-12CD-45EA-B242-01EA745A9750}"/>
          </ac:spMkLst>
        </pc:spChg>
        <pc:spChg chg="add del">
          <ac:chgData name="Trong-Thuc Hoang" userId="74af82dad18fbf6c" providerId="LiveId" clId="{8372D42A-D0C1-4E4C-865A-97CA549E688F}" dt="2021-09-30T17:28:16.189" v="4286" actId="478"/>
          <ac:spMkLst>
            <pc:docMk/>
            <pc:sldMk cId="70268020" sldId="437"/>
            <ac:spMk id="102" creationId="{3C080CD5-6B48-4C8C-B7FE-D06541C5F284}"/>
          </ac:spMkLst>
        </pc:spChg>
        <pc:spChg chg="del">
          <ac:chgData name="Trong-Thuc Hoang" userId="74af82dad18fbf6c" providerId="LiveId" clId="{8372D42A-D0C1-4E4C-865A-97CA549E688F}" dt="2021-09-30T17:28:19.312" v="4288" actId="478"/>
          <ac:spMkLst>
            <pc:docMk/>
            <pc:sldMk cId="70268020" sldId="437"/>
            <ac:spMk id="103" creationId="{F100CD1F-DDFA-42EA-8A99-191A02EA757A}"/>
          </ac:spMkLst>
        </pc:spChg>
        <pc:spChg chg="del">
          <ac:chgData name="Trong-Thuc Hoang" userId="74af82dad18fbf6c" providerId="LiveId" clId="{8372D42A-D0C1-4E4C-865A-97CA549E688F}" dt="2021-09-30T17:28:21.398" v="4290" actId="478"/>
          <ac:spMkLst>
            <pc:docMk/>
            <pc:sldMk cId="70268020" sldId="437"/>
            <ac:spMk id="105" creationId="{C4DEEAEA-46DA-466D-A3A4-00D24190A969}"/>
          </ac:spMkLst>
        </pc:spChg>
        <pc:spChg chg="del">
          <ac:chgData name="Trong-Thuc Hoang" userId="74af82dad18fbf6c" providerId="LiveId" clId="{8372D42A-D0C1-4E4C-865A-97CA549E688F}" dt="2021-09-30T17:28:17.786" v="4287" actId="478"/>
          <ac:spMkLst>
            <pc:docMk/>
            <pc:sldMk cId="70268020" sldId="437"/>
            <ac:spMk id="106" creationId="{EA5548A5-EC4F-4544-AC78-9C2DB40BB739}"/>
          </ac:spMkLst>
        </pc:spChg>
        <pc:spChg chg="del">
          <ac:chgData name="Trong-Thuc Hoang" userId="74af82dad18fbf6c" providerId="LiveId" clId="{8372D42A-D0C1-4E4C-865A-97CA549E688F}" dt="2021-09-30T17:28:13.498" v="4284" actId="478"/>
          <ac:spMkLst>
            <pc:docMk/>
            <pc:sldMk cId="70268020" sldId="437"/>
            <ac:spMk id="111" creationId="{AD7A6478-60A1-43D5-9087-9236D9497E86}"/>
          </ac:spMkLst>
        </pc:spChg>
        <pc:cxnChg chg="del">
          <ac:chgData name="Trong-Thuc Hoang" userId="74af82dad18fbf6c" providerId="LiveId" clId="{8372D42A-D0C1-4E4C-865A-97CA549E688F}" dt="2021-09-30T17:28:22.214" v="4291" actId="478"/>
          <ac:cxnSpMkLst>
            <pc:docMk/>
            <pc:sldMk cId="70268020" sldId="437"/>
            <ac:cxnSpMk id="104" creationId="{FFDDA8C1-07E2-491D-A131-BCA105B98B75}"/>
          </ac:cxnSpMkLst>
        </pc:cxnChg>
        <pc:cxnChg chg="del">
          <ac:chgData name="Trong-Thuc Hoang" userId="74af82dad18fbf6c" providerId="LiveId" clId="{8372D42A-D0C1-4E4C-865A-97CA549E688F}" dt="2021-09-30T17:28:19.959" v="4289" actId="478"/>
          <ac:cxnSpMkLst>
            <pc:docMk/>
            <pc:sldMk cId="70268020" sldId="437"/>
            <ac:cxnSpMk id="107" creationId="{8DED88BB-8D29-4384-8DB8-1DBC110F524F}"/>
          </ac:cxnSpMkLst>
        </pc:cxnChg>
        <pc:cxnChg chg="del">
          <ac:chgData name="Trong-Thuc Hoang" userId="74af82dad18fbf6c" providerId="LiveId" clId="{8372D42A-D0C1-4E4C-865A-97CA549E688F}" dt="2021-09-30T17:28:08.052" v="4282" actId="478"/>
          <ac:cxnSpMkLst>
            <pc:docMk/>
            <pc:sldMk cId="70268020" sldId="437"/>
            <ac:cxnSpMk id="108" creationId="{8AAFF0B4-767C-4101-9448-C315EE4CEF38}"/>
          </ac:cxnSpMkLst>
        </pc:cxnChg>
        <pc:cxnChg chg="del">
          <ac:chgData name="Trong-Thuc Hoang" userId="74af82dad18fbf6c" providerId="LiveId" clId="{8372D42A-D0C1-4E4C-865A-97CA549E688F}" dt="2021-09-30T17:28:09.756" v="4283" actId="478"/>
          <ac:cxnSpMkLst>
            <pc:docMk/>
            <pc:sldMk cId="70268020" sldId="437"/>
            <ac:cxnSpMk id="113" creationId="{7410CD16-C658-436E-954F-C3369861267D}"/>
          </ac:cxnSpMkLst>
        </pc:cxnChg>
      </pc:sldChg>
      <pc:sldChg chg="delSp modSp add mod">
        <pc:chgData name="Trong-Thuc Hoang" userId="74af82dad18fbf6c" providerId="LiveId" clId="{8372D42A-D0C1-4E4C-865A-97CA549E688F}" dt="2021-09-30T17:32:02.590" v="4449" actId="20577"/>
        <pc:sldMkLst>
          <pc:docMk/>
          <pc:sldMk cId="839679775" sldId="438"/>
        </pc:sldMkLst>
        <pc:spChg chg="mod">
          <ac:chgData name="Trong-Thuc Hoang" userId="74af82dad18fbf6c" providerId="LiveId" clId="{8372D42A-D0C1-4E4C-865A-97CA549E688F}" dt="2021-09-30T17:32:02.590" v="4449" actId="20577"/>
          <ac:spMkLst>
            <pc:docMk/>
            <pc:sldMk cId="839679775" sldId="438"/>
            <ac:spMk id="15" creationId="{90AEFB8B-4418-40EF-85BE-10955C311760}"/>
          </ac:spMkLst>
        </pc:spChg>
        <pc:spChg chg="del">
          <ac:chgData name="Trong-Thuc Hoang" userId="74af82dad18fbf6c" providerId="LiveId" clId="{8372D42A-D0C1-4E4C-865A-97CA549E688F}" dt="2021-09-30T17:21:51.366" v="3874" actId="478"/>
          <ac:spMkLst>
            <pc:docMk/>
            <pc:sldMk cId="839679775" sldId="438"/>
            <ac:spMk id="70" creationId="{E17B7F04-087A-4F10-B8D1-BA831F43B745}"/>
          </ac:spMkLst>
        </pc:spChg>
        <pc:spChg chg="mod">
          <ac:chgData name="Trong-Thuc Hoang" userId="74af82dad18fbf6c" providerId="LiveId" clId="{8372D42A-D0C1-4E4C-865A-97CA549E688F}" dt="2021-09-30T17:25:42.842" v="4078" actId="207"/>
          <ac:spMkLst>
            <pc:docMk/>
            <pc:sldMk cId="839679775" sldId="438"/>
            <ac:spMk id="76" creationId="{97F0BEC0-88A0-41DB-B235-20CFFACC03C0}"/>
          </ac:spMkLst>
        </pc:spChg>
        <pc:spChg chg="del">
          <ac:chgData name="Trong-Thuc Hoang" userId="74af82dad18fbf6c" providerId="LiveId" clId="{8372D42A-D0C1-4E4C-865A-97CA549E688F}" dt="2021-09-30T17:21:53.239" v="3876" actId="478"/>
          <ac:spMkLst>
            <pc:docMk/>
            <pc:sldMk cId="839679775" sldId="438"/>
            <ac:spMk id="93" creationId="{AF49A075-12CD-45EA-B242-01EA745A9750}"/>
          </ac:spMkLst>
        </pc:spChg>
        <pc:spChg chg="del">
          <ac:chgData name="Trong-Thuc Hoang" userId="74af82dad18fbf6c" providerId="LiveId" clId="{8372D42A-D0C1-4E4C-865A-97CA549E688F}" dt="2021-09-30T17:21:54.133" v="3877" actId="478"/>
          <ac:spMkLst>
            <pc:docMk/>
            <pc:sldMk cId="839679775" sldId="438"/>
            <ac:spMk id="98" creationId="{3DC2396B-8E56-4687-AB86-7E5FD1047720}"/>
          </ac:spMkLst>
        </pc:spChg>
        <pc:spChg chg="del">
          <ac:chgData name="Trong-Thuc Hoang" userId="74af82dad18fbf6c" providerId="LiveId" clId="{8372D42A-D0C1-4E4C-865A-97CA549E688F}" dt="2021-09-30T17:21:50.550" v="3873" actId="478"/>
          <ac:spMkLst>
            <pc:docMk/>
            <pc:sldMk cId="839679775" sldId="438"/>
            <ac:spMk id="99" creationId="{A6DCB00C-1559-4EA1-AF51-C4124AA60176}"/>
          </ac:spMkLst>
        </pc:spChg>
        <pc:spChg chg="del">
          <ac:chgData name="Trong-Thuc Hoang" userId="74af82dad18fbf6c" providerId="LiveId" clId="{8372D42A-D0C1-4E4C-865A-97CA549E688F}" dt="2021-09-30T17:21:55.845" v="3878" actId="478"/>
          <ac:spMkLst>
            <pc:docMk/>
            <pc:sldMk cId="839679775" sldId="438"/>
            <ac:spMk id="102" creationId="{3C080CD5-6B48-4C8C-B7FE-D06541C5F284}"/>
          </ac:spMkLst>
        </pc:spChg>
        <pc:spChg chg="del">
          <ac:chgData name="Trong-Thuc Hoang" userId="74af82dad18fbf6c" providerId="LiveId" clId="{8372D42A-D0C1-4E4C-865A-97CA549E688F}" dt="2021-09-30T17:21:57.964" v="3880" actId="478"/>
          <ac:spMkLst>
            <pc:docMk/>
            <pc:sldMk cId="839679775" sldId="438"/>
            <ac:spMk id="103" creationId="{F100CD1F-DDFA-42EA-8A99-191A02EA757A}"/>
          </ac:spMkLst>
        </pc:spChg>
        <pc:spChg chg="del">
          <ac:chgData name="Trong-Thuc Hoang" userId="74af82dad18fbf6c" providerId="LiveId" clId="{8372D42A-D0C1-4E4C-865A-97CA549E688F}" dt="2021-09-30T17:22:00.496" v="3883" actId="478"/>
          <ac:spMkLst>
            <pc:docMk/>
            <pc:sldMk cId="839679775" sldId="438"/>
            <ac:spMk id="105" creationId="{C4DEEAEA-46DA-466D-A3A4-00D24190A969}"/>
          </ac:spMkLst>
        </pc:spChg>
        <pc:spChg chg="del">
          <ac:chgData name="Trong-Thuc Hoang" userId="74af82dad18fbf6c" providerId="LiveId" clId="{8372D42A-D0C1-4E4C-865A-97CA549E688F}" dt="2021-09-30T17:21:58.944" v="3881" actId="478"/>
          <ac:spMkLst>
            <pc:docMk/>
            <pc:sldMk cId="839679775" sldId="438"/>
            <ac:spMk id="106" creationId="{EA5548A5-EC4F-4544-AC78-9C2DB40BB739}"/>
          </ac:spMkLst>
        </pc:spChg>
        <pc:spChg chg="del">
          <ac:chgData name="Trong-Thuc Hoang" userId="74af82dad18fbf6c" providerId="LiveId" clId="{8372D42A-D0C1-4E4C-865A-97CA549E688F}" dt="2021-09-30T17:23:25.043" v="4028" actId="478"/>
          <ac:spMkLst>
            <pc:docMk/>
            <pc:sldMk cId="839679775" sldId="438"/>
            <ac:spMk id="111" creationId="{AD7A6478-60A1-43D5-9087-9236D9497E86}"/>
          </ac:spMkLst>
        </pc:spChg>
        <pc:cxnChg chg="del">
          <ac:chgData name="Trong-Thuc Hoang" userId="74af82dad18fbf6c" providerId="LiveId" clId="{8372D42A-D0C1-4E4C-865A-97CA549E688F}" dt="2021-09-30T17:23:23.086" v="4027" actId="478"/>
          <ac:cxnSpMkLst>
            <pc:docMk/>
            <pc:sldMk cId="839679775" sldId="438"/>
            <ac:cxnSpMk id="54" creationId="{C35F91D4-803B-47D1-A0FB-BDB7505BC9EB}"/>
          </ac:cxnSpMkLst>
        </pc:cxnChg>
        <pc:cxnChg chg="del mod">
          <ac:chgData name="Trong-Thuc Hoang" userId="74af82dad18fbf6c" providerId="LiveId" clId="{8372D42A-D0C1-4E4C-865A-97CA549E688F}" dt="2021-09-30T17:21:51.998" v="3875" actId="478"/>
          <ac:cxnSpMkLst>
            <pc:docMk/>
            <pc:sldMk cId="839679775" sldId="438"/>
            <ac:cxnSpMk id="92" creationId="{E4056D8B-F6D7-420C-982F-2CCD2C1AC8E9}"/>
          </ac:cxnSpMkLst>
        </pc:cxnChg>
        <pc:cxnChg chg="del mod">
          <ac:chgData name="Trong-Thuc Hoang" userId="74af82dad18fbf6c" providerId="LiveId" clId="{8372D42A-D0C1-4E4C-865A-97CA549E688F}" dt="2021-09-30T17:21:49.926" v="3872" actId="478"/>
          <ac:cxnSpMkLst>
            <pc:docMk/>
            <pc:sldMk cId="839679775" sldId="438"/>
            <ac:cxnSpMk id="100" creationId="{39249C0B-742B-4AAB-AE35-A5D5EAD3BB8B}"/>
          </ac:cxnSpMkLst>
        </pc:cxnChg>
        <pc:cxnChg chg="del">
          <ac:chgData name="Trong-Thuc Hoang" userId="74af82dad18fbf6c" providerId="LiveId" clId="{8372D42A-D0C1-4E4C-865A-97CA549E688F}" dt="2021-09-30T17:21:56.947" v="3879" actId="478"/>
          <ac:cxnSpMkLst>
            <pc:docMk/>
            <pc:sldMk cId="839679775" sldId="438"/>
            <ac:cxnSpMk id="104" creationId="{FFDDA8C1-07E2-491D-A131-BCA105B98B75}"/>
          </ac:cxnSpMkLst>
        </pc:cxnChg>
        <pc:cxnChg chg="del">
          <ac:chgData name="Trong-Thuc Hoang" userId="74af82dad18fbf6c" providerId="LiveId" clId="{8372D42A-D0C1-4E4C-865A-97CA549E688F}" dt="2021-09-30T17:21:59.646" v="3882" actId="478"/>
          <ac:cxnSpMkLst>
            <pc:docMk/>
            <pc:sldMk cId="839679775" sldId="438"/>
            <ac:cxnSpMk id="107" creationId="{8DED88BB-8D29-4384-8DB8-1DBC110F524F}"/>
          </ac:cxnSpMkLst>
        </pc:cxnChg>
        <pc:cxnChg chg="del">
          <ac:chgData name="Trong-Thuc Hoang" userId="74af82dad18fbf6c" providerId="LiveId" clId="{8372D42A-D0C1-4E4C-865A-97CA549E688F}" dt="2021-09-30T17:23:22.354" v="4026" actId="478"/>
          <ac:cxnSpMkLst>
            <pc:docMk/>
            <pc:sldMk cId="839679775" sldId="438"/>
            <ac:cxnSpMk id="108" creationId="{8AAFF0B4-767C-4101-9448-C315EE4CEF38}"/>
          </ac:cxnSpMkLst>
        </pc:cxnChg>
        <pc:cxnChg chg="del">
          <ac:chgData name="Trong-Thuc Hoang" userId="74af82dad18fbf6c" providerId="LiveId" clId="{8372D42A-D0C1-4E4C-865A-97CA549E688F}" dt="2021-09-30T17:23:26.361" v="4029" actId="478"/>
          <ac:cxnSpMkLst>
            <pc:docMk/>
            <pc:sldMk cId="839679775" sldId="438"/>
            <ac:cxnSpMk id="113" creationId="{7410CD16-C658-436E-954F-C3369861267D}"/>
          </ac:cxnSpMkLst>
        </pc:cxnChg>
      </pc:sldChg>
      <pc:sldChg chg="addSp delSp modSp add mod">
        <pc:chgData name="Trong-Thuc Hoang" userId="74af82dad18fbf6c" providerId="LiveId" clId="{8372D42A-D0C1-4E4C-865A-97CA549E688F}" dt="2021-09-30T17:35:07.989" v="4611" actId="1076"/>
        <pc:sldMkLst>
          <pc:docMk/>
          <pc:sldMk cId="2955933386" sldId="439"/>
        </pc:sldMkLst>
        <pc:spChg chg="del mod">
          <ac:chgData name="Trong-Thuc Hoang" userId="74af82dad18fbf6c" providerId="LiveId" clId="{8372D42A-D0C1-4E4C-865A-97CA549E688F}" dt="2021-09-30T17:32:42.474" v="4453" actId="478"/>
          <ac:spMkLst>
            <pc:docMk/>
            <pc:sldMk cId="2955933386" sldId="439"/>
            <ac:spMk id="15" creationId="{90AEFB8B-4418-40EF-85BE-10955C311760}"/>
          </ac:spMkLst>
        </pc:spChg>
        <pc:spChg chg="add mod">
          <ac:chgData name="Trong-Thuc Hoang" userId="74af82dad18fbf6c" providerId="LiveId" clId="{8372D42A-D0C1-4E4C-865A-97CA549E688F}" dt="2021-09-30T17:35:07.989" v="4611" actId="1076"/>
          <ac:spMkLst>
            <pc:docMk/>
            <pc:sldMk cId="2955933386" sldId="439"/>
            <ac:spMk id="53" creationId="{D602338F-3BDF-4E3E-930E-EB2A3C1E62FF}"/>
          </ac:spMkLst>
        </pc:spChg>
        <pc:spChg chg="mod">
          <ac:chgData name="Trong-Thuc Hoang" userId="74af82dad18fbf6c" providerId="LiveId" clId="{8372D42A-D0C1-4E4C-865A-97CA549E688F}" dt="2021-09-30T17:32:36.086" v="4451" actId="207"/>
          <ac:spMkLst>
            <pc:docMk/>
            <pc:sldMk cId="2955933386" sldId="439"/>
            <ac:spMk id="105" creationId="{C4DEEAEA-46DA-466D-A3A4-00D24190A969}"/>
          </ac:spMkLst>
        </pc:spChg>
      </pc:sldChg>
      <pc:sldChg chg="delSp add mod">
        <pc:chgData name="Trong-Thuc Hoang" userId="74af82dad18fbf6c" providerId="LiveId" clId="{8372D42A-D0C1-4E4C-865A-97CA549E688F}" dt="2021-09-30T17:30:43.817" v="4435" actId="478"/>
        <pc:sldMkLst>
          <pc:docMk/>
          <pc:sldMk cId="400825868" sldId="440"/>
        </pc:sldMkLst>
        <pc:spChg chg="del">
          <ac:chgData name="Trong-Thuc Hoang" userId="74af82dad18fbf6c" providerId="LiveId" clId="{8372D42A-D0C1-4E4C-865A-97CA549E688F}" dt="2021-09-30T17:30:43.817" v="4435" actId="478"/>
          <ac:spMkLst>
            <pc:docMk/>
            <pc:sldMk cId="400825868" sldId="440"/>
            <ac:spMk id="15" creationId="{90AEFB8B-4418-40EF-85BE-10955C311760}"/>
          </ac:spMkLst>
        </pc:spChg>
      </pc:sldChg>
      <pc:sldChg chg="addSp modSp add mod">
        <pc:chgData name="Trong-Thuc Hoang" userId="74af82dad18fbf6c" providerId="LiveId" clId="{8372D42A-D0C1-4E4C-865A-97CA549E688F}" dt="2021-09-30T17:36:35.012" v="4709" actId="1076"/>
        <pc:sldMkLst>
          <pc:docMk/>
          <pc:sldMk cId="707020275" sldId="441"/>
        </pc:sldMkLst>
        <pc:spChg chg="add mod">
          <ac:chgData name="Trong-Thuc Hoang" userId="74af82dad18fbf6c" providerId="LiveId" clId="{8372D42A-D0C1-4E4C-865A-97CA549E688F}" dt="2021-09-30T17:36:35.012" v="4709" actId="1076"/>
          <ac:spMkLst>
            <pc:docMk/>
            <pc:sldMk cId="707020275" sldId="441"/>
            <ac:spMk id="52" creationId="{28F2CC2D-0C02-4FEB-A008-8DA1DE66229A}"/>
          </ac:spMkLst>
        </pc:spChg>
      </pc:sldChg>
      <pc:sldChg chg="addSp delSp modSp add mod">
        <pc:chgData name="Trong-Thuc Hoang" userId="74af82dad18fbf6c" providerId="LiveId" clId="{8372D42A-D0C1-4E4C-865A-97CA549E688F}" dt="2021-09-30T17:52:31.685" v="5384" actId="1076"/>
        <pc:sldMkLst>
          <pc:docMk/>
          <pc:sldMk cId="2189152366" sldId="442"/>
        </pc:sldMkLst>
        <pc:spChg chg="add del mod">
          <ac:chgData name="Trong-Thuc Hoang" userId="74af82dad18fbf6c" providerId="LiveId" clId="{8372D42A-D0C1-4E4C-865A-97CA549E688F}" dt="2021-09-30T17:39:40.303" v="4735" actId="478"/>
          <ac:spMkLst>
            <pc:docMk/>
            <pc:sldMk cId="2189152366" sldId="442"/>
            <ac:spMk id="2" creationId="{6940A3A8-F82F-4006-A903-57491B89CFA2}"/>
          </ac:spMkLst>
        </pc:spChg>
        <pc:spChg chg="add mod">
          <ac:chgData name="Trong-Thuc Hoang" userId="74af82dad18fbf6c" providerId="LiveId" clId="{8372D42A-D0C1-4E4C-865A-97CA549E688F}" dt="2021-09-30T17:52:23.884" v="5383" actId="14100"/>
          <ac:spMkLst>
            <pc:docMk/>
            <pc:sldMk cId="2189152366" sldId="442"/>
            <ac:spMk id="3" creationId="{861D912C-E9AB-4B03-9FFF-877B80033691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2" creationId="{D6EB564E-2EDF-4DE6-B3AE-77B91B98AB16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3" creationId="{D37E89E8-D26B-4F6E-ABA1-4DF09507A5D2}"/>
          </ac:spMkLst>
        </pc:spChg>
        <pc:spChg chg="del mod">
          <ac:chgData name="Trong-Thuc Hoang" userId="74af82dad18fbf6c" providerId="LiveId" clId="{8372D42A-D0C1-4E4C-865A-97CA549E688F}" dt="2021-09-30T17:39:12.796" v="4727" actId="478"/>
          <ac:spMkLst>
            <pc:docMk/>
            <pc:sldMk cId="2189152366" sldId="442"/>
            <ac:spMk id="16" creationId="{F6B00377-BCC5-4D28-82AB-94BA6C5F0F50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8" creationId="{2C29FF1D-AF73-4D1C-9956-B4E87DA24889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26" creationId="{E27DEEFA-A1AB-4EB6-8AE1-F3233A9BB407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30" creationId="{455F6F0B-94B3-43DD-A655-2591A7D69AB8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35" creationId="{C617E987-58CE-407F-98BB-C8988DBECD9D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40" creationId="{6224BF12-E8B7-4DE4-B721-B058F85E170B}"/>
          </ac:spMkLst>
        </pc:spChg>
        <pc:spChg chg="del">
          <ac:chgData name="Trong-Thuc Hoang" userId="74af82dad18fbf6c" providerId="LiveId" clId="{8372D42A-D0C1-4E4C-865A-97CA549E688F}" dt="2021-09-30T17:38:10.923" v="4721" actId="478"/>
          <ac:spMkLst>
            <pc:docMk/>
            <pc:sldMk cId="2189152366" sldId="442"/>
            <ac:spMk id="52" creationId="{28F2CC2D-0C02-4FEB-A008-8DA1DE66229A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55" creationId="{036CEE61-4909-47C5-8747-E0B65530ACA5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56" creationId="{A264AEBD-0A81-44F6-9D04-B374D6FAD332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58" creationId="{6F77F7B9-6A58-4F9F-809A-81CD728ADA52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59" creationId="{80A12C25-44B3-48A9-903F-18B9B234F999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60" creationId="{E608D1AA-2941-4B61-AA61-779EC36EF8A7}"/>
          </ac:spMkLst>
        </pc:spChg>
        <pc:spChg chg="add mod">
          <ac:chgData name="Trong-Thuc Hoang" userId="74af82dad18fbf6c" providerId="LiveId" clId="{8372D42A-D0C1-4E4C-865A-97CA549E688F}" dt="2021-09-30T17:52:31.685" v="5384" actId="1076"/>
          <ac:spMkLst>
            <pc:docMk/>
            <pc:sldMk cId="2189152366" sldId="442"/>
            <ac:spMk id="64" creationId="{F2E27A04-5F93-4277-A7ED-4FDFFEC45A64}"/>
          </ac:spMkLst>
        </pc:spChg>
        <pc:spChg chg="add mod">
          <ac:chgData name="Trong-Thuc Hoang" userId="74af82dad18fbf6c" providerId="LiveId" clId="{8372D42A-D0C1-4E4C-865A-97CA549E688F}" dt="2021-09-30T17:52:12.440" v="5378" actId="1076"/>
          <ac:spMkLst>
            <pc:docMk/>
            <pc:sldMk cId="2189152366" sldId="442"/>
            <ac:spMk id="66" creationId="{31DD4D88-0D2F-4598-9D5B-7BD8D329646E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67" creationId="{0FE8C50E-DA81-4CA9-AF43-CC1E323C2556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70" creationId="{E17B7F04-087A-4F10-B8D1-BA831F43B745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71" creationId="{35839DFD-570C-4643-BE6F-5CBB364B8630}"/>
          </ac:spMkLst>
        </pc:spChg>
        <pc:spChg chg="add mod">
          <ac:chgData name="Trong-Thuc Hoang" userId="74af82dad18fbf6c" providerId="LiveId" clId="{8372D42A-D0C1-4E4C-865A-97CA549E688F}" dt="2021-09-30T17:52:02.487" v="5375" actId="20577"/>
          <ac:spMkLst>
            <pc:docMk/>
            <pc:sldMk cId="2189152366" sldId="442"/>
            <ac:spMk id="72" creationId="{731966F4-5AA8-4E41-ACC9-8FCE8BC7216F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74" creationId="{C2A89031-861B-43CC-9124-F9758159E441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76" creationId="{97F0BEC0-88A0-41DB-B235-20CFFACC03C0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80" creationId="{1B9CE19C-9B9F-4D5A-BE0F-0B05B3467A83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81" creationId="{E5884A9D-7A36-4A44-A915-03DA52F5E0A2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93" creationId="{AF49A075-12CD-45EA-B242-01EA745A9750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98" creationId="{3DC2396B-8E56-4687-AB86-7E5FD1047720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99" creationId="{A6DCB00C-1559-4EA1-AF51-C4124AA60176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02" creationId="{3C080CD5-6B48-4C8C-B7FE-D06541C5F284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03" creationId="{F100CD1F-DDFA-42EA-8A99-191A02EA757A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05" creationId="{C4DEEAEA-46DA-466D-A3A4-00D24190A969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06" creationId="{EA5548A5-EC4F-4544-AC78-9C2DB40BB739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11" creationId="{AD7A6478-60A1-43D5-9087-9236D9497E86}"/>
          </ac:spMkLst>
        </pc:spChg>
        <pc:picChg chg="add mod">
          <ac:chgData name="Trong-Thuc Hoang" userId="74af82dad18fbf6c" providerId="LiveId" clId="{8372D42A-D0C1-4E4C-865A-97CA549E688F}" dt="2021-09-30T17:52:10.735" v="5377" actId="1076"/>
          <ac:picMkLst>
            <pc:docMk/>
            <pc:sldMk cId="2189152366" sldId="442"/>
            <ac:picMk id="53" creationId="{412058E3-135D-496B-8DBD-6813C20E66AE}"/>
          </ac:picMkLst>
        </pc:pic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4" creationId="{5A306D08-5F08-40E3-A145-39995C736AB7}"/>
          </ac:cxnSpMkLst>
        </pc:cxnChg>
        <pc:cxnChg chg="del">
          <ac:chgData name="Trong-Thuc Hoang" userId="74af82dad18fbf6c" providerId="LiveId" clId="{8372D42A-D0C1-4E4C-865A-97CA549E688F}" dt="2021-09-30T17:38:03.040" v="4712" actId="478"/>
          <ac:cxnSpMkLst>
            <pc:docMk/>
            <pc:sldMk cId="2189152366" sldId="442"/>
            <ac:cxnSpMk id="9" creationId="{24D3AFC3-A6B2-4EA9-9D83-6CD81C2D6A24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9" creationId="{DF3DCC4B-3C3D-4DD5-8123-3CDCC04536E8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28" creationId="{04EC425D-6EF9-4DCF-A28B-C4E223D4BFB5}"/>
          </ac:cxnSpMkLst>
        </pc:cxnChg>
        <pc:cxnChg chg="del mod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31" creationId="{4A9F9B2F-2C18-4198-8A18-A3494936D890}"/>
          </ac:cxnSpMkLst>
        </pc:cxnChg>
        <pc:cxnChg chg="del">
          <ac:chgData name="Trong-Thuc Hoang" userId="74af82dad18fbf6c" providerId="LiveId" clId="{8372D42A-D0C1-4E4C-865A-97CA549E688F}" dt="2021-09-30T17:38:04.040" v="4713" actId="478"/>
          <ac:cxnSpMkLst>
            <pc:docMk/>
            <pc:sldMk cId="2189152366" sldId="442"/>
            <ac:cxnSpMk id="54" creationId="{C35F91D4-803B-47D1-A0FB-BDB7505BC9EB}"/>
          </ac:cxnSpMkLst>
        </pc:cxnChg>
        <pc:cxnChg chg="del mod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57" creationId="{A58DB654-19E9-4184-8166-87644AF84146}"/>
          </ac:cxnSpMkLst>
        </pc:cxnChg>
        <pc:cxnChg chg="del mod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65" creationId="{C441BE28-F25E-45BD-A41E-2B54912EF466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68" creationId="{3CD03CA5-A527-4BB0-BA75-0B8D4F5F59B1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69" creationId="{64310648-8FC2-4D91-99F6-B3FAD5711380}"/>
          </ac:cxnSpMkLst>
        </pc:cxnChg>
        <pc:cxnChg chg="del mod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75" creationId="{7EB4F8C8-88D3-4B50-817B-B0A799FD57CB}"/>
          </ac:cxnSpMkLst>
        </pc:cxnChg>
        <pc:cxnChg chg="del mod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92" creationId="{E4056D8B-F6D7-420C-982F-2CCD2C1AC8E9}"/>
          </ac:cxnSpMkLst>
        </pc:cxnChg>
        <pc:cxnChg chg="del mod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00" creationId="{39249C0B-742B-4AAB-AE35-A5D5EAD3BB8B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04" creationId="{FFDDA8C1-07E2-491D-A131-BCA105B98B75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07" creationId="{8DED88BB-8D29-4384-8DB8-1DBC110F524F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08" creationId="{8AAFF0B4-767C-4101-9448-C315EE4CEF38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13" creationId="{7410CD16-C658-436E-954F-C3369861267D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17" creationId="{40A0755F-76A4-4A95-988E-E575B90DCB7C}"/>
          </ac:cxnSpMkLst>
        </pc:cxnChg>
      </pc:sldChg>
      <pc:sldChg chg="addSp delSp modSp add mod">
        <pc:chgData name="Trong-Thuc Hoang" userId="74af82dad18fbf6c" providerId="LiveId" clId="{8372D42A-D0C1-4E4C-865A-97CA549E688F}" dt="2021-09-30T17:53:13.982" v="5397" actId="1076"/>
        <pc:sldMkLst>
          <pc:docMk/>
          <pc:sldMk cId="1077059990" sldId="443"/>
        </pc:sldMkLst>
        <pc:spChg chg="del">
          <ac:chgData name="Trong-Thuc Hoang" userId="74af82dad18fbf6c" providerId="LiveId" clId="{8372D42A-D0C1-4E4C-865A-97CA549E688F}" dt="2021-09-30T17:42:07.214" v="4804" actId="478"/>
          <ac:spMkLst>
            <pc:docMk/>
            <pc:sldMk cId="1077059990" sldId="443"/>
            <ac:spMk id="3" creationId="{861D912C-E9AB-4B03-9FFF-877B80033691}"/>
          </ac:spMkLst>
        </pc:spChg>
        <pc:spChg chg="add mod">
          <ac:chgData name="Trong-Thuc Hoang" userId="74af82dad18fbf6c" providerId="LiveId" clId="{8372D42A-D0C1-4E4C-865A-97CA549E688F}" dt="2021-09-30T17:52:59.858" v="5394" actId="14100"/>
          <ac:spMkLst>
            <pc:docMk/>
            <pc:sldMk cId="1077059990" sldId="443"/>
            <ac:spMk id="11" creationId="{0746BAE3-A3FE-4938-88F0-46DED9770516}"/>
          </ac:spMkLst>
        </pc:spChg>
        <pc:spChg chg="add mod">
          <ac:chgData name="Trong-Thuc Hoang" userId="74af82dad18fbf6c" providerId="LiveId" clId="{8372D42A-D0C1-4E4C-865A-97CA549E688F}" dt="2021-09-30T17:52:56.634" v="5392" actId="14100"/>
          <ac:spMkLst>
            <pc:docMk/>
            <pc:sldMk cId="1077059990" sldId="443"/>
            <ac:spMk id="12" creationId="{74AB1CCB-1A50-45B5-9D9A-64C9AC71A42E}"/>
          </ac:spMkLst>
        </pc:spChg>
        <pc:spChg chg="add mod">
          <ac:chgData name="Trong-Thuc Hoang" userId="74af82dad18fbf6c" providerId="LiveId" clId="{8372D42A-D0C1-4E4C-865A-97CA549E688F}" dt="2021-09-30T17:53:03.648" v="5395" actId="1076"/>
          <ac:spMkLst>
            <pc:docMk/>
            <pc:sldMk cId="1077059990" sldId="443"/>
            <ac:spMk id="13" creationId="{DBC3C56D-8846-4093-BE15-5FB12BABB5F4}"/>
          </ac:spMkLst>
        </pc:spChg>
        <pc:spChg chg="add mod">
          <ac:chgData name="Trong-Thuc Hoang" userId="74af82dad18fbf6c" providerId="LiveId" clId="{8372D42A-D0C1-4E4C-865A-97CA549E688F}" dt="2021-09-30T17:52:43.794" v="5388"/>
          <ac:spMkLst>
            <pc:docMk/>
            <pc:sldMk cId="1077059990" sldId="443"/>
            <ac:spMk id="15" creationId="{7BF620F9-8BF6-4740-A082-EF970CD4D8B8}"/>
          </ac:spMkLst>
        </pc:spChg>
        <pc:spChg chg="mod">
          <ac:chgData name="Trong-Thuc Hoang" userId="74af82dad18fbf6c" providerId="LiveId" clId="{8372D42A-D0C1-4E4C-865A-97CA549E688F}" dt="2021-09-30T17:53:10.579" v="5396" actId="1076"/>
          <ac:spMkLst>
            <pc:docMk/>
            <pc:sldMk cId="1077059990" sldId="443"/>
            <ac:spMk id="64" creationId="{F2E27A04-5F93-4277-A7ED-4FDFFEC45A64}"/>
          </ac:spMkLst>
        </pc:spChg>
        <pc:spChg chg="mod">
          <ac:chgData name="Trong-Thuc Hoang" userId="74af82dad18fbf6c" providerId="LiveId" clId="{8372D42A-D0C1-4E4C-865A-97CA549E688F}" dt="2021-09-30T17:53:13.982" v="5397" actId="1076"/>
          <ac:spMkLst>
            <pc:docMk/>
            <pc:sldMk cId="1077059990" sldId="443"/>
            <ac:spMk id="66" creationId="{31DD4D88-0D2F-4598-9D5B-7BD8D329646E}"/>
          </ac:spMkLst>
        </pc:spChg>
        <pc:picChg chg="add mod ord">
          <ac:chgData name="Trong-Thuc Hoang" userId="74af82dad18fbf6c" providerId="LiveId" clId="{8372D42A-D0C1-4E4C-865A-97CA549E688F}" dt="2021-09-30T17:52:40.656" v="5387" actId="167"/>
          <ac:picMkLst>
            <pc:docMk/>
            <pc:sldMk cId="1077059990" sldId="443"/>
            <ac:picMk id="14" creationId="{B5595623-B5D5-4CB1-8CA1-B15CFECD7327}"/>
          </ac:picMkLst>
        </pc:picChg>
        <pc:picChg chg="del mod">
          <ac:chgData name="Trong-Thuc Hoang" userId="74af82dad18fbf6c" providerId="LiveId" clId="{8372D42A-D0C1-4E4C-865A-97CA549E688F}" dt="2021-09-30T17:52:37.613" v="5385" actId="478"/>
          <ac:picMkLst>
            <pc:docMk/>
            <pc:sldMk cId="1077059990" sldId="443"/>
            <ac:picMk id="53" creationId="{412058E3-135D-496B-8DBD-6813C20E66AE}"/>
          </ac:picMkLst>
        </pc:picChg>
      </pc:sldChg>
      <pc:sldChg chg="add del">
        <pc:chgData name="Trong-Thuc Hoang" userId="74af82dad18fbf6c" providerId="LiveId" clId="{8372D42A-D0C1-4E4C-865A-97CA549E688F}" dt="2021-09-30T17:41:26.128" v="4795"/>
        <pc:sldMkLst>
          <pc:docMk/>
          <pc:sldMk cId="4107766875" sldId="443"/>
        </pc:sldMkLst>
      </pc:sldChg>
      <pc:sldChg chg="addSp delSp modSp add mod">
        <pc:chgData name="Trong-Thuc Hoang" userId="74af82dad18fbf6c" providerId="LiveId" clId="{8372D42A-D0C1-4E4C-865A-97CA549E688F}" dt="2021-09-30T17:54:46.572" v="5491" actId="1076"/>
        <pc:sldMkLst>
          <pc:docMk/>
          <pc:sldMk cId="310088412" sldId="444"/>
        </pc:sldMkLst>
        <pc:spChg chg="del">
          <ac:chgData name="Trong-Thuc Hoang" userId="74af82dad18fbf6c" providerId="LiveId" clId="{8372D42A-D0C1-4E4C-865A-97CA549E688F}" dt="2021-09-30T17:45:22.330" v="4988" actId="478"/>
          <ac:spMkLst>
            <pc:docMk/>
            <pc:sldMk cId="310088412" sldId="444"/>
            <ac:spMk id="11" creationId="{0746BAE3-A3FE-4938-88F0-46DED9770516}"/>
          </ac:spMkLst>
        </pc:spChg>
        <pc:spChg chg="del mod">
          <ac:chgData name="Trong-Thuc Hoang" userId="74af82dad18fbf6c" providerId="LiveId" clId="{8372D42A-D0C1-4E4C-865A-97CA549E688F}" dt="2021-09-30T17:45:20.938" v="4987" actId="478"/>
          <ac:spMkLst>
            <pc:docMk/>
            <pc:sldMk cId="310088412" sldId="444"/>
            <ac:spMk id="12" creationId="{74AB1CCB-1A50-45B5-9D9A-64C9AC71A42E}"/>
          </ac:spMkLst>
        </pc:spChg>
        <pc:spChg chg="mod">
          <ac:chgData name="Trong-Thuc Hoang" userId="74af82dad18fbf6c" providerId="LiveId" clId="{8372D42A-D0C1-4E4C-865A-97CA549E688F}" dt="2021-09-30T17:53:42.719" v="5405" actId="1076"/>
          <ac:spMkLst>
            <pc:docMk/>
            <pc:sldMk cId="310088412" sldId="444"/>
            <ac:spMk id="13" creationId="{DBC3C56D-8846-4093-BE15-5FB12BABB5F4}"/>
          </ac:spMkLst>
        </pc:spChg>
        <pc:spChg chg="add mod">
          <ac:chgData name="Trong-Thuc Hoang" userId="74af82dad18fbf6c" providerId="LiveId" clId="{8372D42A-D0C1-4E4C-865A-97CA549E688F}" dt="2021-09-30T17:53:34.674" v="5403" actId="1076"/>
          <ac:spMkLst>
            <pc:docMk/>
            <pc:sldMk cId="310088412" sldId="444"/>
            <ac:spMk id="14" creationId="{E7D11FE7-4B76-49D2-B11E-A0DC04FDFA80}"/>
          </ac:spMkLst>
        </pc:spChg>
        <pc:spChg chg="add mod">
          <ac:chgData name="Trong-Thuc Hoang" userId="74af82dad18fbf6c" providerId="LiveId" clId="{8372D42A-D0C1-4E4C-865A-97CA549E688F}" dt="2021-09-30T17:53:19.391" v="5398"/>
          <ac:spMkLst>
            <pc:docMk/>
            <pc:sldMk cId="310088412" sldId="444"/>
            <ac:spMk id="20" creationId="{8A594CA9-17D4-4A1D-B045-823E8D073867}"/>
          </ac:spMkLst>
        </pc:spChg>
        <pc:spChg chg="del">
          <ac:chgData name="Trong-Thuc Hoang" userId="74af82dad18fbf6c" providerId="LiveId" clId="{8372D42A-D0C1-4E4C-865A-97CA549E688F}" dt="2021-09-30T17:45:23.813" v="4989" actId="478"/>
          <ac:spMkLst>
            <pc:docMk/>
            <pc:sldMk cId="310088412" sldId="444"/>
            <ac:spMk id="64" creationId="{F2E27A04-5F93-4277-A7ED-4FDFFEC45A64}"/>
          </ac:spMkLst>
        </pc:spChg>
        <pc:spChg chg="mod">
          <ac:chgData name="Trong-Thuc Hoang" userId="74af82dad18fbf6c" providerId="LiveId" clId="{8372D42A-D0C1-4E4C-865A-97CA549E688F}" dt="2021-09-30T17:54:46.572" v="5491" actId="1076"/>
          <ac:spMkLst>
            <pc:docMk/>
            <pc:sldMk cId="310088412" sldId="444"/>
            <ac:spMk id="66" creationId="{31DD4D88-0D2F-4598-9D5B-7BD8D329646E}"/>
          </ac:spMkLst>
        </pc:spChg>
        <pc:picChg chg="add mod ord">
          <ac:chgData name="Trong-Thuc Hoang" userId="74af82dad18fbf6c" providerId="LiveId" clId="{8372D42A-D0C1-4E4C-865A-97CA549E688F}" dt="2021-09-30T17:53:24.536" v="5401" actId="167"/>
          <ac:picMkLst>
            <pc:docMk/>
            <pc:sldMk cId="310088412" sldId="444"/>
            <ac:picMk id="21" creationId="{C012273C-EE68-4897-ABCA-797B0F184763}"/>
          </ac:picMkLst>
        </pc:picChg>
        <pc:picChg chg="del mod">
          <ac:chgData name="Trong-Thuc Hoang" userId="74af82dad18fbf6c" providerId="LiveId" clId="{8372D42A-D0C1-4E4C-865A-97CA549E688F}" dt="2021-09-30T17:53:20.631" v="5399" actId="478"/>
          <ac:picMkLst>
            <pc:docMk/>
            <pc:sldMk cId="310088412" sldId="444"/>
            <ac:picMk id="53" creationId="{412058E3-135D-496B-8DBD-6813C20E66AE}"/>
          </ac:picMkLst>
        </pc:picChg>
        <pc:cxnChg chg="add mod">
          <ac:chgData name="Trong-Thuc Hoang" userId="74af82dad18fbf6c" providerId="LiveId" clId="{8372D42A-D0C1-4E4C-865A-97CA549E688F}" dt="2021-09-30T17:53:34.674" v="5403" actId="1076"/>
          <ac:cxnSpMkLst>
            <pc:docMk/>
            <pc:sldMk cId="310088412" sldId="444"/>
            <ac:cxnSpMk id="15" creationId="{EE612717-7BF8-4875-8DF3-B48F7A56B899}"/>
          </ac:cxnSpMkLst>
        </pc:cxnChg>
        <pc:cxnChg chg="add mod">
          <ac:chgData name="Trong-Thuc Hoang" userId="74af82dad18fbf6c" providerId="LiveId" clId="{8372D42A-D0C1-4E4C-865A-97CA549E688F}" dt="2021-09-30T17:53:37.210" v="5404" actId="14100"/>
          <ac:cxnSpMkLst>
            <pc:docMk/>
            <pc:sldMk cId="310088412" sldId="444"/>
            <ac:cxnSpMk id="16" creationId="{DE6B7EFF-3C8C-449F-806A-57E2A8298595}"/>
          </ac:cxnSpMkLst>
        </pc:cxnChg>
      </pc:sldChg>
      <pc:sldChg chg="delSp modSp add mod">
        <pc:chgData name="Trong-Thuc Hoang" userId="74af82dad18fbf6c" providerId="LiveId" clId="{8372D42A-D0C1-4E4C-865A-97CA549E688F}" dt="2021-09-30T17:55:40.268" v="5517" actId="1076"/>
        <pc:sldMkLst>
          <pc:docMk/>
          <pc:sldMk cId="2818332985" sldId="445"/>
        </pc:sldMkLst>
        <pc:spChg chg="mod">
          <ac:chgData name="Trong-Thuc Hoang" userId="74af82dad18fbf6c" providerId="LiveId" clId="{8372D42A-D0C1-4E4C-865A-97CA549E688F}" dt="2021-09-30T17:55:12.519" v="5498" actId="1076"/>
          <ac:spMkLst>
            <pc:docMk/>
            <pc:sldMk cId="2818332985" sldId="445"/>
            <ac:spMk id="13" creationId="{DBC3C56D-8846-4093-BE15-5FB12BABB5F4}"/>
          </ac:spMkLst>
        </pc:spChg>
        <pc:spChg chg="del">
          <ac:chgData name="Trong-Thuc Hoang" userId="74af82dad18fbf6c" providerId="LiveId" clId="{8372D42A-D0C1-4E4C-865A-97CA549E688F}" dt="2021-09-30T17:55:15.446" v="5499" actId="478"/>
          <ac:spMkLst>
            <pc:docMk/>
            <pc:sldMk cId="2818332985" sldId="445"/>
            <ac:spMk id="14" creationId="{E7D11FE7-4B76-49D2-B11E-A0DC04FDFA80}"/>
          </ac:spMkLst>
        </pc:spChg>
        <pc:spChg chg="mod">
          <ac:chgData name="Trong-Thuc Hoang" userId="74af82dad18fbf6c" providerId="LiveId" clId="{8372D42A-D0C1-4E4C-865A-97CA549E688F}" dt="2021-09-30T17:55:40.268" v="5517" actId="1076"/>
          <ac:spMkLst>
            <pc:docMk/>
            <pc:sldMk cId="2818332985" sldId="445"/>
            <ac:spMk id="66" creationId="{31DD4D88-0D2F-4598-9D5B-7BD8D329646E}"/>
          </ac:spMkLst>
        </pc:spChg>
        <pc:cxnChg chg="del">
          <ac:chgData name="Trong-Thuc Hoang" userId="74af82dad18fbf6c" providerId="LiveId" clId="{8372D42A-D0C1-4E4C-865A-97CA549E688F}" dt="2021-09-30T17:55:16.480" v="5500" actId="478"/>
          <ac:cxnSpMkLst>
            <pc:docMk/>
            <pc:sldMk cId="2818332985" sldId="445"/>
            <ac:cxnSpMk id="15" creationId="{EE612717-7BF8-4875-8DF3-B48F7A56B899}"/>
          </ac:cxnSpMkLst>
        </pc:cxnChg>
        <pc:cxnChg chg="mod">
          <ac:chgData name="Trong-Thuc Hoang" userId="74af82dad18fbf6c" providerId="LiveId" clId="{8372D42A-D0C1-4E4C-865A-97CA549E688F}" dt="2021-09-30T17:54:57.040" v="5493" actId="14100"/>
          <ac:cxnSpMkLst>
            <pc:docMk/>
            <pc:sldMk cId="2818332985" sldId="445"/>
            <ac:cxnSpMk id="16" creationId="{DE6B7EFF-3C8C-449F-806A-57E2A8298595}"/>
          </ac:cxnSpMkLst>
        </pc:cxnChg>
      </pc:sldChg>
      <pc:sldChg chg="addSp delSp modSp add mod">
        <pc:chgData name="Trong-Thuc Hoang" userId="74af82dad18fbf6c" providerId="LiveId" clId="{8372D42A-D0C1-4E4C-865A-97CA549E688F}" dt="2021-09-30T18:01:05.830" v="5671" actId="20577"/>
        <pc:sldMkLst>
          <pc:docMk/>
          <pc:sldMk cId="3423779572" sldId="446"/>
        </pc:sldMkLst>
        <pc:spChg chg="mod">
          <ac:chgData name="Trong-Thuc Hoang" userId="74af82dad18fbf6c" providerId="LiveId" clId="{8372D42A-D0C1-4E4C-865A-97CA549E688F}" dt="2021-09-30T18:01:03.134" v="5670" actId="6549"/>
          <ac:spMkLst>
            <pc:docMk/>
            <pc:sldMk cId="3423779572" sldId="446"/>
            <ac:spMk id="9" creationId="{6C551CF4-0809-497D-8F93-9B801D42AB33}"/>
          </ac:spMkLst>
        </pc:spChg>
        <pc:spChg chg="mod">
          <ac:chgData name="Trong-Thuc Hoang" userId="74af82dad18fbf6c" providerId="LiveId" clId="{8372D42A-D0C1-4E4C-865A-97CA549E688F}" dt="2021-09-30T18:01:05.830" v="5671" actId="20577"/>
          <ac:spMkLst>
            <pc:docMk/>
            <pc:sldMk cId="3423779572" sldId="446"/>
            <ac:spMk id="12" creationId="{F31FCA47-B041-4DE5-8EEB-C9FAFC20EB93}"/>
          </ac:spMkLst>
        </pc:spChg>
        <pc:picChg chg="del">
          <ac:chgData name="Trong-Thuc Hoang" userId="74af82dad18fbf6c" providerId="LiveId" clId="{8372D42A-D0C1-4E4C-865A-97CA549E688F}" dt="2021-09-30T18:00:05.655" v="5650" actId="478"/>
          <ac:picMkLst>
            <pc:docMk/>
            <pc:sldMk cId="3423779572" sldId="446"/>
            <ac:picMk id="7" creationId="{CE248AF9-D6DA-42B3-BE70-D2BDF7F472C0}"/>
          </ac:picMkLst>
        </pc:picChg>
        <pc:picChg chg="del">
          <ac:chgData name="Trong-Thuc Hoang" userId="74af82dad18fbf6c" providerId="LiveId" clId="{8372D42A-D0C1-4E4C-865A-97CA549E688F}" dt="2021-09-30T18:00:05.148" v="5649" actId="478"/>
          <ac:picMkLst>
            <pc:docMk/>
            <pc:sldMk cId="3423779572" sldId="446"/>
            <ac:picMk id="8" creationId="{7A36C857-E75B-4571-8462-BF3EB9A63E2F}"/>
          </ac:picMkLst>
        </pc:picChg>
        <pc:picChg chg="add mod">
          <ac:chgData name="Trong-Thuc Hoang" userId="74af82dad18fbf6c" providerId="LiveId" clId="{8372D42A-D0C1-4E4C-865A-97CA549E688F}" dt="2021-09-30T18:00:37.563" v="5660" actId="1076"/>
          <ac:picMkLst>
            <pc:docMk/>
            <pc:sldMk cId="3423779572" sldId="446"/>
            <ac:picMk id="11" creationId="{8D5A8E59-0905-4DE4-AA70-36A63156E45F}"/>
          </ac:picMkLst>
        </pc:picChg>
        <pc:picChg chg="add mod">
          <ac:chgData name="Trong-Thuc Hoang" userId="74af82dad18fbf6c" providerId="LiveId" clId="{8372D42A-D0C1-4E4C-865A-97CA549E688F}" dt="2021-09-30T18:00:31.785" v="5658" actId="14100"/>
          <ac:picMkLst>
            <pc:docMk/>
            <pc:sldMk cId="3423779572" sldId="446"/>
            <ac:picMk id="13" creationId="{2E838ACC-07FC-481C-BFD7-751E26A0E40A}"/>
          </ac:picMkLst>
        </pc:picChg>
      </pc:sldChg>
      <pc:sldChg chg="addSp delSp modSp add mod">
        <pc:chgData name="Trong-Thuc Hoang" userId="74af82dad18fbf6c" providerId="LiveId" clId="{8372D42A-D0C1-4E4C-865A-97CA549E688F}" dt="2021-09-30T18:01:51.809" v="5706" actId="1076"/>
        <pc:sldMkLst>
          <pc:docMk/>
          <pc:sldMk cId="3141680378" sldId="447"/>
        </pc:sldMkLst>
        <pc:spChg chg="mod">
          <ac:chgData name="Trong-Thuc Hoang" userId="74af82dad18fbf6c" providerId="LiveId" clId="{8372D42A-D0C1-4E4C-865A-97CA549E688F}" dt="2021-09-30T18:01:51.809" v="5706" actId="1076"/>
          <ac:spMkLst>
            <pc:docMk/>
            <pc:sldMk cId="3141680378" sldId="447"/>
            <ac:spMk id="9" creationId="{6C551CF4-0809-497D-8F93-9B801D42AB33}"/>
          </ac:spMkLst>
        </pc:spChg>
        <pc:spChg chg="mod">
          <ac:chgData name="Trong-Thuc Hoang" userId="74af82dad18fbf6c" providerId="LiveId" clId="{8372D42A-D0C1-4E4C-865A-97CA549E688F}" dt="2021-09-30T18:01:46.399" v="5704" actId="1076"/>
          <ac:spMkLst>
            <pc:docMk/>
            <pc:sldMk cId="3141680378" sldId="447"/>
            <ac:spMk id="12" creationId="{F31FCA47-B041-4DE5-8EEB-C9FAFC20EB93}"/>
          </ac:spMkLst>
        </pc:spChg>
        <pc:picChg chg="del">
          <ac:chgData name="Trong-Thuc Hoang" userId="74af82dad18fbf6c" providerId="LiveId" clId="{8372D42A-D0C1-4E4C-865A-97CA549E688F}" dt="2021-09-30T18:00:45.764" v="5663" actId="478"/>
          <ac:picMkLst>
            <pc:docMk/>
            <pc:sldMk cId="3141680378" sldId="447"/>
            <ac:picMk id="11" creationId="{8D5A8E59-0905-4DE4-AA70-36A63156E45F}"/>
          </ac:picMkLst>
        </pc:picChg>
        <pc:picChg chg="del">
          <ac:chgData name="Trong-Thuc Hoang" userId="74af82dad18fbf6c" providerId="LiveId" clId="{8372D42A-D0C1-4E4C-865A-97CA549E688F}" dt="2021-09-30T18:00:46.449" v="5664" actId="478"/>
          <ac:picMkLst>
            <pc:docMk/>
            <pc:sldMk cId="3141680378" sldId="447"/>
            <ac:picMk id="13" creationId="{2E838ACC-07FC-481C-BFD7-751E26A0E40A}"/>
          </ac:picMkLst>
        </pc:picChg>
        <pc:picChg chg="add mod">
          <ac:chgData name="Trong-Thuc Hoang" userId="74af82dad18fbf6c" providerId="LiveId" clId="{8372D42A-D0C1-4E4C-865A-97CA549E688F}" dt="2021-09-30T18:01:49.457" v="5705" actId="1076"/>
          <ac:picMkLst>
            <pc:docMk/>
            <pc:sldMk cId="3141680378" sldId="447"/>
            <ac:picMk id="14" creationId="{BDEE81C5-B288-4473-9B74-946EB9236B7E}"/>
          </ac:picMkLst>
        </pc:picChg>
        <pc:picChg chg="add mod">
          <ac:chgData name="Trong-Thuc Hoang" userId="74af82dad18fbf6c" providerId="LiveId" clId="{8372D42A-D0C1-4E4C-865A-97CA549E688F}" dt="2021-09-30T18:01:42.459" v="5703" actId="14100"/>
          <ac:picMkLst>
            <pc:docMk/>
            <pc:sldMk cId="3141680378" sldId="447"/>
            <ac:picMk id="15" creationId="{545114CA-4B6E-4F66-AD5C-0D5BD51E4822}"/>
          </ac:picMkLst>
        </pc:picChg>
      </pc:sldChg>
      <pc:sldChg chg="addSp delSp modSp add mod">
        <pc:chgData name="Trong-Thuc Hoang" userId="74af82dad18fbf6c" providerId="LiveId" clId="{8372D42A-D0C1-4E4C-865A-97CA549E688F}" dt="2021-09-30T18:09:44.138" v="5877" actId="1076"/>
        <pc:sldMkLst>
          <pc:docMk/>
          <pc:sldMk cId="2236601384" sldId="448"/>
        </pc:sldMkLst>
        <pc:spChg chg="del">
          <ac:chgData name="Trong-Thuc Hoang" userId="74af82dad18fbf6c" providerId="LiveId" clId="{8372D42A-D0C1-4E4C-865A-97CA549E688F}" dt="2021-09-30T18:04:36.556" v="5751" actId="478"/>
          <ac:spMkLst>
            <pc:docMk/>
            <pc:sldMk cId="2236601384" sldId="448"/>
            <ac:spMk id="9" creationId="{6C551CF4-0809-497D-8F93-9B801D42AB33}"/>
          </ac:spMkLst>
        </pc:spChg>
        <pc:spChg chg="del">
          <ac:chgData name="Trong-Thuc Hoang" userId="74af82dad18fbf6c" providerId="LiveId" clId="{8372D42A-D0C1-4E4C-865A-97CA549E688F}" dt="2021-09-30T18:04:37.458" v="5752" actId="478"/>
          <ac:spMkLst>
            <pc:docMk/>
            <pc:sldMk cId="2236601384" sldId="448"/>
            <ac:spMk id="12" creationId="{F31FCA47-B041-4DE5-8EEB-C9FAFC20EB93}"/>
          </ac:spMkLst>
        </pc:spChg>
        <pc:spChg chg="add mod">
          <ac:chgData name="Trong-Thuc Hoang" userId="74af82dad18fbf6c" providerId="LiveId" clId="{8372D42A-D0C1-4E4C-865A-97CA549E688F}" dt="2021-09-30T18:07:00.817" v="5796" actId="14100"/>
          <ac:spMkLst>
            <pc:docMk/>
            <pc:sldMk cId="2236601384" sldId="448"/>
            <ac:spMk id="13" creationId="{397140EA-AA7A-4975-A8C8-0CB0B0DBB7CB}"/>
          </ac:spMkLst>
        </pc:spChg>
        <pc:spChg chg="add mod">
          <ac:chgData name="Trong-Thuc Hoang" userId="74af82dad18fbf6c" providerId="LiveId" clId="{8372D42A-D0C1-4E4C-865A-97CA549E688F}" dt="2021-09-30T18:07:21.555" v="5806" actId="14100"/>
          <ac:spMkLst>
            <pc:docMk/>
            <pc:sldMk cId="2236601384" sldId="448"/>
            <ac:spMk id="16" creationId="{6D669997-E6FA-4B6D-8B88-BF72370523F0}"/>
          </ac:spMkLst>
        </pc:spChg>
        <pc:spChg chg="add mod">
          <ac:chgData name="Trong-Thuc Hoang" userId="74af82dad18fbf6c" providerId="LiveId" clId="{8372D42A-D0C1-4E4C-865A-97CA549E688F}" dt="2021-09-30T18:07:50.234" v="5812" actId="14100"/>
          <ac:spMkLst>
            <pc:docMk/>
            <pc:sldMk cId="2236601384" sldId="448"/>
            <ac:spMk id="17" creationId="{0B01EBD7-98AE-4A34-A726-1E00C3A139F7}"/>
          </ac:spMkLst>
        </pc:spChg>
        <pc:spChg chg="add mod">
          <ac:chgData name="Trong-Thuc Hoang" userId="74af82dad18fbf6c" providerId="LiveId" clId="{8372D42A-D0C1-4E4C-865A-97CA549E688F}" dt="2021-09-30T18:07:37.440" v="5809" actId="1076"/>
          <ac:spMkLst>
            <pc:docMk/>
            <pc:sldMk cId="2236601384" sldId="448"/>
            <ac:spMk id="18" creationId="{07A3083D-3493-4D29-8198-93AB162716A7}"/>
          </ac:spMkLst>
        </pc:spChg>
        <pc:spChg chg="add mod">
          <ac:chgData name="Trong-Thuc Hoang" userId="74af82dad18fbf6c" providerId="LiveId" clId="{8372D42A-D0C1-4E4C-865A-97CA549E688F}" dt="2021-09-30T18:07:56.363" v="5814" actId="1076"/>
          <ac:spMkLst>
            <pc:docMk/>
            <pc:sldMk cId="2236601384" sldId="448"/>
            <ac:spMk id="21" creationId="{0EB83CE2-778F-41C9-AB75-BA5804111D4E}"/>
          </ac:spMkLst>
        </pc:spChg>
        <pc:spChg chg="add mod">
          <ac:chgData name="Trong-Thuc Hoang" userId="74af82dad18fbf6c" providerId="LiveId" clId="{8372D42A-D0C1-4E4C-865A-97CA549E688F}" dt="2021-09-30T18:09:08.641" v="5830" actId="1076"/>
          <ac:spMkLst>
            <pc:docMk/>
            <pc:sldMk cId="2236601384" sldId="448"/>
            <ac:spMk id="24" creationId="{65A614C8-7316-4B12-8C88-BC7237C08B1B}"/>
          </ac:spMkLst>
        </pc:spChg>
        <pc:spChg chg="add mod">
          <ac:chgData name="Trong-Thuc Hoang" userId="74af82dad18fbf6c" providerId="LiveId" clId="{8372D42A-D0C1-4E4C-865A-97CA549E688F}" dt="2021-09-30T18:08:27.385" v="5818" actId="1582"/>
          <ac:spMkLst>
            <pc:docMk/>
            <pc:sldMk cId="2236601384" sldId="448"/>
            <ac:spMk id="25" creationId="{A768E8CE-B213-4C41-8B3D-B663ECBE0B12}"/>
          </ac:spMkLst>
        </pc:spChg>
        <pc:spChg chg="add mod">
          <ac:chgData name="Trong-Thuc Hoang" userId="74af82dad18fbf6c" providerId="LiveId" clId="{8372D42A-D0C1-4E4C-865A-97CA549E688F}" dt="2021-09-30T18:07:32.577" v="5808" actId="1076"/>
          <ac:spMkLst>
            <pc:docMk/>
            <pc:sldMk cId="2236601384" sldId="448"/>
            <ac:spMk id="28" creationId="{49B46A1D-1AD5-4231-9A9F-0392A09811E3}"/>
          </ac:spMkLst>
        </pc:spChg>
        <pc:spChg chg="add mod">
          <ac:chgData name="Trong-Thuc Hoang" userId="74af82dad18fbf6c" providerId="LiveId" clId="{8372D42A-D0C1-4E4C-865A-97CA549E688F}" dt="2021-09-30T18:09:44.138" v="5877" actId="1076"/>
          <ac:spMkLst>
            <pc:docMk/>
            <pc:sldMk cId="2236601384" sldId="448"/>
            <ac:spMk id="46" creationId="{5C571606-AF5F-4C47-AC1F-10FEFC1DD4EF}"/>
          </ac:spMkLst>
        </pc:spChg>
        <pc:picChg chg="add mod">
          <ac:chgData name="Trong-Thuc Hoang" userId="74af82dad18fbf6c" providerId="LiveId" clId="{8372D42A-D0C1-4E4C-865A-97CA549E688F}" dt="2021-09-30T18:07:03.220" v="5798" actId="1076"/>
          <ac:picMkLst>
            <pc:docMk/>
            <pc:sldMk cId="2236601384" sldId="448"/>
            <ac:picMk id="11" creationId="{CAF3883D-A890-4CC1-AB98-6594D3CAC245}"/>
          </ac:picMkLst>
        </pc:picChg>
        <pc:picChg chg="del">
          <ac:chgData name="Trong-Thuc Hoang" userId="74af82dad18fbf6c" providerId="LiveId" clId="{8372D42A-D0C1-4E4C-865A-97CA549E688F}" dt="2021-09-30T18:02:32.638" v="5708" actId="478"/>
          <ac:picMkLst>
            <pc:docMk/>
            <pc:sldMk cId="2236601384" sldId="448"/>
            <ac:picMk id="14" creationId="{BDEE81C5-B288-4473-9B74-946EB9236B7E}"/>
          </ac:picMkLst>
        </pc:picChg>
        <pc:picChg chg="del">
          <ac:chgData name="Trong-Thuc Hoang" userId="74af82dad18fbf6c" providerId="LiveId" clId="{8372D42A-D0C1-4E4C-865A-97CA549E688F}" dt="2021-09-30T18:02:32.980" v="5709" actId="478"/>
          <ac:picMkLst>
            <pc:docMk/>
            <pc:sldMk cId="2236601384" sldId="448"/>
            <ac:picMk id="15" creationId="{545114CA-4B6E-4F66-AD5C-0D5BD51E4822}"/>
          </ac:picMkLst>
        </pc:picChg>
        <pc:cxnChg chg="add mod">
          <ac:chgData name="Trong-Thuc Hoang" userId="74af82dad18fbf6c" providerId="LiveId" clId="{8372D42A-D0C1-4E4C-865A-97CA549E688F}" dt="2021-09-30T18:07:32.577" v="5808" actId="1076"/>
          <ac:cxnSpMkLst>
            <pc:docMk/>
            <pc:sldMk cId="2236601384" sldId="448"/>
            <ac:cxnSpMk id="19" creationId="{89F12B84-E246-40DF-AED6-337D9A69D576}"/>
          </ac:cxnSpMkLst>
        </pc:cxnChg>
        <pc:cxnChg chg="add mod">
          <ac:chgData name="Trong-Thuc Hoang" userId="74af82dad18fbf6c" providerId="LiveId" clId="{8372D42A-D0C1-4E4C-865A-97CA549E688F}" dt="2021-09-30T18:07:37.440" v="5809" actId="1076"/>
          <ac:cxnSpMkLst>
            <pc:docMk/>
            <pc:sldMk cId="2236601384" sldId="448"/>
            <ac:cxnSpMk id="20" creationId="{EEA801F0-C532-49CE-B07D-85FB4F541148}"/>
          </ac:cxnSpMkLst>
        </pc:cxnChg>
        <pc:cxnChg chg="add mod">
          <ac:chgData name="Trong-Thuc Hoang" userId="74af82dad18fbf6c" providerId="LiveId" clId="{8372D42A-D0C1-4E4C-865A-97CA549E688F}" dt="2021-09-30T18:07:56.363" v="5814" actId="1076"/>
          <ac:cxnSpMkLst>
            <pc:docMk/>
            <pc:sldMk cId="2236601384" sldId="448"/>
            <ac:cxnSpMk id="22" creationId="{00063C92-6CDB-43EA-A61E-06466F1FC724}"/>
          </ac:cxnSpMkLst>
        </pc:cxnChg>
        <pc:cxnChg chg="add mod">
          <ac:chgData name="Trong-Thuc Hoang" userId="74af82dad18fbf6c" providerId="LiveId" clId="{8372D42A-D0C1-4E4C-865A-97CA549E688F}" dt="2021-09-30T18:09:08.641" v="5830" actId="1076"/>
          <ac:cxnSpMkLst>
            <pc:docMk/>
            <pc:sldMk cId="2236601384" sldId="448"/>
            <ac:cxnSpMk id="23" creationId="{7488F97E-C77D-4879-BC25-BCC5FBC181E3}"/>
          </ac:cxnSpMkLst>
        </pc:cxnChg>
      </pc:sldChg>
      <pc:sldChg chg="addSp delSp modSp add mod modAnim">
        <pc:chgData name="Trong-Thuc Hoang" userId="74af82dad18fbf6c" providerId="LiveId" clId="{8372D42A-D0C1-4E4C-865A-97CA549E688F}" dt="2021-09-30T18:04:09.576" v="5750" actId="14100"/>
        <pc:sldMkLst>
          <pc:docMk/>
          <pc:sldMk cId="712394340" sldId="449"/>
        </pc:sldMkLst>
        <pc:spChg chg="del">
          <ac:chgData name="Trong-Thuc Hoang" userId="74af82dad18fbf6c" providerId="LiveId" clId="{8372D42A-D0C1-4E4C-865A-97CA549E688F}" dt="2021-09-30T18:02:41.850" v="5711" actId="478"/>
          <ac:spMkLst>
            <pc:docMk/>
            <pc:sldMk cId="712394340" sldId="449"/>
            <ac:spMk id="9" creationId="{6C551CF4-0809-497D-8F93-9B801D42AB33}"/>
          </ac:spMkLst>
        </pc:spChg>
        <pc:spChg chg="add mod">
          <ac:chgData name="Trong-Thuc Hoang" userId="74af82dad18fbf6c" providerId="LiveId" clId="{8372D42A-D0C1-4E4C-865A-97CA549E688F}" dt="2021-09-30T18:04:06.006" v="5749" actId="1076"/>
          <ac:spMkLst>
            <pc:docMk/>
            <pc:sldMk cId="712394340" sldId="449"/>
            <ac:spMk id="11" creationId="{A0D75995-9DA6-4C08-B812-7675005B4DDF}"/>
          </ac:spMkLst>
        </pc:spChg>
        <pc:spChg chg="del">
          <ac:chgData name="Trong-Thuc Hoang" userId="74af82dad18fbf6c" providerId="LiveId" clId="{8372D42A-D0C1-4E4C-865A-97CA549E688F}" dt="2021-09-30T18:02:42.573" v="5712" actId="478"/>
          <ac:spMkLst>
            <pc:docMk/>
            <pc:sldMk cId="712394340" sldId="449"/>
            <ac:spMk id="12" creationId="{F31FCA47-B041-4DE5-8EEB-C9FAFC20EB93}"/>
          </ac:spMkLst>
        </pc:spChg>
        <pc:picChg chg="add mod">
          <ac:chgData name="Trong-Thuc Hoang" userId="74af82dad18fbf6c" providerId="LiveId" clId="{8372D42A-D0C1-4E4C-865A-97CA549E688F}" dt="2021-09-30T18:04:09.576" v="5750" actId="14100"/>
          <ac:picMkLst>
            <pc:docMk/>
            <pc:sldMk cId="712394340" sldId="449"/>
            <ac:picMk id="2" creationId="{5C336BE3-8047-429B-A7B3-851807F04BBD}"/>
          </ac:picMkLst>
        </pc:picChg>
      </pc:sldChg>
      <pc:sldChg chg="addSp delSp modSp add mod">
        <pc:chgData name="Trong-Thuc Hoang" userId="74af82dad18fbf6c" providerId="LiveId" clId="{8372D42A-D0C1-4E4C-865A-97CA549E688F}" dt="2021-09-30T18:13:25.500" v="5948" actId="1076"/>
        <pc:sldMkLst>
          <pc:docMk/>
          <pc:sldMk cId="3708542869" sldId="450"/>
        </pc:sldMkLst>
        <pc:spChg chg="del">
          <ac:chgData name="Trong-Thuc Hoang" userId="74af82dad18fbf6c" providerId="LiveId" clId="{8372D42A-D0C1-4E4C-865A-97CA549E688F}" dt="2021-09-30T18:10:22.864" v="5900" actId="478"/>
          <ac:spMkLst>
            <pc:docMk/>
            <pc:sldMk cId="3708542869" sldId="450"/>
            <ac:spMk id="13" creationId="{397140EA-AA7A-4975-A8C8-0CB0B0DBB7CB}"/>
          </ac:spMkLst>
        </pc:spChg>
        <pc:spChg chg="del">
          <ac:chgData name="Trong-Thuc Hoang" userId="74af82dad18fbf6c" providerId="LiveId" clId="{8372D42A-D0C1-4E4C-865A-97CA549E688F}" dt="2021-09-30T18:10:22.864" v="5900" actId="478"/>
          <ac:spMkLst>
            <pc:docMk/>
            <pc:sldMk cId="3708542869" sldId="450"/>
            <ac:spMk id="16" creationId="{6D669997-E6FA-4B6D-8B88-BF72370523F0}"/>
          </ac:spMkLst>
        </pc:spChg>
        <pc:spChg chg="del">
          <ac:chgData name="Trong-Thuc Hoang" userId="74af82dad18fbf6c" providerId="LiveId" clId="{8372D42A-D0C1-4E4C-865A-97CA549E688F}" dt="2021-09-30T18:10:22.864" v="5900" actId="478"/>
          <ac:spMkLst>
            <pc:docMk/>
            <pc:sldMk cId="3708542869" sldId="450"/>
            <ac:spMk id="17" creationId="{0B01EBD7-98AE-4A34-A726-1E00C3A139F7}"/>
          </ac:spMkLst>
        </pc:spChg>
        <pc:spChg chg="del">
          <ac:chgData name="Trong-Thuc Hoang" userId="74af82dad18fbf6c" providerId="LiveId" clId="{8372D42A-D0C1-4E4C-865A-97CA549E688F}" dt="2021-09-30T18:10:22.864" v="5900" actId="478"/>
          <ac:spMkLst>
            <pc:docMk/>
            <pc:sldMk cId="3708542869" sldId="450"/>
            <ac:spMk id="18" creationId="{07A3083D-3493-4D29-8198-93AB162716A7}"/>
          </ac:spMkLst>
        </pc:spChg>
        <pc:spChg chg="del">
          <ac:chgData name="Trong-Thuc Hoang" userId="74af82dad18fbf6c" providerId="LiveId" clId="{8372D42A-D0C1-4E4C-865A-97CA549E688F}" dt="2021-09-30T18:10:25.207" v="5902" actId="478"/>
          <ac:spMkLst>
            <pc:docMk/>
            <pc:sldMk cId="3708542869" sldId="450"/>
            <ac:spMk id="21" creationId="{0EB83CE2-778F-41C9-AB75-BA5804111D4E}"/>
          </ac:spMkLst>
        </pc:spChg>
        <pc:spChg chg="del">
          <ac:chgData name="Trong-Thuc Hoang" userId="74af82dad18fbf6c" providerId="LiveId" clId="{8372D42A-D0C1-4E4C-865A-97CA549E688F}" dt="2021-09-30T18:10:23.820" v="5901" actId="478"/>
          <ac:spMkLst>
            <pc:docMk/>
            <pc:sldMk cId="3708542869" sldId="450"/>
            <ac:spMk id="24" creationId="{65A614C8-7316-4B12-8C88-BC7237C08B1B}"/>
          </ac:spMkLst>
        </pc:spChg>
        <pc:spChg chg="del">
          <ac:chgData name="Trong-Thuc Hoang" userId="74af82dad18fbf6c" providerId="LiveId" clId="{8372D42A-D0C1-4E4C-865A-97CA549E688F}" dt="2021-09-30T18:10:22.864" v="5900" actId="478"/>
          <ac:spMkLst>
            <pc:docMk/>
            <pc:sldMk cId="3708542869" sldId="450"/>
            <ac:spMk id="25" creationId="{A768E8CE-B213-4C41-8B3D-B663ECBE0B12}"/>
          </ac:spMkLst>
        </pc:spChg>
        <pc:spChg chg="add mod">
          <ac:chgData name="Trong-Thuc Hoang" userId="74af82dad18fbf6c" providerId="LiveId" clId="{8372D42A-D0C1-4E4C-865A-97CA549E688F}" dt="2021-09-30T18:13:00.681" v="5937" actId="14100"/>
          <ac:spMkLst>
            <pc:docMk/>
            <pc:sldMk cId="3708542869" sldId="450"/>
            <ac:spMk id="27" creationId="{517530FD-49CF-4920-B716-3252B24FD52D}"/>
          </ac:spMkLst>
        </pc:spChg>
        <pc:spChg chg="del">
          <ac:chgData name="Trong-Thuc Hoang" userId="74af82dad18fbf6c" providerId="LiveId" clId="{8372D42A-D0C1-4E4C-865A-97CA549E688F}" dt="2021-09-30T18:10:26.106" v="5903" actId="478"/>
          <ac:spMkLst>
            <pc:docMk/>
            <pc:sldMk cId="3708542869" sldId="450"/>
            <ac:spMk id="28" creationId="{49B46A1D-1AD5-4231-9A9F-0392A09811E3}"/>
          </ac:spMkLst>
        </pc:spChg>
        <pc:spChg chg="add mod">
          <ac:chgData name="Trong-Thuc Hoang" userId="74af82dad18fbf6c" providerId="LiveId" clId="{8372D42A-D0C1-4E4C-865A-97CA549E688F}" dt="2021-09-30T18:13:23.365" v="5947" actId="1076"/>
          <ac:spMkLst>
            <pc:docMk/>
            <pc:sldMk cId="3708542869" sldId="450"/>
            <ac:spMk id="30" creationId="{F491BB1C-F305-4724-B792-8C57946F7570}"/>
          </ac:spMkLst>
        </pc:spChg>
        <pc:spChg chg="add mod">
          <ac:chgData name="Trong-Thuc Hoang" userId="74af82dad18fbf6c" providerId="LiveId" clId="{8372D42A-D0C1-4E4C-865A-97CA549E688F}" dt="2021-09-30T18:12:44.905" v="5931" actId="14100"/>
          <ac:spMkLst>
            <pc:docMk/>
            <pc:sldMk cId="3708542869" sldId="450"/>
            <ac:spMk id="31" creationId="{7A88DCA5-564A-4F78-A511-D13FAB709404}"/>
          </ac:spMkLst>
        </pc:spChg>
        <pc:spChg chg="add mod">
          <ac:chgData name="Trong-Thuc Hoang" userId="74af82dad18fbf6c" providerId="LiveId" clId="{8372D42A-D0C1-4E4C-865A-97CA549E688F}" dt="2021-09-30T18:12:08.598" v="5918" actId="14100"/>
          <ac:spMkLst>
            <pc:docMk/>
            <pc:sldMk cId="3708542869" sldId="450"/>
            <ac:spMk id="32" creationId="{D600467E-FE8D-45E4-AD4F-66D4242722C0}"/>
          </ac:spMkLst>
        </pc:spChg>
        <pc:spChg chg="add mod">
          <ac:chgData name="Trong-Thuc Hoang" userId="74af82dad18fbf6c" providerId="LiveId" clId="{8372D42A-D0C1-4E4C-865A-97CA549E688F}" dt="2021-09-30T18:13:25.500" v="5948" actId="1076"/>
          <ac:spMkLst>
            <pc:docMk/>
            <pc:sldMk cId="3708542869" sldId="450"/>
            <ac:spMk id="34" creationId="{100E7CBA-D983-45A9-B471-124E00256C6E}"/>
          </ac:spMkLst>
        </pc:spChg>
        <pc:spChg chg="add mod">
          <ac:chgData name="Trong-Thuc Hoang" userId="74af82dad18fbf6c" providerId="LiveId" clId="{8372D42A-D0C1-4E4C-865A-97CA549E688F}" dt="2021-09-30T18:13:16.426" v="5945" actId="14100"/>
          <ac:spMkLst>
            <pc:docMk/>
            <pc:sldMk cId="3708542869" sldId="450"/>
            <ac:spMk id="36" creationId="{DD9CEE69-46A2-42E5-B410-8CD8D77D2023}"/>
          </ac:spMkLst>
        </pc:spChg>
        <pc:spChg chg="mod">
          <ac:chgData name="Trong-Thuc Hoang" userId="74af82dad18fbf6c" providerId="LiveId" clId="{8372D42A-D0C1-4E4C-865A-97CA549E688F}" dt="2021-09-30T18:10:54.817" v="5908" actId="1076"/>
          <ac:spMkLst>
            <pc:docMk/>
            <pc:sldMk cId="3708542869" sldId="450"/>
            <ac:spMk id="46" creationId="{5C571606-AF5F-4C47-AC1F-10FEFC1DD4EF}"/>
          </ac:spMkLst>
        </pc:spChg>
        <pc:picChg chg="del">
          <ac:chgData name="Trong-Thuc Hoang" userId="74af82dad18fbf6c" providerId="LiveId" clId="{8372D42A-D0C1-4E4C-865A-97CA549E688F}" dt="2021-09-30T18:10:21.268" v="5899" actId="478"/>
          <ac:picMkLst>
            <pc:docMk/>
            <pc:sldMk cId="3708542869" sldId="450"/>
            <ac:picMk id="11" creationId="{CAF3883D-A890-4CC1-AB98-6594D3CAC245}"/>
          </ac:picMkLst>
        </pc:picChg>
        <pc:picChg chg="add mod ord">
          <ac:chgData name="Trong-Thuc Hoang" userId="74af82dad18fbf6c" providerId="LiveId" clId="{8372D42A-D0C1-4E4C-865A-97CA549E688F}" dt="2021-09-30T18:11:46.259" v="5914" actId="1076"/>
          <ac:picMkLst>
            <pc:docMk/>
            <pc:sldMk cId="3708542869" sldId="450"/>
            <ac:picMk id="26" creationId="{C308A2E1-F954-478B-8B2A-4720C25276B5}"/>
          </ac:picMkLst>
        </pc:picChg>
        <pc:cxnChg chg="del mod">
          <ac:chgData name="Trong-Thuc Hoang" userId="74af82dad18fbf6c" providerId="LiveId" clId="{8372D42A-D0C1-4E4C-865A-97CA549E688F}" dt="2021-09-30T18:10:22.864" v="5900" actId="478"/>
          <ac:cxnSpMkLst>
            <pc:docMk/>
            <pc:sldMk cId="3708542869" sldId="450"/>
            <ac:cxnSpMk id="19" creationId="{89F12B84-E246-40DF-AED6-337D9A69D576}"/>
          </ac:cxnSpMkLst>
        </pc:cxnChg>
        <pc:cxnChg chg="del mod">
          <ac:chgData name="Trong-Thuc Hoang" userId="74af82dad18fbf6c" providerId="LiveId" clId="{8372D42A-D0C1-4E4C-865A-97CA549E688F}" dt="2021-09-30T18:10:22.864" v="5900" actId="478"/>
          <ac:cxnSpMkLst>
            <pc:docMk/>
            <pc:sldMk cId="3708542869" sldId="450"/>
            <ac:cxnSpMk id="20" creationId="{EEA801F0-C532-49CE-B07D-85FB4F541148}"/>
          </ac:cxnSpMkLst>
        </pc:cxnChg>
        <pc:cxnChg chg="del mod">
          <ac:chgData name="Trong-Thuc Hoang" userId="74af82dad18fbf6c" providerId="LiveId" clId="{8372D42A-D0C1-4E4C-865A-97CA549E688F}" dt="2021-09-30T18:10:22.864" v="5900" actId="478"/>
          <ac:cxnSpMkLst>
            <pc:docMk/>
            <pc:sldMk cId="3708542869" sldId="450"/>
            <ac:cxnSpMk id="22" creationId="{00063C92-6CDB-43EA-A61E-06466F1FC724}"/>
          </ac:cxnSpMkLst>
        </pc:cxnChg>
        <pc:cxnChg chg="del mod">
          <ac:chgData name="Trong-Thuc Hoang" userId="74af82dad18fbf6c" providerId="LiveId" clId="{8372D42A-D0C1-4E4C-865A-97CA549E688F}" dt="2021-09-30T18:10:22.864" v="5900" actId="478"/>
          <ac:cxnSpMkLst>
            <pc:docMk/>
            <pc:sldMk cId="3708542869" sldId="450"/>
            <ac:cxnSpMk id="23" creationId="{7488F97E-C77D-4879-BC25-BCC5FBC181E3}"/>
          </ac:cxnSpMkLst>
        </pc:cxnChg>
        <pc:cxnChg chg="add mod">
          <ac:chgData name="Trong-Thuc Hoang" userId="74af82dad18fbf6c" providerId="LiveId" clId="{8372D42A-D0C1-4E4C-865A-97CA549E688F}" dt="2021-09-30T18:13:23.365" v="5947" actId="1076"/>
          <ac:cxnSpMkLst>
            <pc:docMk/>
            <pc:sldMk cId="3708542869" sldId="450"/>
            <ac:cxnSpMk id="29" creationId="{8929A478-A315-42BC-BE37-94059083E15C}"/>
          </ac:cxnSpMkLst>
        </pc:cxnChg>
        <pc:cxnChg chg="add mod">
          <ac:chgData name="Trong-Thuc Hoang" userId="74af82dad18fbf6c" providerId="LiveId" clId="{8372D42A-D0C1-4E4C-865A-97CA549E688F}" dt="2021-09-30T18:13:25.500" v="5948" actId="1076"/>
          <ac:cxnSpMkLst>
            <pc:docMk/>
            <pc:sldMk cId="3708542869" sldId="450"/>
            <ac:cxnSpMk id="33" creationId="{86999109-9824-491A-BBF3-B085E5937B30}"/>
          </ac:cxnSpMkLst>
        </pc:cxnChg>
        <pc:cxnChg chg="add mod">
          <ac:chgData name="Trong-Thuc Hoang" userId="74af82dad18fbf6c" providerId="LiveId" clId="{8372D42A-D0C1-4E4C-865A-97CA549E688F}" dt="2021-09-30T18:13:16.426" v="5945" actId="14100"/>
          <ac:cxnSpMkLst>
            <pc:docMk/>
            <pc:sldMk cId="3708542869" sldId="450"/>
            <ac:cxnSpMk id="35" creationId="{2358E2E5-893A-4726-9996-994CC55DC07C}"/>
          </ac:cxnSpMkLst>
        </pc:cxnChg>
      </pc:sldChg>
      <pc:sldChg chg="addSp delSp modSp add mod">
        <pc:chgData name="Trong-Thuc Hoang" userId="74af82dad18fbf6c" providerId="LiveId" clId="{8372D42A-D0C1-4E4C-865A-97CA549E688F}" dt="2021-09-30T18:15:31.712" v="6012" actId="1076"/>
        <pc:sldMkLst>
          <pc:docMk/>
          <pc:sldMk cId="895158619" sldId="451"/>
        </pc:sldMkLst>
        <pc:spChg chg="del">
          <ac:chgData name="Trong-Thuc Hoang" userId="74af82dad18fbf6c" providerId="LiveId" clId="{8372D42A-D0C1-4E4C-865A-97CA549E688F}" dt="2021-09-30T18:13:56.717" v="5970" actId="478"/>
          <ac:spMkLst>
            <pc:docMk/>
            <pc:sldMk cId="895158619" sldId="451"/>
            <ac:spMk id="27" creationId="{517530FD-49CF-4920-B716-3252B24FD52D}"/>
          </ac:spMkLst>
        </pc:spChg>
        <pc:spChg chg="del">
          <ac:chgData name="Trong-Thuc Hoang" userId="74af82dad18fbf6c" providerId="LiveId" clId="{8372D42A-D0C1-4E4C-865A-97CA549E688F}" dt="2021-09-30T18:14:08.837" v="5976" actId="478"/>
          <ac:spMkLst>
            <pc:docMk/>
            <pc:sldMk cId="895158619" sldId="451"/>
            <ac:spMk id="30" creationId="{F491BB1C-F305-4724-B792-8C57946F7570}"/>
          </ac:spMkLst>
        </pc:spChg>
        <pc:spChg chg="del">
          <ac:chgData name="Trong-Thuc Hoang" userId="74af82dad18fbf6c" providerId="LiveId" clId="{8372D42A-D0C1-4E4C-865A-97CA549E688F}" dt="2021-09-30T18:13:55.314" v="5969" actId="478"/>
          <ac:spMkLst>
            <pc:docMk/>
            <pc:sldMk cId="895158619" sldId="451"/>
            <ac:spMk id="31" creationId="{7A88DCA5-564A-4F78-A511-D13FAB709404}"/>
          </ac:spMkLst>
        </pc:spChg>
        <pc:spChg chg="del">
          <ac:chgData name="Trong-Thuc Hoang" userId="74af82dad18fbf6c" providerId="LiveId" clId="{8372D42A-D0C1-4E4C-865A-97CA549E688F}" dt="2021-09-30T18:13:54.487" v="5968" actId="478"/>
          <ac:spMkLst>
            <pc:docMk/>
            <pc:sldMk cId="895158619" sldId="451"/>
            <ac:spMk id="32" creationId="{D600467E-FE8D-45E4-AD4F-66D4242722C0}"/>
          </ac:spMkLst>
        </pc:spChg>
        <pc:spChg chg="mod">
          <ac:chgData name="Trong-Thuc Hoang" userId="74af82dad18fbf6c" providerId="LiveId" clId="{8372D42A-D0C1-4E4C-865A-97CA549E688F}" dt="2021-09-30T18:15:31.712" v="6012" actId="1076"/>
          <ac:spMkLst>
            <pc:docMk/>
            <pc:sldMk cId="895158619" sldId="451"/>
            <ac:spMk id="34" creationId="{100E7CBA-D983-45A9-B471-124E00256C6E}"/>
          </ac:spMkLst>
        </pc:spChg>
        <pc:spChg chg="mod">
          <ac:chgData name="Trong-Thuc Hoang" userId="74af82dad18fbf6c" providerId="LiveId" clId="{8372D42A-D0C1-4E4C-865A-97CA549E688F}" dt="2021-09-30T18:15:29.931" v="6011" actId="1076"/>
          <ac:spMkLst>
            <pc:docMk/>
            <pc:sldMk cId="895158619" sldId="451"/>
            <ac:spMk id="36" creationId="{DD9CEE69-46A2-42E5-B410-8CD8D77D2023}"/>
          </ac:spMkLst>
        </pc:spChg>
        <pc:spChg chg="mod">
          <ac:chgData name="Trong-Thuc Hoang" userId="74af82dad18fbf6c" providerId="LiveId" clId="{8372D42A-D0C1-4E4C-865A-97CA549E688F}" dt="2021-09-30T18:15:12.292" v="6005" actId="1076"/>
          <ac:spMkLst>
            <pc:docMk/>
            <pc:sldMk cId="895158619" sldId="451"/>
            <ac:spMk id="46" creationId="{5C571606-AF5F-4C47-AC1F-10FEFC1DD4EF}"/>
          </ac:spMkLst>
        </pc:spChg>
        <pc:picChg chg="add mod ord">
          <ac:chgData name="Trong-Thuc Hoang" userId="74af82dad18fbf6c" providerId="LiveId" clId="{8372D42A-D0C1-4E4C-865A-97CA549E688F}" dt="2021-09-30T18:15:27.211" v="6010" actId="1076"/>
          <ac:picMkLst>
            <pc:docMk/>
            <pc:sldMk cId="895158619" sldId="451"/>
            <ac:picMk id="17" creationId="{015CA2EF-F4BB-4FC3-8845-0BF2EB694BAD}"/>
          </ac:picMkLst>
        </pc:picChg>
        <pc:picChg chg="add mod ord">
          <ac:chgData name="Trong-Thuc Hoang" userId="74af82dad18fbf6c" providerId="LiveId" clId="{8372D42A-D0C1-4E4C-865A-97CA549E688F}" dt="2021-09-30T18:15:25.408" v="6009" actId="1076"/>
          <ac:picMkLst>
            <pc:docMk/>
            <pc:sldMk cId="895158619" sldId="451"/>
            <ac:picMk id="18" creationId="{2E786D53-6CBB-4962-A937-DD23AD8C94FF}"/>
          </ac:picMkLst>
        </pc:picChg>
        <pc:picChg chg="del">
          <ac:chgData name="Trong-Thuc Hoang" userId="74af82dad18fbf6c" providerId="LiveId" clId="{8372D42A-D0C1-4E4C-865A-97CA549E688F}" dt="2021-09-30T18:13:52.857" v="5967" actId="478"/>
          <ac:picMkLst>
            <pc:docMk/>
            <pc:sldMk cId="895158619" sldId="451"/>
            <ac:picMk id="26" creationId="{C308A2E1-F954-478B-8B2A-4720C25276B5}"/>
          </ac:picMkLst>
        </pc:picChg>
        <pc:cxnChg chg="del mod">
          <ac:chgData name="Trong-Thuc Hoang" userId="74af82dad18fbf6c" providerId="LiveId" clId="{8372D42A-D0C1-4E4C-865A-97CA549E688F}" dt="2021-09-30T18:13:57.365" v="5971" actId="478"/>
          <ac:cxnSpMkLst>
            <pc:docMk/>
            <pc:sldMk cId="895158619" sldId="451"/>
            <ac:cxnSpMk id="29" creationId="{8929A478-A315-42BC-BE37-94059083E15C}"/>
          </ac:cxnSpMkLst>
        </pc:cxnChg>
        <pc:cxnChg chg="del mod">
          <ac:chgData name="Trong-Thuc Hoang" userId="74af82dad18fbf6c" providerId="LiveId" clId="{8372D42A-D0C1-4E4C-865A-97CA549E688F}" dt="2021-09-30T18:13:58.237" v="5972" actId="478"/>
          <ac:cxnSpMkLst>
            <pc:docMk/>
            <pc:sldMk cId="895158619" sldId="451"/>
            <ac:cxnSpMk id="33" creationId="{86999109-9824-491A-BBF3-B085E5937B30}"/>
          </ac:cxnSpMkLst>
        </pc:cxnChg>
        <pc:cxnChg chg="del mod">
          <ac:chgData name="Trong-Thuc Hoang" userId="74af82dad18fbf6c" providerId="LiveId" clId="{8372D42A-D0C1-4E4C-865A-97CA549E688F}" dt="2021-09-30T18:13:59.163" v="5973" actId="478"/>
          <ac:cxnSpMkLst>
            <pc:docMk/>
            <pc:sldMk cId="895158619" sldId="451"/>
            <ac:cxnSpMk id="35" creationId="{2358E2E5-893A-4726-9996-994CC55DC07C}"/>
          </ac:cxnSpMkLst>
        </pc:cxnChg>
      </pc:sldChg>
      <pc:sldChg chg="addSp delSp modSp add mod">
        <pc:chgData name="Trong-Thuc Hoang" userId="74af82dad18fbf6c" providerId="LiveId" clId="{8372D42A-D0C1-4E4C-865A-97CA549E688F}" dt="2021-09-30T18:16:46.536" v="6078" actId="1076"/>
        <pc:sldMkLst>
          <pc:docMk/>
          <pc:sldMk cId="2961779750" sldId="452"/>
        </pc:sldMkLst>
        <pc:spChg chg="mod">
          <ac:chgData name="Trong-Thuc Hoang" userId="74af82dad18fbf6c" providerId="LiveId" clId="{8372D42A-D0C1-4E4C-865A-97CA549E688F}" dt="2021-09-30T18:16:46.536" v="6078" actId="1076"/>
          <ac:spMkLst>
            <pc:docMk/>
            <pc:sldMk cId="2961779750" sldId="452"/>
            <ac:spMk id="34" creationId="{100E7CBA-D983-45A9-B471-124E00256C6E}"/>
          </ac:spMkLst>
        </pc:spChg>
        <pc:spChg chg="del">
          <ac:chgData name="Trong-Thuc Hoang" userId="74af82dad18fbf6c" providerId="LiveId" clId="{8372D42A-D0C1-4E4C-865A-97CA549E688F}" dt="2021-09-30T18:15:44.044" v="6016" actId="478"/>
          <ac:spMkLst>
            <pc:docMk/>
            <pc:sldMk cId="2961779750" sldId="452"/>
            <ac:spMk id="36" creationId="{DD9CEE69-46A2-42E5-B410-8CD8D77D2023}"/>
          </ac:spMkLst>
        </pc:spChg>
        <pc:picChg chg="add mod ord">
          <ac:chgData name="Trong-Thuc Hoang" userId="74af82dad18fbf6c" providerId="LiveId" clId="{8372D42A-D0C1-4E4C-865A-97CA549E688F}" dt="2021-09-30T18:16:14.417" v="6025" actId="1076"/>
          <ac:picMkLst>
            <pc:docMk/>
            <pc:sldMk cId="2961779750" sldId="452"/>
            <ac:picMk id="11" creationId="{4FB2C660-90D6-435B-B4EE-1BE5B7E6E9FE}"/>
          </ac:picMkLst>
        </pc:picChg>
        <pc:picChg chg="del">
          <ac:chgData name="Trong-Thuc Hoang" userId="74af82dad18fbf6c" providerId="LiveId" clId="{8372D42A-D0C1-4E4C-865A-97CA549E688F}" dt="2021-09-30T18:15:42.079" v="6014" actId="478"/>
          <ac:picMkLst>
            <pc:docMk/>
            <pc:sldMk cId="2961779750" sldId="452"/>
            <ac:picMk id="17" creationId="{015CA2EF-F4BB-4FC3-8845-0BF2EB694BAD}"/>
          </ac:picMkLst>
        </pc:picChg>
        <pc:picChg chg="del">
          <ac:chgData name="Trong-Thuc Hoang" userId="74af82dad18fbf6c" providerId="LiveId" clId="{8372D42A-D0C1-4E4C-865A-97CA549E688F}" dt="2021-09-30T18:15:43.274" v="6015" actId="478"/>
          <ac:picMkLst>
            <pc:docMk/>
            <pc:sldMk cId="2961779750" sldId="452"/>
            <ac:picMk id="18" creationId="{2E786D53-6CBB-4962-A937-DD23AD8C94FF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method 0 (sign / sign)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s0</c:v>
                </c:pt>
                <c:pt idx="1">
                  <c:v>s1</c:v>
                </c:pt>
                <c:pt idx="2">
                  <c:v>s2</c:v>
                </c:pt>
                <c:pt idx="3">
                  <c:v>s3</c:v>
                </c:pt>
                <c:pt idx="4">
                  <c:v>s4</c:v>
                </c:pt>
                <c:pt idx="5">
                  <c:v>s5</c:v>
                </c:pt>
                <c:pt idx="6">
                  <c:v>s6</c:v>
                </c:pt>
                <c:pt idx="7">
                  <c:v>s24</c:v>
                </c:pt>
                <c:pt idx="8">
                  <c:v>s25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1081.4</c:v>
                </c:pt>
                <c:pt idx="1">
                  <c:v>1079.7</c:v>
                </c:pt>
                <c:pt idx="2">
                  <c:v>3684.4</c:v>
                </c:pt>
                <c:pt idx="3">
                  <c:v>3687.1</c:v>
                </c:pt>
                <c:pt idx="4">
                  <c:v>1070.1</c:v>
                </c:pt>
                <c:pt idx="5">
                  <c:v>3675.4</c:v>
                </c:pt>
                <c:pt idx="6">
                  <c:v>3031.2</c:v>
                </c:pt>
                <c:pt idx="7">
                  <c:v>9302.3</c:v>
                </c:pt>
                <c:pt idx="8">
                  <c:v>3270.7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method 3 (static DH / static DH)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s0</c:v>
                </c:pt>
                <c:pt idx="1">
                  <c:v>s1</c:v>
                </c:pt>
                <c:pt idx="2">
                  <c:v>s2</c:v>
                </c:pt>
                <c:pt idx="3">
                  <c:v>s3</c:v>
                </c:pt>
                <c:pt idx="4">
                  <c:v>s4</c:v>
                </c:pt>
                <c:pt idx="5">
                  <c:v>s5</c:v>
                </c:pt>
                <c:pt idx="6">
                  <c:v>s6</c:v>
                </c:pt>
                <c:pt idx="7">
                  <c:v>s24</c:v>
                </c:pt>
                <c:pt idx="8">
                  <c:v>s25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813.9</c:v>
                </c:pt>
                <c:pt idx="1">
                  <c:v>815.0</c:v>
                </c:pt>
                <c:pt idx="2">
                  <c:v>2752.0</c:v>
                </c:pt>
                <c:pt idx="3">
                  <c:v>2749.6</c:v>
                </c:pt>
                <c:pt idx="4">
                  <c:v>818.0</c:v>
                </c:pt>
                <c:pt idx="5">
                  <c:v>2755.9</c:v>
                </c:pt>
                <c:pt idx="6">
                  <c:v>821.2</c:v>
                </c:pt>
                <c:pt idx="7">
                  <c:v>6970.6</c:v>
                </c:pt>
                <c:pt idx="8">
                  <c:v>2164.2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Times New Roma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Times New Roman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latin typeface="Times New Roman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compute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s0</c:v>
                </c:pt>
                <c:pt idx="1">
                  <c:v>s1</c:v>
                </c:pt>
                <c:pt idx="2">
                  <c:v>s2</c:v>
                </c:pt>
                <c:pt idx="3">
                  <c:v>s3</c:v>
                </c:pt>
                <c:pt idx="4">
                  <c:v>s4</c:v>
                </c:pt>
                <c:pt idx="5">
                  <c:v>s5</c:v>
                </c:pt>
                <c:pt idx="6">
                  <c:v>s6</c:v>
                </c:pt>
                <c:pt idx="7">
                  <c:v>s24</c:v>
                </c:pt>
                <c:pt idx="8">
                  <c:v>s25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390.6</c:v>
                </c:pt>
                <c:pt idx="1">
                  <c:v>390.6</c:v>
                </c:pt>
                <c:pt idx="2">
                  <c:v>1368.0</c:v>
                </c:pt>
                <c:pt idx="3">
                  <c:v>1368.0</c:v>
                </c:pt>
                <c:pt idx="4">
                  <c:v>389.5</c:v>
                </c:pt>
                <c:pt idx="5">
                  <c:v>1352.8</c:v>
                </c:pt>
                <c:pt idx="6">
                  <c:v>390.6</c:v>
                </c:pt>
                <c:pt idx="7">
                  <c:v>3480.8</c:v>
                </c:pt>
                <c:pt idx="8">
                  <c:v>1065.2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radio + waiting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s0</c:v>
                </c:pt>
                <c:pt idx="1">
                  <c:v>s1</c:v>
                </c:pt>
                <c:pt idx="2">
                  <c:v>s2</c:v>
                </c:pt>
                <c:pt idx="3">
                  <c:v>s3</c:v>
                </c:pt>
                <c:pt idx="4">
                  <c:v>s4</c:v>
                </c:pt>
                <c:pt idx="5">
                  <c:v>s5</c:v>
                </c:pt>
                <c:pt idx="6">
                  <c:v>s6</c:v>
                </c:pt>
                <c:pt idx="7">
                  <c:v>s24</c:v>
                </c:pt>
                <c:pt idx="8">
                  <c:v>s25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423.3</c:v>
                </c:pt>
                <c:pt idx="1">
                  <c:v>424.4</c:v>
                </c:pt>
                <c:pt idx="2">
                  <c:v>1384.0</c:v>
                </c:pt>
                <c:pt idx="3">
                  <c:v>1381.6</c:v>
                </c:pt>
                <c:pt idx="4">
                  <c:v>428.5</c:v>
                </c:pt>
                <c:pt idx="5">
                  <c:v>1403.1</c:v>
                </c:pt>
                <c:pt idx="6">
                  <c:v>430.6</c:v>
                </c:pt>
                <c:pt idx="7">
                  <c:v>3489.8</c:v>
                </c:pt>
                <c:pt idx="8">
                  <c:v>1099.0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Times New Roma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Times New Roman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latin typeface="Times New Roman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262033-E569-469B-8AC2-4E5C1BF167E5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078D98-5ADF-47DD-97FF-EFBD9071E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093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1_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" name="Google Shape;15;p39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39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39"/>
          <p:cNvSpPr txBox="1">
            <a:spLocks noGrp="1"/>
          </p:cNvSpPr>
          <p:nvPr>
            <p:ph type="sldNum" idx="12"/>
          </p:nvPr>
        </p:nvSpPr>
        <p:spPr>
          <a:xfrm>
            <a:off x="11284906" y="6448425"/>
            <a:ext cx="9072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84883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chart" Target="../charts/char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chart" Target="../charts/char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ustomShape 2">
            <a:extLst>
              <a:ext uri="{FF2B5EF4-FFF2-40B4-BE49-F238E27FC236}">
                <a16:creationId xmlns:a16="http://schemas.microsoft.com/office/drawing/2014/main" id="{8E1DDF91-6A44-D4D7-7471-7AE241499D0B}"/>
              </a:ext>
            </a:extLst>
          </p:cNvPr>
          <p:cNvSpPr/>
          <p:nvPr/>
        </p:nvSpPr>
        <p:spPr>
          <a:xfrm>
            <a:off x="-6000" y="2079927"/>
            <a:ext cx="12198000" cy="156820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" name="CustomShape 1"/>
          <p:cNvSpPr/>
          <p:nvPr/>
        </p:nvSpPr>
        <p:spPr>
          <a:xfrm>
            <a:off x="4341928" y="6089099"/>
            <a:ext cx="3502144" cy="5833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2026/12</a:t>
            </a:r>
            <a:endParaRPr lang="en-US" sz="3200" b="0" strike="noStrike" spc="-1" dirty="0">
              <a:latin typeface="Arial"/>
            </a:endParaRPr>
          </a:p>
        </p:txBody>
      </p:sp>
      <p:sp>
        <p:nvSpPr>
          <p:cNvPr id="41" name="CustomShape 3"/>
          <p:cNvSpPr/>
          <p:nvPr/>
        </p:nvSpPr>
        <p:spPr>
          <a:xfrm>
            <a:off x="0" y="2079928"/>
            <a:ext cx="12186000" cy="156820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48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「Course」</a:t>
            </a:r>
            <a:r>
              <a:rPr lang="en-US" altLang="ja-JP" sz="48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/>
            </a:r>
            <a:r>
              <a:rPr lang="ja-JP" altLang="en-US" sz="48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/>
            </a:r>
            <a:endParaRPr lang="en-US" altLang="ja-JP" sz="4800" b="1" strike="noStrike" spc="-1" dirty="0">
              <a:solidFill>
                <a:srgbClr val="000000"/>
              </a:solidFill>
              <a:latin typeface="Times New Roman"/>
              <a:ea typeface="DejaVu Sans"/>
            </a:endParaRPr>
          </a:p>
          <a:p>
            <a:pPr algn="ctr">
              <a:lnSpc>
                <a:spcPct val="100000"/>
              </a:lnSpc>
            </a:pPr>
            <a:r>
              <a:rPr lang="en-US" altLang="ja-JP" sz="480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EDHOC on a Rocket RV64 SoC</a:t>
            </a:r>
            <a:r>
              <a:rPr lang="en-US" sz="4800" spc="-1" dirty="0">
                <a:solidFill>
                  <a:srgbClr val="000000"/>
                </a:solidFill>
                <a:latin typeface="Times New Roman"/>
              </a:rPr>
              <a:t/>
            </a:r>
            <a:r>
              <a:rPr lang="en-US" sz="4800" strike="noStrike" spc="-1" dirty="0">
                <a:solidFill>
                  <a:srgbClr val="000000"/>
                </a:solidFill>
                <a:latin typeface="Times New Roman"/>
              </a:rPr>
              <a:t/>
            </a:r>
            <a:endParaRPr lang="en-US" sz="4800" b="0" i="1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</a:t>
            </a:fld>
            <a:endParaRPr lang="en-US" sz="1600" b="0" strike="noStrike" spc="-1"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232DAB-B18D-766D-7494-FC208ADBD8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255EAE-0C29-D6E4-77ED-04D11CA4E1E2}"/>
              </a:ext>
            </a:extLst>
          </p:cNvPr>
          <p:cNvSpPr txBox="1"/>
          <p:nvPr/>
        </p:nvSpPr>
        <p:spPr>
          <a:xfrm>
            <a:off x="4341928" y="5504324"/>
            <a:ext cx="3502144" cy="584775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Khai-Duy Nguyen</a:t>
            </a:r>
          </a:p>
        </p:txBody>
      </p:sp>
      <p:sp>
        <p:nvSpPr>
          <p:cNvPr id="6" name="CustomShape 3">
            <a:extLst>
              <a:ext uri="{FF2B5EF4-FFF2-40B4-BE49-F238E27FC236}">
                <a16:creationId xmlns:a16="http://schemas.microsoft.com/office/drawing/2014/main" id="{6D0CA2DB-BAF7-3DF1-4A25-671F9EC2334A}"/>
              </a:ext>
            </a:extLst>
          </p:cNvPr>
          <p:cNvSpPr/>
          <p:nvPr/>
        </p:nvSpPr>
        <p:spPr>
          <a:xfrm>
            <a:off x="-6000" y="3986473"/>
            <a:ext cx="12198000" cy="7064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40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「 Lesson 3 」</a:t>
            </a:r>
            <a:r>
              <a:rPr lang="en-US" sz="40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/>
            </a:r>
            <a:r>
              <a:rPr lang="ja-JP" altLang="en-US" sz="40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/>
            </a:r>
            <a:r>
              <a:rPr lang="en-US" altLang="ja-JP" sz="400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/>
            </a:r>
            <a:r>
              <a:rPr lang="en-US" altLang="ja-JP" sz="4000" strike="noStrike" spc="-1" dirty="0" err="1">
                <a:solidFill>
                  <a:srgbClr val="000000"/>
                </a:solidFill>
                <a:latin typeface="Times New Roman"/>
                <a:ea typeface="DejaVu Sans"/>
              </a:rPr>
              <a:t>  EDHOC (RFC 9528) on two boards</a:t>
            </a:r>
            <a:endParaRPr lang="en-US" sz="4000" b="0" i="1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5300" y="1839130"/>
            <a:ext cx="11381400" cy="40304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000000"/>
                </a:solidFill>
                <a:latin typeface="Times New Roman"/>
              </a:rPr>
              <a:t>Today’s lesson purpose:</a:t>
            </a:r>
          </a:p>
          <a:p>
            <a:pPr marL="256032" indent="-219456"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Understand EDHOC: three messages that authenticate two devices and give them a shared secret (RFC 9528).</a:t>
            </a:r>
          </a:p>
          <a:p>
            <a:pPr marL="256032" indent="-219456"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Know the four authentication methods, the nine cipher suites and the key schedule, and read the messages byte by byte.</a:t>
            </a:r>
          </a:p>
          <a:p>
            <a:pPr marL="256032" indent="-219456"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Build, run and measure all 36 method × suite combinations on two boards over the radio, and check the code against the RFC 9529 test vectors.</a:t>
            </a:r>
          </a:p>
          <a:p>
            <a:r>
              <a:rPr sz="1800" b="0">
                <a:solidFill>
                  <a:srgbClr val="808080"/>
                </a:solidFill>
                <a:latin typeface="Times New Roman"/>
              </a:rPr>
              <a:t>Code: fpga/sw/export/edhoc-wolfssl   ·   standard: RFC 9528 (2024), examples: RFC 9529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C8F3E6-8FCF-8406-D385-1271B41CF2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EDHOC in a Nutshell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Run One Handshake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Key Schedule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Inside the Messages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The Library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What to Expect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1">
                <a:solidFill>
                  <a:srgbClr val="37863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EDHOC in a Nutshell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Run One Handshake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Key Schedule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Inside the Messages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The Library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What to Expect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EDHOC in a Nutshell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(1/5) What EDHOC is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5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65760" y="868680"/>
            <a:ext cx="11430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E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phemeral </a:t>
            </a:r>
            <a:r>
              <a:rPr sz="1900" b="1">
                <a:solidFill>
                  <a:srgbClr val="000000"/>
                </a:solidFill>
                <a:latin typeface="Times New Roman"/>
              </a:rPr>
              <a:t>D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iffie-</a:t>
            </a:r>
            <a:r>
              <a:rPr sz="1900" b="1">
                <a:solidFill>
                  <a:srgbClr val="000000"/>
                </a:solidFill>
                <a:latin typeface="Times New Roman"/>
              </a:rPr>
              <a:t>H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ellman </a:t>
            </a:r>
            <a:r>
              <a:rPr sz="1900" b="1">
                <a:solidFill>
                  <a:srgbClr val="000000"/>
                </a:solidFill>
                <a:latin typeface="Times New Roman"/>
              </a:rPr>
              <a:t>O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ver </a:t>
            </a:r>
            <a:r>
              <a:rPr sz="1900" b="1">
                <a:solidFill>
                  <a:srgbClr val="000000"/>
                </a:solidFill>
                <a:latin typeface="Times New Roman"/>
              </a:rPr>
              <a:t>C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OSE: an authenticated key exchange for small devices and slow links (IETF LAKE, RFC 9528, March 2024).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Three messages. After them both sides know who the other is (signature or static DH) and share a fresh secret </a:t>
            </a:r>
            <a:r>
              <a:rPr sz="1900" b="1">
                <a:solidFill>
                  <a:srgbClr val="000000"/>
                </a:solidFill>
                <a:latin typeface="Times New Roman"/>
              </a:rPr>
              <a:t>PRK_out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 (forward secrecy).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Messages are compact CBOR; credentials and keys use COSE — the formats OSCORE, CoAP and constrained IoT stacks already use.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From PRK_out an application derives its own keys (</a:t>
            </a:r>
            <a:r>
              <a:rPr sz="1900" b="0" i="1">
                <a:solidFill>
                  <a:srgbClr val="000000"/>
                </a:solidFill>
                <a:latin typeface="Times New Roman"/>
              </a:rPr>
              <a:t>EDHOC_Exporter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): OSCORE in the standard, the encrypted file channel in Lesson 5.</a:t>
            </a:r>
          </a:p>
        </p:txBody>
      </p: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365760" y="4754880"/>
          <a:ext cx="64008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</a:tblGrid>
              <a:tr h="4267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Role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Here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Initiator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board A — starts the handshake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Responder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board B — waits for message_1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EDHOC in a Nutshell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(2/5) Message flow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6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457200" y="868680"/>
            <a:ext cx="2926080" cy="548640"/>
          </a:xfrm>
          <a:prstGeom prst="roundRect">
            <a:avLst/>
          </a:prstGeom>
          <a:solidFill>
            <a:srgbClr val="DAE8F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600" b="1">
                <a:solidFill>
                  <a:srgbClr val="000000"/>
                </a:solidFill>
                <a:latin typeface="Times New Roman"/>
              </a:rPr>
              <a:t>Initiator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(board A)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778240" y="868680"/>
            <a:ext cx="2926080" cy="548640"/>
          </a:xfrm>
          <a:prstGeom prst="roundRect">
            <a:avLst/>
          </a:prstGeom>
          <a:solidFill>
            <a:srgbClr val="DAE8F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600" b="1">
                <a:solidFill>
                  <a:srgbClr val="000000"/>
                </a:solidFill>
                <a:latin typeface="Times New Roman"/>
              </a:rPr>
              <a:t>Responder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(board B)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920240" y="1417320"/>
            <a:ext cx="0" cy="461772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241280" y="1417320"/>
            <a:ext cx="0" cy="461772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920240" y="2240280"/>
            <a:ext cx="8321040" cy="0"/>
          </a:xfrm>
          <a:prstGeom prst="line">
            <a:avLst/>
          </a:prstGeom>
          <a:ln w="31750">
            <a:solidFill>
              <a:srgbClr val="3786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194560" y="1645919"/>
            <a:ext cx="7863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Times New Roman"/>
              </a:rPr>
              <a:t>message_1 = ( METHOD, SUITES_I, G_X, C_I, ? EAD_1 )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1920240" y="3246120"/>
            <a:ext cx="8321040" cy="0"/>
          </a:xfrm>
          <a:prstGeom prst="line">
            <a:avLst/>
          </a:prstGeom>
          <a:ln w="31750">
            <a:solidFill>
              <a:srgbClr val="3786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194560" y="2651760"/>
            <a:ext cx="7863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Times New Roman"/>
              </a:rPr>
              <a:t>message_2 = G_Y ‖ CIPHERTEXT_2
PLAINTEXT_2 = ( C_R, ID_CRED_R, Signature_or_MAC_2, ? EAD_2 )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920240" y="4526280"/>
            <a:ext cx="8321040" cy="0"/>
          </a:xfrm>
          <a:prstGeom prst="line">
            <a:avLst/>
          </a:prstGeom>
          <a:ln w="31750">
            <a:solidFill>
              <a:srgbClr val="3786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2194560" y="3931920"/>
            <a:ext cx="7863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Times New Roman"/>
              </a:rPr>
              <a:t>message_3 = CIPHERTEXT_3  (AEAD)
PLAINTEXT_3 = ( ID_CRED_I, Signature_or_MAC_3, ? EAD_3 )</a:t>
            </a:r>
          </a:p>
        </p:txBody>
      </p:sp>
      <p:cxnSp>
        <p:nvCxnSpPr>
          <p:cNvPr id="73" name="Connector 72"/>
          <p:cNvCxnSpPr/>
          <p:nvPr/>
        </p:nvCxnSpPr>
        <p:spPr>
          <a:xfrm flipH="1">
            <a:off x="1920240" y="5806440"/>
            <a:ext cx="8321040" cy="0"/>
          </a:xfrm>
          <a:prstGeom prst="line">
            <a:avLst/>
          </a:prstGeom>
          <a:ln w="31750">
            <a:solidFill>
              <a:srgbClr val="3786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2194560" y="5212080"/>
            <a:ext cx="7863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Times New Roman"/>
              </a:rPr>
              <a:t>message_4 (optional) — not used here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17220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808080"/>
                </a:solidFill>
                <a:latin typeface="Times New Roman"/>
              </a:rPr>
              <a:t>G_X, G_Y: ephemeral public keys · C_I, C_R: connection IDs · EAD: optional extra data · ‖ = concatenation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3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EDHOC in a Nutshell </a:t>
            </a:r>
            <a:r>
              <a:rPr lang="en-US" sz="33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(3/5) Four authentication methods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7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474720"/>
                <a:gridCol w="3474720"/>
                <a:gridCol w="32004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METHOD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Initiator proves itself by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Responder proves itself by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Typical use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signature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signature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certificates, PKI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signature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static Diffie-Hellman key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constrained responder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static Diffie-Hellman key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signature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constrained initiator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static Diffie-Hellman key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static Diffie-Hellman key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smallest, fastest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3840480"/>
            <a:ext cx="114300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Signature side: 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Signature_or_MAC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is a signature with the long-term key.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Static-DH side: it is a short MAC, keyed by a DH between the peer's ephemeral key and this side's static key — no signature algorithm needed.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All four run on the boards (36 combinations with the 9 suites).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EDHOC in a Nutshell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(4/5) Nine cipher suites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8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377440"/>
                <a:gridCol w="1463040"/>
                <a:gridCol w="1828800"/>
                <a:gridCol w="1645920"/>
                <a:gridCol w="32918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Suite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EDHOC AEAD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Hash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Key exchange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Signature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App AEAD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AES-CCM-16-64-128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SHA-256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X25519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EdDSA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AES-CCM-16-64-128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AES-CCM-16-128-128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SHA-256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X25519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EdDSA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AES-CCM-16-64-128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AES-CCM-16-64-128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SHA-256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P-256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ES256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AES-CCM-16-64-128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AES-CCM-16-128-128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SHA-256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P-256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ES256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AES-CCM-16-64-128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ChaCha20/Poly1305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SHA-256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X25519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EdDSA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ChaCha20/Poly1305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ChaCha20/Poly1305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SHA-256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P-256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ES256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ChaCha20/Poly1305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AES-128-GCM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SHA-256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X25519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ES256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AES-128-GCM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24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AES-256-GCM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SHA-384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P-384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ES384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AES-256-GCM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ChaCha20/Poly1305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SHAKE256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X448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Ed448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ChaCha20/Poly1305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5623560"/>
            <a:ext cx="1143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808080"/>
                </a:solidFill>
                <a:latin typeface="Times New Roman"/>
              </a:rPr>
              <a:t>Every suite of the RFC 9528 registry. Default build: suite 2. Suite 24 is the strongest classical suite; post-quantum suites: Lesson 4.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EDHOC in a Nutshell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(5/5) Credentials and ID_CRED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9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65760" y="868680"/>
            <a:ext cx="114300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CRED_x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: the long-term public key, here as a CWT Claims Set (CCS) or an X.509 certificate hash (x5t).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ID_CRED_x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: a short reference to it sent in the message, e.g. </a:t>
            </a:r>
            <a:r>
              <a:rPr sz="1600" b="0">
                <a:solidFill>
                  <a:srgbClr val="8B1A1A"/>
                </a:solidFill>
                <a:latin typeface="Consolas"/>
              </a:rPr>
              <a:t>{4: h'02'}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= “key id 0x02”. The receiver looks the credential up in its trust anchors.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RFC 9528 §3.5 requires the application to see ID_CRED before it is trusted. The library calls an optional </a:t>
            </a:r>
            <a:r>
              <a:rPr sz="1600" b="0">
                <a:solidFill>
                  <a:srgbClr val="8B1A1A"/>
                </a:solidFill>
                <a:latin typeface="Consolas"/>
              </a:rPr>
              <a:t>id_cred_check()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hook; returning an error stops the handshake.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Compact encoding: a one-byte kid travels as a single CBOR byte (e.g. </a:t>
            </a:r>
            <a:r>
              <a:rPr sz="1600" b="0">
                <a:solidFill>
                  <a:srgbClr val="8B1A1A"/>
                </a:solidFill>
                <a:latin typeface="Consolas"/>
              </a:rPr>
              <a:t>0x32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); the receiver turns it back into </a:t>
            </a:r>
            <a:r>
              <a:rPr sz="1600" b="0">
                <a:solidFill>
                  <a:srgbClr val="8B1A1A"/>
                </a:solidFill>
                <a:latin typeface="Consolas"/>
              </a:rPr>
              <a:t>{4: h'32'}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5029200"/>
            <a:ext cx="6858000" cy="1280160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400" b="1">
                <a:solidFill>
                  <a:srgbClr val="808080"/>
                </a:solidFill>
                <a:latin typeface="Consolas"/>
              </a:rPr>
              <a:t>edhoc-wolfssl/src/edhoc_app.c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p-&gt;id_cred[0] = 0xa1;   /* map, 1 entry          */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p-&gt;id_cred[1] = 0x04;   /* label 4 = kid         */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p-&gt;id_cred[2] = 0x41;   /* byte string, 1 byte   */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p-&gt;id_cred[3] = kid;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10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EDHOC in a Nutshell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1">
                <a:solidFill>
                  <a:srgbClr val="37863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Run One Handshake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Key Schedule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Inside the Messages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The Library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What to Expect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29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Run One Handshake </a:t>
            </a:r>
            <a:r>
              <a:rPr lang="en-US" sz="29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(1/7) Lab: one handshake, suite 2, method 3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11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932688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Objective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authenticate board A and board B to each other and agree on PRK_out, then exchange encrypted data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Starting state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both FPGAs programmed (Lesson 1); boards.env filled in and both radios on JC (Lesson 2)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This example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method 3: both sides prove themselves with a static DH key; suite 2: P-256, SHA-256, AES-CCM-16-64-128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Credentials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demo keys in include/edhoc_demo_keys.h: each board has its own key pair and trusts the other's CCS (kid 0x01 / 0x02)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Rectangle 63"/>
          <p:cNvSpPr/>
          <p:nvPr/>
        </p:nvSpPr>
        <p:spPr>
          <a:xfrm>
            <a:off x="365760" y="3063240"/>
            <a:ext cx="11430000" cy="1363218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500" b="1">
                <a:solidFill>
                  <a:srgbClr val="808080"/>
                </a:solidFill>
                <a:latin typeface="Consolas"/>
              </a:rPr>
              <a:t>Run this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cd $REPO/fpga/sw/export/edhoc-wolfssl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make edhoc_m3_initiator edhoc_m3_responder CRYPTO_SUITE=2 TIMING=1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VERBOSE=1 ../common/board/run_pair.sh s2_m3 build/edhoc_m3_initiator.elf \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                                            build/edhoc_m3_responder.elf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4609338"/>
            <a:ext cx="11430000" cy="548640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180" b="1">
                <a:solidFill>
                  <a:srgbClr val="AAAAAA"/>
                </a:solidFill>
                <a:latin typeface="Consolas"/>
              </a:rPr>
              <a:t>Example output — last line</a:t>
            </a:r>
          </a:p>
          <a:p>
            <a:pPr algn="l">
              <a:lnSpc>
                <a:spcPct val="100000"/>
              </a:lnSpc>
            </a:pPr>
            <a:r>
              <a:rPr sz="1180">
                <a:solidFill>
                  <a:srgbClr val="8BE98B"/>
                </a:solidFill>
                <a:latin typeface="Consolas"/>
              </a:rPr>
              <a:t>s2_m3 PASS hs=2.740934s stack_i=5360 stack_r=4736 prk=- 7s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" y="5349240"/>
            <a:ext cx="11430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Both consoles scroll live (I| initiator, R| responder) and are saved in </a:t>
            </a:r>
            <a:r>
              <a:rPr sz="1600" b="0" i="1">
                <a:solidFill>
                  <a:srgbClr val="000000"/>
                </a:solidFill>
                <a:latin typeface="Times New Roman"/>
              </a:rPr>
              <a:t>boardlogs/s2_m3.ini.log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and </a:t>
            </a:r>
            <a:r>
              <a:rPr sz="1600" b="0" i="1">
                <a:solidFill>
                  <a:srgbClr val="000000"/>
                </a:solidFill>
                <a:latin typeface="Times New Roman"/>
              </a:rPr>
              <a:t>.res.log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. The pair stops at the first FAIL or after 300 s (4th argument).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4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Run One Handshake </a:t>
            </a:r>
            <a:r>
              <a:rPr lang="en-US" sz="3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(2/7) Initiator console (board A)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12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7589520" cy="3625342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START (initiator, method 3, suite 2)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PERF keygen            64432101 cyc 0.859094 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EDHOC running...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EDHOC OK!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PERF handshake_total   206397933 cyc 2.751972 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PERF handshake_link    103804007 cyc 1.384053 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PERF handshake_compute 102593926 cyc 1.367919 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PERF msg1_build        38407 cyc 0.000512 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PERF msg2_process      101441953 cyc 1.352559 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PERF msg3_build        773221 cyc 0.010309 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STACK peak 5376 B, reserve 8448 B, free 25856 B, headroom 20480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APP: channel up (aead=10 key=16 iv=13 tag=8)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APP: sent    'REQ 0 FROM INITIATOR'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APP: got     'ECHO[REQ 0 FROM INITIATOR]'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...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PERF encrypt      54759 cyc 0.000730 s 60 bytes 82191 B/s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APP DATA OK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38160" y="868680"/>
            <a:ext cx="384048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600" b="0" i="1">
                <a:solidFill>
                  <a:srgbClr val="000000"/>
                </a:solidFill>
                <a:latin typeface="Times New Roman"/>
              </a:rPr>
              <a:t>keygen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: ephemeral key, before the handshake.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 i="1">
                <a:solidFill>
                  <a:srgbClr val="000000"/>
                </a:solidFill>
                <a:latin typeface="Times New Roman"/>
              </a:rPr>
              <a:t>msg2_process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is the big step: decrypt, two P-256 DH operations (method 3), MAC check.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 i="1">
                <a:solidFill>
                  <a:srgbClr val="000000"/>
                </a:solidFill>
                <a:latin typeface="Times New Roman"/>
              </a:rPr>
              <a:t>aead=10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: COSE algorithm 10 = AES-CCM-16-64-128, the suite's application AEAD.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4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Run One Handshake </a:t>
            </a:r>
            <a:r>
              <a:rPr lang="en-US" sz="3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(3/7) Responder console (board B)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13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7589520" cy="3021076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START (responder, method 3, suite 2)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PERF keygen            64138947 cyc 0.855185 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EDHOC running...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EDHOC OK!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PERF handshake_total   295817506 cyc 3.944233 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PERF handshake_link    194511405 cyc 2.593485 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PERF handshake_compute 101306101 cyc 1.350748 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PERF msg2_build        66894935 cyc 0.891932 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PERF msg3_process      34056432 cyc 0.454085 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STACK peak 4736 B, reserve 8448 B, free 25584 B, headroom 20848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APP: got     'REQ 0 FROM INITIATOR'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APP: sent    'ECHO[REQ 0 FROM INITIATOR]'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...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APP DATA OK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38160" y="868680"/>
            <a:ext cx="384048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The responder's total is longer: it starts waiting before the initiator is loaded. Compare 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compute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times, not totals.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Both computes ≈ 1.35 s: each side does two P-256 operations.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The echo shows both sides derived compatible application keys: every record's AEAD tag verified. It is not a byte comparison of PRK_out (next slide).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Run One Handshake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(4/7) What each result proves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14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5120640"/>
                <a:gridCol w="3657600"/>
              </a:tblGrid>
              <a:tr h="600891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You see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You may conclude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You may not conclude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EDHOC OK! (one console)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that board finished its side of the handshake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that the peer finished, or agrees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APP DATA OK (both)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every encrypted record decrypted with a valid tag, both directions → compatible application keys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that the data was stored anywhere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prk=match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run_pair.sh found PRK_out printed on both consoles and the bytes are equal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prk=-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no PRK_out was printed (every build without DEBUG=1, so the secret never reaches the console): no direct comparison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that they differ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RFC 9529 test PASS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for the published inputs, every value equals the RFC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anything about other suites or methods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host loopback PASS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both roles of the same code agree on PRK_out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radio or board behaviour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5303520"/>
            <a:ext cx="11430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808080"/>
                </a:solidFill>
                <a:latin typeface="Times New Roman"/>
              </a:rPr>
              <a:t>A PASS line of run_pair.sh = EDHOC OK and APP DATA OK on both sides, no stack overrun, and prk not DIFFER.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Run One Handshake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(5/7) Diagnosing a failed pair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15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206240"/>
                <a:gridCol w="4297680"/>
              </a:tblGrid>
              <a:tr h="5791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run_pair.sh says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Look at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Usual cause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LOADFAIL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boardlogs/&lt;name&gt;.load.log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cable serial in boards.env, JD wiring, FPGA not programmed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no-EDHOC-OK on both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both logs; rebuild with DEBUG=1 to see each message sent ([I-TX] / [R-TX])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radio not on JC, the two images built for different suites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EDHOC FAIL: &lt;n&gt; on one side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the error number; the other side got an error message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wrong credential, refused ID_CRED, mismatched method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no-APP-OK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the APP: lines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link lost after the handshake (Lesson 5, section 2, (7/8))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OVERRAN(…)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the STACK line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reserve too small for this build: raise STACK_SIZE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4572000"/>
            <a:ext cx="11430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Rebuild both roles after any change: a pair of images from different flags does not interoperate.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Run the same combination on the PC first ((7/7)): if the host test fails, the boards cannot pass.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1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Run One Handshake </a:t>
            </a:r>
            <a:r>
              <a:rPr lang="en-US" sz="31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(6/7) Run and judge pairs automatically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16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11430000" cy="1936495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400" b="1">
                <a:solidFill>
                  <a:srgbClr val="808080"/>
                </a:solidFill>
                <a:latin typeface="Consolas"/>
              </a:rPr>
              <a:t>Run this — about 1 h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cd $REPO/fpga/sw/export/edhoc-wolfssl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for s in 0 1 2 3 4 5 6 24 25; do for m in 0 1 2 3; do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  make -s edhoc_m${m}_initiator edhoc_m${m}_responder CRYPTO_SUITE=$s TIMING=1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  ../common/board/run_pair.sh s${s}_m$m build/edhoc_m${m}_initiator.elf \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                                        build/edhoc_m${m}_responder.elf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done; done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../common/board/perf_table.py boardlogs &gt; timing.md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3079495"/>
            <a:ext cx="114300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The loop runs every method × suite pair unattended; one line per pair in 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boardlogs/results.txt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, both consoles per pair in 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boardlogs/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 i="1">
                <a:solidFill>
                  <a:srgbClr val="000000"/>
                </a:solidFill>
                <a:latin typeface="Times New Roman"/>
              </a:rPr>
              <a:t>perf_table.py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turns the saved logs into the timing tables of section 6.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Add </a:t>
            </a:r>
            <a:r>
              <a:rPr sz="1600" b="0">
                <a:solidFill>
                  <a:srgbClr val="8B1A1A"/>
                </a:solidFill>
                <a:latin typeface="Consolas"/>
              </a:rPr>
              <a:t>DEBUG=1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to the make line to print every intermediate value — for understanding, not for timing (section 6, (1/7)).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4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Run One Handshake </a:t>
            </a:r>
            <a:r>
              <a:rPr lang="en-US" sz="3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(7/7) The same handshake on the PC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17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11430000" cy="898397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500" b="1">
                <a:solidFill>
                  <a:srgbClr val="808080"/>
                </a:solidFill>
                <a:latin typeface="Consolas"/>
              </a:rPr>
              <a:t>Run this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cd $REPO/fpga/sw/export/edhoc-wolfssl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make loopback-test CRYPTO_SUITE=24 METHOD=0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1904237"/>
            <a:ext cx="11430000" cy="548640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180" b="1">
                <a:solidFill>
                  <a:srgbClr val="AAAAAA"/>
                </a:solidFill>
                <a:latin typeface="Consolas"/>
              </a:rPr>
              <a:t>Example output</a:t>
            </a:r>
          </a:p>
          <a:p>
            <a:pPr algn="l">
              <a:lnSpc>
                <a:spcPct val="100000"/>
              </a:lnSpc>
            </a:pPr>
            <a:r>
              <a:rPr sz="1180">
                <a:solidFill>
                  <a:srgbClr val="8BE98B"/>
                </a:solidFill>
                <a:latin typeface="Consolas"/>
              </a:rPr>
              <a:t>loopback suite 24 method 0: initiator 0 responder 0, PRK_out match -&gt; PASS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2727196"/>
            <a:ext cx="114300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Initiator and responder as two threads, messages through memory.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Same EDHOC and crypto code as the board, PRK_out of both sides compared.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Expect PASS for every suite × method — run it after every library change, before touching the boards.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18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EDHOC in a Nutshell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Run One Handshake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1">
                <a:solidFill>
                  <a:srgbClr val="37863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Key Schedule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Inside the Messages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The Library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What to Expect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Key Schedule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(1/3) From Diffie-Hellman to PRK_out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19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274320" y="1005840"/>
            <a:ext cx="2148840" cy="118872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G_XY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ephemeral DH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651760" y="1005840"/>
            <a:ext cx="2148840" cy="118872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PRK_2e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Extract(TH_2, G_XY)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2423160" y="1600200"/>
            <a:ext cx="22860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5029200" y="1005840"/>
            <a:ext cx="2148840" cy="118872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PRK_3e2m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= PRK_2e, or mixes in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G_RX (responder static DH)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4800600" y="1600200"/>
            <a:ext cx="22860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7406640" y="1005840"/>
            <a:ext cx="2148840" cy="118872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PRK_4e3m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= PRK_3e2m, or mixes in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G_IY (initiator static DH)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178040" y="1600200"/>
            <a:ext cx="22860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9784080" y="1005840"/>
            <a:ext cx="2148840" cy="1188720"/>
          </a:xfrm>
          <a:prstGeom prst="roundRect">
            <a:avLst/>
          </a:prstGeom>
          <a:solidFill>
            <a:srgbClr val="FCE4D6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PRK_out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KDF(PRK_4e3m, 7, TH_4)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9555480" y="1600200"/>
            <a:ext cx="22860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2" name="Table 71"/>
          <p:cNvGraphicFramePr>
            <a:graphicFrameLocks noGrp="1"/>
          </p:cNvGraphicFramePr>
          <p:nvPr/>
        </p:nvGraphicFramePr>
        <p:xfrm>
          <a:off x="274320" y="2514600"/>
          <a:ext cx="116128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68580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Transcript hash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Covers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TH_2 = H( G_Y, H(message_1) 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message_1 and the responder's key share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TH_3 = H( TH_2, PLAINTEXT_2, CRED_R 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everything up to message_2 + responder credential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TH_4 = H( TH_3, PLAINTEXT_3, CRED_I 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everything + initiator credential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3" name="TextBox 72"/>
          <p:cNvSpPr txBox="1"/>
          <p:nvPr/>
        </p:nvSpPr>
        <p:spPr>
          <a:xfrm>
            <a:off x="274320" y="4754880"/>
            <a:ext cx="116128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Each key is bound to the whole conversation so far: changing any byte of any message changes every later key.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Extract / KDF = HKDF with the suite's hash (SHA-256, SHA-384), or KMAC256 for the SHAKE256 suite 25.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Key Schedule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(2/3) What each message protects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20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029200"/>
                <a:gridCol w="45720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Message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Protection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Key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message_1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none (public key share, suites)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message_2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PLAINTEXT_2 XOR KEYSTREAM_2; MAC_2 inside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KEYSTREAM_2 from PRK_2e; MAC_2 from PRK_3e2m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message_3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AEAD (suite's EDHOC AEAD); MAC_3 inside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K_3 / IV_3 from PRK_3e2m; MAC_3 from PRK_4e3m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3291840"/>
            <a:ext cx="114300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Identities (ID_CRED) are encrypted: an eavesdropper on the radio does not learn who is talking.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Every key comes from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EDHOC_KDF(PRK, label, context, length)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with a fixed label number: KEYSTREAM_2 = 0, SALT_3e2m = 1, MAC_2 = 2, K_3 = 3, IV_3 = 4, SALT_4e3m = 5, MAC_3 = 6, PRK_out = 7, PRK_exporter = 10.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These are exactly the values the RFC 9529 test (section 3) compares byte by byte.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Key Schedule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(3/3) After the handshake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21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548640" y="1188720"/>
            <a:ext cx="2103120" cy="731520"/>
          </a:xfrm>
          <a:prstGeom prst="roundRect">
            <a:avLst/>
          </a:prstGeom>
          <a:solidFill>
            <a:srgbClr val="FCE4D6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600" b="1">
                <a:solidFill>
                  <a:srgbClr val="000000"/>
                </a:solidFill>
                <a:latin typeface="Times New Roman"/>
              </a:rPr>
              <a:t>PRK_out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2651760" y="1554480"/>
            <a:ext cx="64008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3291840" y="1097280"/>
            <a:ext cx="2560320" cy="91440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PRK_exporter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KDF(PRK_out, 10)</a:t>
            </a:r>
          </a:p>
        </p:txBody>
      </p:sp>
      <p:cxnSp>
        <p:nvCxnSpPr>
          <p:cNvPr id="66" name="Connector 65"/>
          <p:cNvCxnSpPr/>
          <p:nvPr/>
        </p:nvCxnSpPr>
        <p:spPr>
          <a:xfrm flipV="1">
            <a:off x="5852160" y="868680"/>
            <a:ext cx="914400" cy="68580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6766560" y="548640"/>
            <a:ext cx="4206240" cy="685800"/>
          </a:xfrm>
          <a:prstGeom prst="roundRect">
            <a:avLst/>
          </a:prstGeom>
          <a:solidFill>
            <a:srgbClr val="E2F0D9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OSCORE master secret / salt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labels 0 / 1 (RFC 9528)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852160" y="1554480"/>
            <a:ext cx="914400" cy="91439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6766560" y="1325880"/>
            <a:ext cx="4206240" cy="685800"/>
          </a:xfrm>
          <a:prstGeom prst="roundRect">
            <a:avLst/>
          </a:prstGeom>
          <a:solidFill>
            <a:srgbClr val="E2F0D9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app key K_app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label 32768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852160" y="1554480"/>
            <a:ext cx="914400" cy="86868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6766560" y="2103120"/>
            <a:ext cx="4206240" cy="685800"/>
          </a:xfrm>
          <a:prstGeom prst="roundRect">
            <a:avLst/>
          </a:prstGeom>
          <a:solidFill>
            <a:srgbClr val="E2F0D9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app IV IV_app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label 32769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3108960"/>
            <a:ext cx="114300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 i="1">
                <a:solidFill>
                  <a:srgbClr val="000000"/>
                </a:solidFill>
                <a:latin typeface="Times New Roman"/>
              </a:rPr>
              <a:t>EDHOC_Exporter(label, length)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gives each application its own key without re-running the handshake.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The demo first echoes three short messages (REQ/ECHO) both ways, then can stream a file (Lesson 5) with K_app / IV_app.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PRK_out is wiped from memory once the application has its keys.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22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EDHOC in a Nutshell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Run One Handshake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Key Schedule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1">
                <a:solidFill>
                  <a:srgbClr val="37863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Inside the Messages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The Library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What to Expect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Inside the Messages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(1/8) CBOR in five minutes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23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65760" y="868680"/>
            <a:ext cx="11430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EDHOC messages are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CBOR sequences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: items written back to back, no outer array. The first byte of an item gives its type (top 3 bits) and its value or length (low 5 bits).</a:t>
            </a:r>
          </a:p>
        </p:txBody>
      </p: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365760" y="201168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754880"/>
                <a:gridCol w="4297680"/>
              </a:tblGrid>
              <a:tr h="4064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Bytes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Major type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Meaning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03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0: unsigned integer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37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1: negative integer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−1 − 23 = −24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18 20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0: unsigned, value in the next byte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32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82 06 02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4: array of 2 items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[6, 2]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41 32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2: byte string of 1 byte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h'32'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58 20 …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2: byte string, length in the next byte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32 bytes follow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59 06 20 …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2: byte string, length in the next 2 bytes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1,568 bytes follow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A1 04 41 32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5: map with 1 pair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{4: h'32'} — a COSE key id (kid)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5" name="TextBox 64"/>
          <p:cNvSpPr txBox="1"/>
          <p:nvPr/>
        </p:nvSpPr>
        <p:spPr>
          <a:xfrm>
            <a:off x="365760" y="5852160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808080"/>
                </a:solidFill>
                <a:latin typeface="Times New Roman"/>
              </a:rPr>
              <a:t>Deterministic encoding (RFC 9528 §3.1): always the shortest form, so </a:t>
            </a:r>
            <a:r>
              <a:rPr sz="1400" b="0">
                <a:solidFill>
                  <a:srgbClr val="8B1A1A"/>
                </a:solidFill>
                <a:latin typeface="Consolas"/>
              </a:rPr>
              <a:t>19 00 03</a:t>
            </a:r>
            <a:r>
              <a:rPr sz="1600" b="0">
                <a:solidFill>
                  <a:srgbClr val="808080"/>
                </a:solidFill>
                <a:latin typeface="Times New Roman"/>
              </a:rPr>
              <a:t> for 3 is rejected.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Inside the Messages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(2/8) message_1, byte by byte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24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11430000" cy="1595628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500" b="1">
                <a:solidFill>
                  <a:srgbClr val="808080"/>
                </a:solidFill>
                <a:latin typeface="Consolas"/>
              </a:rPr>
              <a:t>Test vector (fixed) — RFC 9529 trace 2: message_1, 39 bytes [offsets]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[0]      03                         METHOD = 3 (static DH / static DH)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[1-3]    82 06 02                   SUITES_I = [6, 2]: prefers 6, selected 2 (the last)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[4-5]    58 20                      CBOR head: byte string of 32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[6-37]   8a f6 f4 30 ... 2f c3 b6   G_X: x-coordinate of the P-256 key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[38]     37                         C_I = -24, a one-byte connection identifier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2738627"/>
            <a:ext cx="114300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Only the x-coordinate of G_X is sent; the receiver checks that it lies on the curve (invalid trace 4.2.3).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The first message_1 of trace 2 offered suite 6 only. The responder answered with an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error message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</a:t>
            </a:r>
            <a:r>
              <a:rPr sz="1600" b="0">
                <a:solidFill>
                  <a:srgbClr val="8B1A1A"/>
                </a:solidFill>
                <a:latin typeface="Consolas"/>
              </a:rPr>
              <a:t>02 02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(ERR_CODE 2 = wrong selected cipher suite, SUITES_R = 2), and the initiator retried with [6, 2].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The demo boards offer one suite, sent as a plain integer: </a:t>
            </a:r>
            <a:r>
              <a:rPr sz="1600" b="0">
                <a:solidFill>
                  <a:srgbClr val="8B1A1A"/>
                </a:solidFill>
                <a:latin typeface="Consolas"/>
              </a:rPr>
              <a:t>03 02 58 20 … 2D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(37 bytes, C_I = −14). Between runs only G_X changes (a fresh key every run).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25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Inside the Messages </a:t>
            </a:r>
            <a:r>
              <a:rPr lang="en-US" sz="25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(3/8) message_2: one byte string, partly encrypted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25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11430000" cy="1130808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500" b="1">
                <a:solidFill>
                  <a:srgbClr val="808080"/>
                </a:solidFill>
                <a:latin typeface="Consolas"/>
              </a:rPr>
              <a:t>RFC 9529 trace 2: message_2, 45 bytes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58 2b                                 byte string of 43 bytes: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   41 97 01 d7 ... 3a 4f f5 d5        G_Y (32 B)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   98 62 a1 ee f9 e0 e7 e1 88 6f cd   CIPHERTEXT_2 (11 B)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2228088"/>
            <a:ext cx="11430000" cy="1130808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500" b="1">
                <a:solidFill>
                  <a:srgbClr val="808080"/>
                </a:solidFill>
                <a:latin typeface="Consolas"/>
              </a:rPr>
              <a:t>PLAINTEXT_2 = CIPHERTEXT_2 XOR KEYSTREAM_2   (11 bytes)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27                                 C_R = -8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32                                 ID_CRED_R, compact: kid 0x32, i.e. {4: h'32'}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48 09 43 30 5c 89 9f 5c 54         Signature_or_MAC_2 = MAC_2 (byte string of 8)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3633216"/>
            <a:ext cx="114300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KEYSTREAM_2 = EDHOC_KDF(PRK_2e, 0, TH_2, 11). A plain XOR, no AEAD tag: message_2 is authenticated by the MAC_2 or signature inside it.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A one-byte kid that is also a valid one-byte CBOR integer travels as that integer (0x32 reads as −19); the receiver turns it back into {4: h'32'}.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Method 3, suite 2: the MAC is the suite's MAC length, 8 bytes. On your board G_Y, CIPHERTEXT_2 and MAC_2 change every run; C_R and the kid do not.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28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Inside the Messages </a:t>
            </a:r>
            <a:r>
              <a:rPr lang="en-US" sz="28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(4/8) EDHOC_KDF: one function for every key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26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11430000" cy="898397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EDHOC_Extract(salt, IKM)        = HMAC-SHA-256(key = salt, IKM)        (HKDF-Extract)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EDHOC_KDF(PRK, label, ctx, L)   = HKDF-Expand(PRK, info, L)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    info = CBOR sequence ( label : int, context : bstr, length : uint 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2041397"/>
            <a:ext cx="7680960" cy="2013966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300" b="1">
                <a:solidFill>
                  <a:srgbClr val="AAAAAA"/>
                </a:solidFill>
                <a:latin typeface="Consolas"/>
              </a:rPr>
              <a:t>board A, suite 2, DEBUG=1 (annotated)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info (size 36):                         -&gt; KEYSTREAM_2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00                                    label 0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58 20 13 FB D3 29 ... 84 62 69 F3     context = TH_2 (32 B)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0B                                    length 11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info (size 37):                         -&gt; SALT_3e2m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01                                    label 1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58 20 13 FB D3 29 ... 84 62 69 F3     context = TH_2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18 20                                 length 32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0" y="2041397"/>
            <a:ext cx="3749039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Label and context keep every derived key apart; the length is an input too.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PRK_2e = Extract(salt = TH_2, IKM = G_XY).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SHA-384 in suite 24. Suite 25 (SHAKE256): Extract and Expand are KMAC256.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27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Inside the Messages </a:t>
            </a:r>
            <a:r>
              <a:rPr lang="en-US" sz="27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(5/8) Signature_or_MAC_2: a MAC or a signature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27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11430000" cy="665988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context_2 = &lt;&lt; C_R, ID_CRED_R, TH_2, CRED_R, ? EAD_2 &gt;&gt;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MAC_2     = EDHOC_KDF( PRK_3e2m, 2, context_2, mac_length_2 )</a:t>
            </a:r>
          </a:p>
        </p:txBody>
      </p: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365760" y="1763268"/>
          <a:ext cx="114300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474720"/>
                <a:gridCol w="4846320"/>
              </a:tblGrid>
              <a:tr h="5791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Responder proves itself by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mac_length_2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Signature_or_MAC_2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static DH (methods 1, 3)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the suite's MAC length: 8 (suites 0, 2) or 16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MAC_2 itself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signature (methods 0, 2)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the hash length (32 or 48)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signature over ["Signature1", &lt;&lt; ID_CRED_R &gt;&gt;, &lt;&lt; TH_2, CRED_R, ? EAD_2 &gt;&gt;, MAC_2]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5" name="Rectangle 64"/>
          <p:cNvSpPr/>
          <p:nvPr/>
        </p:nvSpPr>
        <p:spPr>
          <a:xfrm>
            <a:off x="365760" y="3886200"/>
            <a:ext cx="11430000" cy="805433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300" b="1">
                <a:solidFill>
                  <a:srgbClr val="AAAAAA"/>
                </a:solidFill>
                <a:latin typeface="Consolas"/>
              </a:rPr>
              <a:t>board A, DEBUG=1:  C_R | ID_CRED_R | TH_2 | CRED_R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MAC context (size 94):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0E  A1 04 41 02  58 20 13 FB ... 69 F3  A2 02 64 52 65 73 70 08 A1 01 A5 ...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" y="4892040"/>
            <a:ext cx="11430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Static DH: PRK_3e2m mixes in G_RX, which only the initiator (ephemeral x) and the owner of the static key r can compute. A correct MAC proves the identity.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CRED_R here is a CCS, {2: "Resp", 8: {1: COSE_Key}}; the key's y-coordinate is sent as the boolean false (</a:t>
            </a:r>
            <a:r>
              <a:rPr sz="1400" b="0">
                <a:solidFill>
                  <a:srgbClr val="8B1A1A"/>
                </a:solidFill>
                <a:latin typeface="Consolas"/>
              </a:rPr>
              <a:t>22 F4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Inside the Messages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(6/8) message_3: a real AEAD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28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11430000" cy="1363218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TH_3        = H( TH_2, PLAINTEXT_2, CRED_R 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K_3, IV_3   = EDHOC_KDF( PRK_3e2m, 3 | 4, TH_3, key_length | iv_length 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A_3         = [ "Encrypt0", h'', TH_3 ]        COSE Enc_structure, the AAD (45 B)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PLAINTEXT_3 = ( ID_CRED_I, Signature_or_MAC_3, ? EAD_3 )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message_3   = bstr( AEAD(K_3, IV_3, A_3, PLAINTEXT_3) 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2460498"/>
            <a:ext cx="11430000" cy="1130808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500" b="1">
                <a:solidFill>
                  <a:srgbClr val="808080"/>
                </a:solidFill>
                <a:latin typeface="Consolas"/>
              </a:rPr>
              <a:t>RFC 9529 trace 2: message_3, 19 bytes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52                                 byte string of 18 bytes: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   e5 62 09 7b c4 17 dd 59 19 48   PLAINTEXT_3 encrypted: kid 0x2b, MAC_3 (bstr of 8)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   5a c7 89 1f fd 90 a9 fc         AES-CCM-16-64-128 tag (8 B)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3865626"/>
            <a:ext cx="11430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MAC_3 = EDHOC_KDF(PRK_4e3m, 6, &lt;&lt; ID_CRED_I, TH_3, CRED_I, ? EAD_3 &gt;&gt;, …); PRK_4e3m mixes in G_IY when the initiator uses static DH.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TH_4 = H(TH_3, PLAINTEXT_3, CRED_I) and PRK_out = EDHOC_KDF(PRK_4e3m, 7, TH_4, hash_length): the handshake is over.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27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Inside the Messages </a:t>
            </a:r>
            <a:r>
              <a:rPr lang="en-US" sz="27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(7/8) Check it yourself from a DEBUG=1 console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29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11430000" cy="1812544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300" b="1">
                <a:solidFill>
                  <a:srgbClr val="AAAAAA"/>
                </a:solidFill>
                <a:latin typeface="Consolas"/>
              </a:rPr>
              <a:t>board A, suite 2 method 3, DEBUG=1 (shortened)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Input to calculate TH_2 (CBOR Sequence) (size 68):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58 20 E9 D8 46 C0 ... 4A AA 24 32  58 20 BD 3E 6C C6 ... EF DE EA 8E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TH2 (size 32):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13 FB D3 29 B8 55 F8 BB D4 18 3F 2C E0 92 DE 0C ...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ciphertext2 (size 11):   16 83 69 B5 ED EC 30 2B DB 8C C8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KEYSTREAM_2 (size 11):   18 81 21 6B 7D 9D E2 77 13 6B F8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plaintext (size 11):     0E 02 48 DE 90 71 D2 5C C8 E7 30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2909824"/>
            <a:ext cx="11430000" cy="1554480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264" b="1">
                <a:solidFill>
                  <a:srgbClr val="808080"/>
                </a:solidFill>
                <a:latin typeface="Consolas"/>
              </a:rPr>
              <a:t>Run this — prints the TH2 of the log</a:t>
            </a:r>
          </a:p>
          <a:p>
            <a:pPr algn="l">
              <a:lnSpc>
                <a:spcPct val="100000"/>
              </a:lnSpc>
            </a:pPr>
            <a:r>
              <a:rPr sz="1264">
                <a:solidFill>
                  <a:srgbClr val="1F1F1F"/>
                </a:solidFill>
                <a:latin typeface="Consolas"/>
              </a:rPr>
              <a:t>cd $REPO/fpga/sw/export/edhoc-wolfssl</a:t>
            </a:r>
          </a:p>
          <a:p>
            <a:pPr algn="l">
              <a:lnSpc>
                <a:spcPct val="100000"/>
              </a:lnSpc>
            </a:pPr>
            <a:r>
              <a:rPr sz="1264">
                <a:solidFill>
                  <a:srgbClr val="1F1F1F"/>
                </a:solidFill>
                <a:latin typeface="Consolas"/>
              </a:rPr>
              <a:t>make edhoc_m3_initiator edhoc_m3_responder CRYPTO_SUITE=2 DEBUG=1</a:t>
            </a:r>
          </a:p>
          <a:p>
            <a:pPr algn="l">
              <a:lnSpc>
                <a:spcPct val="100000"/>
              </a:lnSpc>
            </a:pPr>
            <a:r>
              <a:rPr sz="1264">
                <a:solidFill>
                  <a:srgbClr val="1F1F1F"/>
                </a:solidFill>
                <a:latin typeface="Consolas"/>
              </a:rPr>
              <a:t>../common/board/run_pair.sh s2_m3 build/edhoc_m3_initiator.elf build/edhoc_m3_responder.elf</a:t>
            </a:r>
          </a:p>
          <a:p>
            <a:pPr algn="l">
              <a:lnSpc>
                <a:spcPct val="100000"/>
              </a:lnSpc>
            </a:pPr>
            <a:r>
              <a:rPr sz="1264">
                <a:solidFill>
                  <a:srgbClr val="1F1F1F"/>
                </a:solidFill>
                <a:latin typeface="Consolas"/>
              </a:rPr>
              <a:t>awk '/Input to calculate TH_2/{f=1;next} f&amp;&amp;/^ *[0-9A-F][0-9A-F] /{printf "%s",$0;next} f{exit}' \</a:t>
            </a:r>
          </a:p>
          <a:p>
            <a:pPr algn="l">
              <a:lnSpc>
                <a:spcPct val="100000"/>
              </a:lnSpc>
            </a:pPr>
            <a:r>
              <a:rPr sz="1264">
                <a:solidFill>
                  <a:srgbClr val="1F1F1F"/>
                </a:solidFill>
                <a:latin typeface="Consolas"/>
              </a:rPr>
              <a:t>    boardlogs/s2_m3.ini.log | tr -d ' ' | python3 -c \</a:t>
            </a:r>
          </a:p>
          <a:p>
            <a:pPr algn="l">
              <a:lnSpc>
                <a:spcPct val="100000"/>
              </a:lnSpc>
            </a:pPr>
            <a:r>
              <a:rPr sz="1264">
                <a:solidFill>
                  <a:srgbClr val="1F1F1F"/>
                </a:solidFill>
                <a:latin typeface="Consolas"/>
              </a:rPr>
              <a:t>    "import sys,hashlib; print(hashlib.sha256(bytes.fromhex(sys.stdin.read())).hexdigest())"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4738624"/>
            <a:ext cx="11430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TH_2 = SHA-256 of ( G_Y as bstr, H(message_1) as bstr ): the 68 bytes above.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ciphertext2 XOR KEYSTREAM_2, byte by byte, gives the plaintext: C_R = 0x0E, kid 0x02, then the 8-byte MAC_2.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Your bytes differ every run (fresh ephemeral keys); these relations hold every time.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24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Inside the Messages </a:t>
            </a:r>
            <a:r>
              <a:rPr lang="en-US" sz="2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(8/8) Methods 0, 1, 2: what changes in this walkthrough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30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743200"/>
                <a:gridCol w="1737360"/>
                <a:gridCol w="2651760"/>
                <a:gridCol w="1645920"/>
              </a:tblGrid>
              <a:tr h="512064">
                <a:tc>
                  <a:txBody>
                    <a:bodyPr wrap="square"/>
                    <a:lstStyle/>
                    <a:p/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Responder proof in message_2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PRK_3e2m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Initiator proof in message_3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PRK_4e3m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Method 3 (this example)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MAC_2, 8 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mixes G_RX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MAC_3, 8 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mixes G_IY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Method 2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signature (ES256: 64 B)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= PRK_2e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MAC_3, 8 B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mixes G_IY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Method 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MAC_2, 8 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mixes G_RX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signature (64 B)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= PRK_3e2m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Method 0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signature (64 B)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= PRK_2e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signature (64 B)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= PRK_3e2m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3657600"/>
            <a:ext cx="114300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The message layout and the transcript hashes stay the same; only Signature_or_MAC and the static-DH mixing change.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A signature side needs a signature key and the peer needs its public key; a static-DH side needs a DH key of the suite's curve.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Try it: build method 0 with DEBUG=1 and find where “MAC 2/3 (size 32)” and the signature appear instead of the 8-byte MAC.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31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EDHOC in a Nutshell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Run One Handshake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Key Schedule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Inside the Messages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1">
                <a:solidFill>
                  <a:srgbClr val="37863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The Library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What to Expect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The Library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(1/5) Where the code comes from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32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4754880"/>
                <a:gridCol w="3108960"/>
              </a:tblGrid>
              <a:tr h="61395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Part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Source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Folder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613954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EDHOC protocol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uoscore-uedhoc (Fraunhofer AISEC, Apache-2.0 / MIT), EDHOC part only, heavily reworked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edhoc-wolfssl/uoscore-uedhoc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EDHOC core shared with Lesson 4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messages, CBOR, error messages, EAD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common/edhoc, common/cbor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613954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SHA-2, HMAC/HKDF, AES-CCM/GCM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this tree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common/crypto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ChaCha20/Poly1305, Ed25519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Monocypher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common/externals/monocypher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613954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X25519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curve25519-donna (64-bit)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common/externals/curve25519-donna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13956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P-256 / P-384, X448, Ed448, SHAKE256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wolfCrypt 5.9.1 subset (GPLv2)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edhoc-wolfssl/wolfssl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5394960"/>
            <a:ext cx="1143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808080"/>
                </a:solidFill>
                <a:latin typeface="Times New Roman"/>
              </a:rPr>
              <a:t>Each primitive comes from the smallest library that has it; only the files a suite needs are compiled.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4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The Library </a:t>
            </a:r>
            <a:r>
              <a:rPr lang="en-US" sz="3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(2/5) The application: edhoc_initiator.c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33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7589520" cy="3022745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138" b="1">
                <a:solidFill>
                  <a:srgbClr val="808080"/>
                </a:solidFill>
                <a:latin typeface="Consolas"/>
              </a:rPr>
              <a:t>edhoc-wolfssl/src/edhoc_initiator.c (shortened)</a:t>
            </a:r>
          </a:p>
          <a:p>
            <a:pPr algn="l">
              <a:lnSpc>
                <a:spcPct val="100000"/>
              </a:lnSpc>
            </a:pPr>
            <a:r>
              <a:rPr sz="1138">
                <a:solidFill>
                  <a:srgbClr val="1F1F1F"/>
                </a:solidFill>
                <a:latin typeface="Consolas"/>
              </a:rPr>
              <a:t>int main(void)</a:t>
            </a:r>
          </a:p>
          <a:p>
            <a:pPr algn="l">
              <a:lnSpc>
                <a:spcPct val="100000"/>
              </a:lnSpc>
            </a:pPr>
            <a:r>
              <a:rPr sz="1138">
                <a:solidFill>
                  <a:srgbClr val="1F1F1F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sz="1138">
                <a:solidFill>
                  <a:srgbClr val="1F1F1F"/>
                </a:solidFill>
                <a:latin typeface="Consolas"/>
              </a:rPr>
              <a:t>    board_init(0);</a:t>
            </a:r>
          </a:p>
          <a:p>
            <a:pPr algn="l">
              <a:lnSpc>
                <a:spcPct val="100000"/>
              </a:lnSpc>
            </a:pPr>
            <a:r>
              <a:rPr sz="1138">
                <a:solidFill>
                  <a:srgbClr val="1F1F1F"/>
                </a:solidFill>
                <a:latin typeface="Consolas"/>
              </a:rPr>
              <a:t>    csprng_add_entropy(role, sizeof(role));</a:t>
            </a:r>
          </a:p>
          <a:p>
            <a:pPr algn="l">
              <a:lnSpc>
                <a:spcPct val="100000"/>
              </a:lnSpc>
            </a:pPr>
            <a:r>
              <a:rPr sz="1138">
                <a:solidFill>
                  <a:srgbClr val="1F1F1F"/>
                </a:solidFill>
                <a:latin typeface="Consolas"/>
              </a:rPr>
              <a:t>    app_ephemeral_key(eph_sk, eph_pk);              // "PERF keygen"</a:t>
            </a:r>
          </a:p>
          <a:p>
            <a:pPr algn="l">
              <a:lnSpc>
                <a:spcPct val="100000"/>
              </a:lnSpc>
            </a:pPr>
            <a:r>
              <a:rPr sz="1138">
                <a:solidFill>
                  <a:srgbClr val="1F1F1F"/>
                </a:solidFill>
                <a:latin typeface="Consolas"/>
              </a:rPr>
              <a:t>    app_initiator_ctx(&amp;ctx, &amp;peer, eph_sk, eph_pk); // method, suites, keys, ID_CRED</a:t>
            </a:r>
          </a:p>
          <a:p>
            <a:pPr algn="l">
              <a:lnSpc>
                <a:spcPct val="100000"/>
              </a:lnSpc>
            </a:pPr>
            <a:r>
              <a:rPr sz="1138">
                <a:solidFill>
                  <a:srgbClr val="1F1F1F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138">
                <a:solidFill>
                  <a:srgbClr val="1F1F1F"/>
                </a:solidFill>
                <a:latin typeface="Consolas"/>
              </a:rPr>
              <a:t>    enum err r = edhoc_initiator_run(&amp;ctx, &amp;peers, &amp;err_msg, &amp;prk_out,</a:t>
            </a:r>
          </a:p>
          <a:p>
            <a:pPr algn="l">
              <a:lnSpc>
                <a:spcPct val="100000"/>
              </a:lnSpc>
            </a:pPr>
            <a:r>
              <a:rPr sz="1138">
                <a:solidFill>
                  <a:srgbClr val="1F1F1F"/>
                </a:solidFill>
                <a:latin typeface="Consolas"/>
              </a:rPr>
              <a:t>                                     tx_initiator, rx_initiator, ead_process);</a:t>
            </a:r>
          </a:p>
          <a:p>
            <a:pPr algn="l">
              <a:lnSpc>
                <a:spcPct val="100000"/>
              </a:lnSpc>
            </a:pPr>
            <a:r>
              <a:rPr sz="1138">
                <a:solidFill>
                  <a:srgbClr val="1F1F1F"/>
                </a:solidFill>
                <a:latin typeface="Consolas"/>
              </a:rPr>
              <a:t>    if (r != ok) { kprintf("EDHOC FAIL: %d\r\n", r); while (1); }</a:t>
            </a:r>
          </a:p>
          <a:p>
            <a:pPr algn="l">
              <a:lnSpc>
                <a:spcPct val="100000"/>
              </a:lnSpc>
            </a:pPr>
            <a:r>
              <a:rPr sz="1138">
                <a:solidFill>
                  <a:srgbClr val="1F1F1F"/>
                </a:solidFill>
                <a:latin typeface="Consolas"/>
              </a:rPr>
              <a:t>    kprintf("EDHOC OK!\r\n");</a:t>
            </a:r>
          </a:p>
          <a:p>
            <a:pPr algn="l">
              <a:lnSpc>
                <a:spcPct val="100000"/>
              </a:lnSpc>
            </a:pPr>
            <a:r>
              <a:rPr sz="1138">
                <a:solidFill>
                  <a:srgbClr val="1F1F1F"/>
                </a:solidFill>
                <a:latin typeface="Consolas"/>
              </a:rPr>
              <a:t>    board_report(t0, t1);                           // PERF + STACK lines</a:t>
            </a:r>
          </a:p>
          <a:p>
            <a:pPr algn="l">
              <a:lnSpc>
                <a:spcPct val="100000"/>
              </a:lnSpc>
            </a:pPr>
            <a:r>
              <a:rPr sz="1138">
                <a:solidFill>
                  <a:srgbClr val="1F1F1F"/>
                </a:solidFill>
                <a:latin typeface="Consolas"/>
              </a:rPr>
              <a:t>    board_app_data(&amp;prk_out, 1);                    // exporter -&gt; REQ/ECHO -&gt; file</a:t>
            </a:r>
          </a:p>
          <a:p>
            <a:pPr algn="l">
              <a:lnSpc>
                <a:spcPct val="100000"/>
              </a:lnSpc>
            </a:pPr>
            <a:r>
              <a:rPr sz="1138">
                <a:solidFill>
                  <a:srgbClr val="1F1F1F"/>
                </a:solidFill>
                <a:latin typeface="Consolas"/>
              </a:rPr>
              <a:t>    edhoc_wipe(prk_out_buf, sizeof(prk_out_buf));</a:t>
            </a:r>
          </a:p>
          <a:p>
            <a:pPr algn="l">
              <a:lnSpc>
                <a:spcPct val="100000"/>
              </a:lnSpc>
            </a:pPr>
            <a:r>
              <a:rPr sz="1138">
                <a:solidFill>
                  <a:srgbClr val="1F1F1F"/>
                </a:solidFill>
                <a:latin typeface="Consolas"/>
              </a:rPr>
              <a:t>}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38160" y="868680"/>
            <a:ext cx="38404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One call runs the whole handshake; </a:t>
            </a:r>
            <a:r>
              <a:rPr sz="1700" b="0" i="1">
                <a:solidFill>
                  <a:srgbClr val="000000"/>
                </a:solidFill>
                <a:latin typeface="Times New Roman"/>
              </a:rPr>
              <a:t>tx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 / </a:t>
            </a:r>
            <a:r>
              <a:rPr sz="1700" b="0" i="1">
                <a:solidFill>
                  <a:srgbClr val="000000"/>
                </a:solidFill>
                <a:latin typeface="Times New Roman"/>
              </a:rPr>
              <a:t>rx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 are the transport (radio or UART).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 i="1">
                <a:solidFill>
                  <a:srgbClr val="000000"/>
                </a:solidFill>
                <a:latin typeface="Times New Roman"/>
              </a:rPr>
              <a:t>peers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 = trust anchors: the credentials this board accepts.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The responder is the mirror image: </a:t>
            </a:r>
            <a:r>
              <a:rPr sz="1700" b="0" i="1">
                <a:solidFill>
                  <a:srgbClr val="000000"/>
                </a:solidFill>
                <a:latin typeface="Times New Roman"/>
              </a:rPr>
              <a:t>edhoc_responder_run()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The Library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(3/5) Rules the library enforces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34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/>
                <a:gridCol w="5394960"/>
              </a:tblGrid>
              <a:tr h="4978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Rule (RFC 9528)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If a peer breaks it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Deterministic CBOR (§3.1): shortest form only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message rejected (e.g. 19 00 03 for 3)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SUITES_I: an int, or an array of ≥ 2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message_1 rejected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Compact C_x / kid as an int (§3.3.2, §3.5.3.2)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message rejected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P-256 / P-384 keys: 0 ≤ x &lt; p, on the curve (§9.2)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message rejected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kid is a byte string (COSE): {4: h'01'}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{4: 1} is not accepted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Unknown critical EAD (§3.8)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error message, handshake stops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Static DH keys use the even y (compact form)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—  (the demo keys are generated so)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Application sees ID_CRED first (§3.5)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id_cred_check() can refuse it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5532120"/>
            <a:ext cx="11430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808080"/>
                </a:solidFill>
                <a:latin typeface="Times New Roman"/>
              </a:rPr>
              <a:t>See each rule fail on purpose: </a:t>
            </a:r>
            <a:r>
              <a:rPr sz="1400" b="0">
                <a:solidFill>
                  <a:srgbClr val="8B1A1A"/>
                </a:solidFill>
                <a:latin typeface="Consolas"/>
              </a:rPr>
              <a:t>make rfc9529-test</a:t>
            </a:r>
            <a:r>
              <a:rPr sz="1600" b="0">
                <a:solidFill>
                  <a:srgbClr val="808080"/>
                </a:solidFill>
                <a:latin typeface="Times New Roman"/>
              </a:rPr>
              <a:t> feeds the 15 invalid messages of RFC 9529 and prints the error each one gets (next slide).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The Library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(4/5) Checking against RFC 9529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35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7680960" cy="3176016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200" b="1">
                <a:solidFill>
                  <a:srgbClr val="AAAAAA"/>
                </a:solidFill>
                <a:latin typeface="Consolas"/>
              </a:rPr>
              <a:t>cd edhoc-wolfssl &amp;&amp; make rfc9529-test   (excerpt)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Trace 2 (RFC 9529 Section 3): METHOD 3, suite 2, kid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8BE98B"/>
                </a:solidFill>
                <a:latin typeface="Consolas"/>
              </a:rPr>
              <a:t>  initiator message_1: PASS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8BE98B"/>
                </a:solidFill>
                <a:latin typeface="Consolas"/>
              </a:rPr>
              <a:t>  initiator message_3: PASS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8BE98B"/>
                </a:solidFill>
                <a:latin typeface="Consolas"/>
              </a:rPr>
              <a:t>  initiator PRK_out: PASS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8BE98B"/>
                </a:solidFill>
                <a:latin typeface="Consolas"/>
              </a:rPr>
              <a:t>  initiator PRK_exporter: PASS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8BE98B"/>
                </a:solidFill>
                <a:latin typeface="Consolas"/>
              </a:rPr>
              <a:t>  initiator OSCORE master secret: PASS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8BE98B"/>
                </a:solidFill>
                <a:latin typeface="Consolas"/>
              </a:rPr>
              <a:t>  initiator ID_CRED_R to application: PASS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8BE98B"/>
                </a:solidFill>
                <a:latin typeface="Consolas"/>
              </a:rPr>
              <a:t>  responder message_2: PASS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8BE98B"/>
                </a:solidFill>
                <a:latin typeface="Consolas"/>
              </a:rPr>
              <a:t>  responder PRK_out: PASS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8BE98B"/>
                </a:solidFill>
                <a:latin typeface="Consolas"/>
              </a:rPr>
              <a:t>  invalid 4.1.1 message_1 as array rejected: PASS (err 120, want 120)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8BE98B"/>
                </a:solidFill>
                <a:latin typeface="Consolas"/>
              </a:rPr>
              <a:t>  invalid 4.2.2 G_X x &gt;= p rejected: PASS (err 4, want 4)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8BE98B"/>
                </a:solidFill>
                <a:latin typeface="Consolas"/>
              </a:rPr>
              <a:t>  invalid 4.2.3 G_X not on P-256 rejected: PASS (err 3, want 3)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8BE98B"/>
                </a:solidFill>
                <a:latin typeface="Consolas"/>
              </a:rPr>
              <a:t>  invalid 4.2.5 MAC_2 too short rejected: PASS (err 113, want 113)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8BE98B"/>
                </a:solidFill>
                <a:latin typeface="Consolas"/>
              </a:rPr>
              <a:t>  invalid RFC 9528 3.8 critical EAD_1 rejected: PASS (err 124, want 124)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8BE98B"/>
                </a:solidFill>
                <a:latin typeface="Consolas"/>
              </a:rPr>
              <a:t>RFC9529 TEST suite 2: PASS (0 failures)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0" y="868680"/>
            <a:ext cx="3749039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RFC 9529 publishes two complete example handshakes with every key and message.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The library, given the same keys and random values, must produce them 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byte for byte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, in both roles.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Plus the RFC's 15 invalid messages: each must be rejected with the right error.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Scope: the RFC has traces for 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two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combinations only (method 0 suite 0, method 3 suite 2); the suite 24 build runs the P-384 invalid case. The other 34 combinations have no published reference: they are checked by both sides agreeing (loopback, boards).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3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The Library </a:t>
            </a:r>
            <a:r>
              <a:rPr lang="en-US" sz="33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(5/5) Demo profile vs. production profile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36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572000"/>
                <a:gridCol w="4480560"/>
              </a:tblGrid>
              <a:tr h="548640">
                <a:tc>
                  <a:txBody>
                    <a:bodyPr wrap="square"/>
                    <a:lstStyle/>
                    <a:p/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PROFILE=demo (default)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PROFILE=production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Long-term keys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fixed test keys in the source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PROVISION_SRC: your key storage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Random numbers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SHA-256 CSPRNG seeded from the cycle counter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edhoc_platform_entropy(): a real TRNG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Use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lab, teaching, measurements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anything that matters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3291840"/>
            <a:ext cx="114300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RFC 9528 §9.2: ephemeral keys need good randomness. The demo seed is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not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good enough for real use — the production build refuses to build without a real entropy source.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This FPGA SoC has no TRNG, so here only PROFILE=demo runs. To use the code for real, connect 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edhoc_platform_entropy()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to a hardware entropy source.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37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EDHOC in a Nutshell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Run One Handshake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Key Schedule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Inside the Messages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The Library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1">
                <a:solidFill>
                  <a:srgbClr val="37863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What to Expect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5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What to Expect </a:t>
            </a:r>
            <a:r>
              <a:rPr lang="en-US" sz="35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(1/7) How these times were measured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38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686800"/>
              </a:tblGrid>
              <a:tr h="49149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Setting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Value used for every table in this section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Firmware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this revision, </a:t>
                      </a:r>
                      <a:r>
                        <a:rPr sz="1300" b="0">
                          <a:solidFill>
                            <a:srgbClr val="8B1A1A"/>
                          </a:solidFill>
                          <a:latin typeface="Consolas"/>
                        </a:rPr>
                        <a:t>TIMING=1</a:t>
                      </a:r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, </a:t>
                      </a:r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no</a:t>
                      </a:r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 DEBUG=1 (printing would be timed too)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Clock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75 MHz; seconds = cycles / 75,000,000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Transport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MRF24J40 radio, channel 11 (TRANSPORT=rf, the default)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Role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initiator, unless the column says R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handshake_total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from the call that builds message_1 until the handshake returns; excludes ephemeral key generation (PERF keygen)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handshake_compute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total minus the time spent waiting for the link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message steps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compute of one step only (build or process one message)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4937760"/>
            <a:ext cx="11430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The responder's total also counts waiting for the initiator to be loaded: compare compute times between the two sides, not totals.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Sender and receiver steps overlap in time — do not add them up to get a handshake time. Debugging (DEBUG=1) and benchmarking (TIMING=1) are separate builds.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5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What to Expect </a:t>
            </a:r>
            <a:r>
              <a:rPr lang="en-US" sz="35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(2/7) Handshake time over the radio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39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Chart 62"/>
          <p:cNvGraphicFramePr>
            <a:graphicFrameLocks noGrp="1"/>
          </p:cNvGraphicFramePr>
          <p:nvPr/>
        </p:nvGraphicFramePr>
        <p:xfrm>
          <a:off x="274320" y="822960"/>
          <a:ext cx="7680960" cy="548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8138160" y="914400"/>
            <a:ext cx="384048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Whole handshake at the initiator, in 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ms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, over the radio.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Every pair should end in PASS with each stack inside its reserve — run_pair.sh checks both.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Fastest: X25519 suites with method 3, 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0.81 s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. Slowest: suite 24 (P-384) with method 0, 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9.3 s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Method 3 is faster than method 0 for every suite: a MAC is cheaper than a signature.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28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What to Expect </a:t>
            </a:r>
            <a:r>
              <a:rPr lang="en-US" sz="28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(3/7) Time of every message step — method 3 (ms)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40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463040"/>
                <a:gridCol w="2468880"/>
                <a:gridCol w="1737360"/>
                <a:gridCol w="1463040"/>
                <a:gridCol w="1737360"/>
                <a:gridCol w="155448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Suite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I: build m1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R: process m1 + build m2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I: process m2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I: build m3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R: process m3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I: compute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0 / 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0.5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251.6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374.6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10.7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133.5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390.6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 / 3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0.5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892.0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1352.6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10.4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454.1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1368.0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0.5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254.3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374.2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10.2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135.1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389.5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0.5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903.1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1336.9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10.6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457.2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1352.8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0.5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254.1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374.4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10.8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135.4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390.6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24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1.2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2287.6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3446.2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23.2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1160.9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3480.8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0.5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703.5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1052.6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8.4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358.0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1065.2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5120640"/>
            <a:ext cx="11430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I = initiator (board A), R = responder (board B); </a:t>
            </a:r>
            <a:r>
              <a:rPr sz="1500" b="0">
                <a:solidFill>
                  <a:srgbClr val="8B1A1A"/>
                </a:solidFill>
                <a:latin typeface="Consolas"/>
              </a:rPr>
              <a:t>TIMING=1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 builds.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Building message_1 is almost free; the key exchanges inside </a:t>
            </a:r>
            <a:r>
              <a:rPr sz="1700" b="0" i="1">
                <a:solidFill>
                  <a:srgbClr val="000000"/>
                </a:solidFill>
                <a:latin typeface="Times New Roman"/>
              </a:rPr>
              <a:t>process m2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 dominate.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28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What to Expect </a:t>
            </a:r>
            <a:r>
              <a:rPr lang="en-US" sz="28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(4/7) Time of every message step — method 0 (ms)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41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463040"/>
                <a:gridCol w="2468880"/>
                <a:gridCol w="1737360"/>
                <a:gridCol w="1463040"/>
                <a:gridCol w="1737360"/>
                <a:gridCol w="155448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Suite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I: build m1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R: process m1 + build m2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I: process m2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I: build m3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R: process m3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I: compute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0 / 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0.5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219.3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422.8 / 418.1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96.1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297.2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524.2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 / 3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0.5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931.1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1331.9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486.6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885.9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1823.9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0.5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218.5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416.6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95.5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292.7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517.2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0.5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931.5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1329.8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485.3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885.6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1820.1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0.5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607.0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1011.9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484.2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883.1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1501.5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24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1.2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2378.2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3369.5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1242.5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2234.7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4623.4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0.5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1136.9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814.6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789.9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468.1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1608.7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5120640"/>
            <a:ext cx="11430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With signatures, </a:t>
            </a:r>
            <a:r>
              <a:rPr sz="1700" b="0" i="1">
                <a:solidFill>
                  <a:srgbClr val="000000"/>
                </a:solidFill>
                <a:latin typeface="Times New Roman"/>
              </a:rPr>
              <a:t>build m3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 (sign) and </a:t>
            </a:r>
            <a:r>
              <a:rPr sz="1700" b="0" i="1">
                <a:solidFill>
                  <a:srgbClr val="000000"/>
                </a:solidFill>
                <a:latin typeface="Times New Roman"/>
              </a:rPr>
              <a:t>process m3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 (verify) become expensive.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Suite 6 mixes X25519 key exchange with ES256 (P-256) signatures — fast DH, slow signatures.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What to Expect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(5/7) Where the time goes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42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Chart 62"/>
          <p:cNvGraphicFramePr>
            <a:graphicFrameLocks noGrp="1"/>
          </p:cNvGraphicFramePr>
          <p:nvPr/>
        </p:nvGraphicFramePr>
        <p:xfrm>
          <a:off x="274320" y="822960"/>
          <a:ext cx="7680960" cy="548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8138160" y="914400"/>
            <a:ext cx="384048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Method 3, initiator, ms.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Compute is the elliptic-curve work: P-256 ≈ 3.5× and P-384 ≈ 9× the cost of X25519 on this core.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The rest is the radio and the peer's compute: messages cross a 250 kbit/s link in ~100-byte fragments.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Software only: this core's multiplier is slow (~64 cycles), so the curve code uses 64-bit limbs to need as few multiplies as possible.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What to Expect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(6/7) Memory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43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743200"/>
                <a:gridCol w="2743200"/>
                <a:gridCol w="2377440"/>
                <a:gridCol w="210312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Suite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Largest image (B)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Stack reserve (B)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Total (B)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of 65,536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0 / 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42,505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5,376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47,881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73 %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2 / 3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43,977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8,448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52,425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80 %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41,863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5,376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47,239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72 %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43,603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8,448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52,051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79 %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46,595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8,448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55,043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84 %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24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47,673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11,008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58,681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90 %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25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48,209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12,544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60,753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93 %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5120640"/>
            <a:ext cx="11430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Per suite, the one of its 8 builds (4 methods × 2 roles) with the largest image + reserve; this revision, default flags (TRANSPORT=rf, no TIMING / DEBUG / APP options). Stack reserve = measured peak + 25 %.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Every build links (image + reserve fit) and every board run stayed inside its reserve (STACK line) — Lesson 2 shows both checks.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What to Expect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(7/7) What you should see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44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5486400"/>
              </a:tblGrid>
              <a:tr h="52251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Run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You should see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Any method × suite on two boards (run_pair.sh)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PASS, stacks inside their reserve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Host loopback, same combination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PRK_out match -&gt; PASS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RFC 9529 test (2 traces + 15 invalid messages)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PASS in builds of suites 0, 2, 24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Handshake time at the initiator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0.81 s (X25519, method 3) … 9.3 s (P-384, method 0)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Largest image + stack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60,753 B of 65,536 B (suite 25)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Before real use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a real entropy source (TRNG) instead of the demo seed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45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EDHOC in a Nutshell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Run One Handshake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Key Schedule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Inside the Messages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The Library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What to Expect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1">
                <a:solidFill>
                  <a:srgbClr val="37863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Practice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(1/3) Exercises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46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914400"/>
            <a:ext cx="17373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Exercise 1: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1371600"/>
            <a:ext cx="11430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Run suite 0 method 3 and suite 24 method 0 on your boards with </a:t>
            </a:r>
            <a:r>
              <a:rPr sz="1600" b="0">
                <a:solidFill>
                  <a:srgbClr val="8B1A1A"/>
                </a:solidFill>
                <a:latin typeface="Consolas"/>
              </a:rPr>
              <a:t>TIMING=1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. Compare each message step with the tables.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2377440"/>
            <a:ext cx="17373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Exercise 2: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2834640"/>
            <a:ext cx="11430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Run </a:t>
            </a:r>
            <a:r>
              <a:rPr sz="1600" b="0">
                <a:solidFill>
                  <a:srgbClr val="8B1A1A"/>
                </a:solidFill>
                <a:latin typeface="Consolas"/>
              </a:rPr>
              <a:t>make rfc9529-test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. Change one byte of a test vector in 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tests/rfc9529_vectors.h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: which checks fail?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3840480"/>
            <a:ext cx="17373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Exercise 3: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4297680"/>
            <a:ext cx="11430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Give the initiator an </a:t>
            </a:r>
            <a:r>
              <a:rPr sz="1600" b="0">
                <a:solidFill>
                  <a:srgbClr val="8B1A1A"/>
                </a:solidFill>
                <a:latin typeface="Consolas"/>
              </a:rPr>
              <a:t>id_cred_check()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that refuses the responder's kid 0x02. What does each console print, and why does the initiator stop before message_3?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Practice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(2/3) What to put in the report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47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57200" y="1005840"/>
            <a:ext cx="11247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Exercise 1: both console logs per run and a table of your step times next to ours; explain any difference.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Exercise 2: the failing lines and which RFC value they compare.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Exercise 3: your hook, both console logs, and the RFC 9528 section that requires the hook.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Practice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(3/3) Answer notes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48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120640"/>
                <a:gridCol w="3566160"/>
              </a:tblGrid>
              <a:tr h="749807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Exercise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What you should see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Why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1. Step times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within a few % of the tables; compute stable run to run, totals vary with the radio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compute is deterministic; the link is not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2. Change an input (X, Y, SK_x)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almost every later check FAILs: messages, PRK_out, exporter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each key depends on the transcript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2. Change an expected output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only that one check FAILs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the computed value did not change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49811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3. Refuse kid 0x02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initiator: EDHOC FAIL after message_2, no message_3; responder: EDHOC FAIL (error message received); no APP lines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ID_CRED_R arrives in PLAINTEXT_2 — the check runs before message_3 is built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4754880"/>
            <a:ext cx="11430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Negative case to think through: if the 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responder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refuses ID_CRED_I instead, the initiator has already sent message_3 and printed EDHOC OK — only the application step fails. One EDHOC OK is not enough; read both consoles.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Restore: remove the hook (</a:t>
            </a:r>
            <a:r>
              <a:rPr sz="1400" b="0">
                <a:solidFill>
                  <a:srgbClr val="8B1A1A"/>
                </a:solidFill>
                <a:latin typeface="Consolas"/>
              </a:rPr>
              <a:t>id_cred_check = NULL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), rebuild both roles, rerun: PASS.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49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5300" y="1508270"/>
            <a:ext cx="11381400" cy="42458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1">
                <a:solidFill>
                  <a:srgbClr val="000000"/>
                </a:solidFill>
                <a:latin typeface="Times New Roman"/>
              </a:rPr>
              <a:t>Today’s lesson highlight:</a:t>
            </a:r>
          </a:p>
          <a:p>
            <a:pPr algn="l" marL="256032" indent="-219456"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EDHOC = 3 messages → mutual authentication + PRK_out; 4 methods (signature or static DH per side), 9 cipher suites.</a:t>
            </a:r>
          </a:p>
          <a:p>
            <a:pPr algn="l" marL="256032" indent="-219456"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Every key is bound to the transcript (TH_2, TH_3, TH_4); applications take their keys with EDHOC_Exporter.</a:t>
            </a:r>
          </a:p>
          <a:p>
            <a:pPr algn="l" marL="256032" indent="-219456"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Library made strict to RFC 9528 and checked byte for byte against RFC 9529.</a:t>
            </a:r>
          </a:p>
          <a:p>
            <a:pPr algn="l" marL="256032" indent="-219456"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Every method and suite runs on two boards over the radio: 0.81 s … 9.3 s; TIMING=1 shows the time of every message step.</a:t>
            </a:r>
          </a:p>
          <a:p>
            <a:pPr algn="l" marL="256032" indent="-219456"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Read results as a ladder: EDHOC OK (one side) → APP DATA OK (compatible keys) → prk=match (equal PRK_out) → RFC 9529 (equal to the standard).</a:t>
            </a:r>
          </a:p>
          <a:p>
            <a:pPr algn="ctr"/>
            <a:r>
              <a:rPr sz="2000" b="1" i="1">
                <a:solidFill>
                  <a:srgbClr val="000000"/>
                </a:solidFill>
                <a:latin typeface="Times New Roman"/>
              </a:rPr>
              <a:t>Next lesson:</a:t>
            </a:r>
          </a:p>
          <a:p>
            <a:pPr algn="ctr"/>
            <a:r>
              <a:rPr sz="2000" b="0">
                <a:solidFill>
                  <a:srgbClr val="000000"/>
                </a:solidFill>
                <a:latin typeface="Times New Roman"/>
              </a:rPr>
              <a:t>「 Lesson 4 」 Post-quantum EDHOC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C8F3E6-8FCF-8406-D385-1271B41CF2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CustomShape 1"/>
          <p:cNvSpPr/>
          <p:nvPr/>
        </p:nvSpPr>
        <p:spPr>
          <a:xfrm>
            <a:off x="0" y="2338920"/>
            <a:ext cx="12192000" cy="19328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8" name="CustomShape 2"/>
          <p:cNvSpPr/>
          <p:nvPr/>
        </p:nvSpPr>
        <p:spPr>
          <a:xfrm>
            <a:off x="2920320" y="2834640"/>
            <a:ext cx="6129000" cy="1004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THANK YOU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70" name="CustomShape 4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6089D392-ACF8-401D-9835-6E74EF9B11A4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50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8" name="CustomShape 4">
            <a:extLst>
              <a:ext uri="{FF2B5EF4-FFF2-40B4-BE49-F238E27FC236}">
                <a16:creationId xmlns:a16="http://schemas.microsoft.com/office/drawing/2014/main" id="{E74905CF-9580-4841-AAEC-D6B501EE967B}"/>
              </a:ext>
            </a:extLst>
          </p:cNvPr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9" name="Picture 4" descr="http://vlsilab.ee.uec.ac.jp/images/logo.png">
            <a:extLst>
              <a:ext uri="{FF2B5EF4-FFF2-40B4-BE49-F238E27FC236}">
                <a16:creationId xmlns:a16="http://schemas.microsoft.com/office/drawing/2014/main" id="{9DE8A4C6-EF40-4C98-86CA-0B5033F2A770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2" name="CustomShape 1">
            <a:extLst>
              <a:ext uri="{FF2B5EF4-FFF2-40B4-BE49-F238E27FC236}">
                <a16:creationId xmlns:a16="http://schemas.microsoft.com/office/drawing/2014/main" id="{BB2AFDE3-18E3-0A42-6CD0-087EBB1FC018}"/>
              </a:ext>
            </a:extLst>
          </p:cNvPr>
          <p:cNvSpPr/>
          <p:nvPr/>
        </p:nvSpPr>
        <p:spPr>
          <a:xfrm>
            <a:off x="4341928" y="6089099"/>
            <a:ext cx="3502144" cy="5833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2026/12</a:t>
            </a:r>
            <a:endParaRPr lang="en-US" sz="3200" b="0" strike="noStrike" spc="-1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898291-B7AA-935C-34F3-91DF98E1FD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70652</TotalTime>
  <Words>2438</Words>
  <Application>Microsoft Office PowerPoint</Application>
  <PresentationFormat>Widescreen</PresentationFormat>
  <Paragraphs>376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Courier New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Hoang Trong-Thuc</dc:creator>
  <dc:description/>
  <cp:lastModifiedBy>Hùng Nguyễn</cp:lastModifiedBy>
  <cp:revision>1425</cp:revision>
  <dcterms:created xsi:type="dcterms:W3CDTF">2017-10-20T03:42:18Z</dcterms:created>
  <dcterms:modified xsi:type="dcterms:W3CDTF">2024-12-23T00:14:11Z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27</vt:i4>
  </property>
  <property fmtid="{D5CDD505-2E9C-101B-9397-08002B2CF9AE}" pid="12" name="MSIP_Label_ddc55989-3c9e-4466-8514-eac6f80f6373_Enabled">
    <vt:lpwstr>True</vt:lpwstr>
  </property>
  <property fmtid="{D5CDD505-2E9C-101B-9397-08002B2CF9AE}" pid="13" name="MSIP_Label_ddc55989-3c9e-4466-8514-eac6f80f6373_SiteId">
    <vt:lpwstr>18a7fec8-652f-409b-8369-272d9ce80620</vt:lpwstr>
  </property>
  <property fmtid="{D5CDD505-2E9C-101B-9397-08002B2CF9AE}" pid="14" name="MSIP_Label_ddc55989-3c9e-4466-8514-eac6f80f6373_Owner">
    <vt:lpwstr>trongthuc.hoang@aist.go.jp</vt:lpwstr>
  </property>
  <property fmtid="{D5CDD505-2E9C-101B-9397-08002B2CF9AE}" pid="15" name="MSIP_Label_ddc55989-3c9e-4466-8514-eac6f80f6373_SetDate">
    <vt:lpwstr>2021-05-28T03:48:12.5094358Z</vt:lpwstr>
  </property>
  <property fmtid="{D5CDD505-2E9C-101B-9397-08002B2CF9AE}" pid="16" name="MSIP_Label_ddc55989-3c9e-4466-8514-eac6f80f6373_Name">
    <vt:lpwstr>No Restrictions</vt:lpwstr>
  </property>
  <property fmtid="{D5CDD505-2E9C-101B-9397-08002B2CF9AE}" pid="17" name="MSIP_Label_ddc55989-3c9e-4466-8514-eac6f80f6373_Application">
    <vt:lpwstr>Microsoft Azure Information Protection</vt:lpwstr>
  </property>
  <property fmtid="{D5CDD505-2E9C-101B-9397-08002B2CF9AE}" pid="18" name="MSIP_Label_ddc55989-3c9e-4466-8514-eac6f80f6373_ActionId">
    <vt:lpwstr>f281bafe-9fd8-4238-8644-0700f27cf471</vt:lpwstr>
  </property>
  <property fmtid="{D5CDD505-2E9C-101B-9397-08002B2CF9AE}" pid="19" name="MSIP_Label_ddc55989-3c9e-4466-8514-eac6f80f6373_Extended_MSFT_Method">
    <vt:lpwstr>Manual</vt:lpwstr>
  </property>
  <property fmtid="{D5CDD505-2E9C-101B-9397-08002B2CF9AE}" pid="20" name="Sensitivity">
    <vt:lpwstr>No Restrictions</vt:lpwstr>
  </property>
</Properties>
</file>