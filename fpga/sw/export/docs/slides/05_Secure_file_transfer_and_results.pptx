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  <p:sldId id="921" r:id="rId68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MiB card to card (KB/s)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7.37</c:v>
                </c:pt>
                <c:pt idx="1">
                  <c:v>10.53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Make the radio link and the SD card reliable — and learn from the bugs we hit.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where the time goes, make it faster (radio, then a 3× faster wired link), and see how each question behind the project was answered.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our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our CRC-16 also covers the SPI wires on both sides (Problem 1). Our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our last one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Problem 1: corrupted bytes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first 1 MiB stream failed after ~80 s with an AEAD tag error (113) — no SD card involved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had acknowledged the frame, so its FCS was valid; the bytes the receiver decrypted were not the bytes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bit flips now and then on the SPI wires between CPU and radio. The radio computes its FCS after the flip, so it cannot see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our own CRC-16 per frame (seal() / poll_frame() in edhoc_rf_link.c), computed before SPI on the way out and checked after SPI on the way in;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every run counts crc_err. A long transfer with crc_err &gt; 0 that still ends in XFER RECV … OK shows the CRC catching and recovering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 yourself; a link layer's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Problem 2: a radio goes deaf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 the CRC in place, the stream then stopped for good after ~420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repeated one fragment 9,140 times; the receiver received nothing at 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inference, not observed directly: a flipped SPI write left a radio control register wrong (e.g. the channel). A data CRC cannot repair that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watchdog (heal_if_stuck): no progress for 2 s → reset and re-program the radio, keeping all sequence numbers. It must run in every waiting loop — the first version missed the transmit retry loop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counts reinits. The responder shows a few while it waits for the initiator to be loaded (2 s each) — harmless; in a long transfer, reinits &gt; 0 with a completed transfer shows recovery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recover from stuck hardware instead of trusting it: every wait needs a way 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Problem 3: both sides repeating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with DEBUG=1 builds the pair hung right after the handshake; also with a normal build when the initiator paused 0.5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read over JTAG: both boards in the transmit loop, each repeating one frame ~40 times a second, never acknowledged (TX status 0xC1); the watchdog did not help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holding an unread frame in its one-frame FIFO was seen to acknowledge nothing — and neither side read its FIFO while repeating. Same root: a board that had finished left its peer repeating the last frame forever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attempts (the peer's 'A' or next message ends the repeat); a finished board keeps answering (transport_idle())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 the same command: PASS. Compare the two logs at the point where the broken build stopped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What each fix changed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6751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Link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1 MiB radio stream (TBD3)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CRC, no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AEAD error after ~80 s (Problem 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CRC per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stalls after ~420 KB: deaf radio (Problem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+ 2 s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(~135 s, 0 bad bytes) — hangs if both ends repeat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FIFO read while repeating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(~99 s), also with a slow peer (Problem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same link carries the handshakes of Lessons 3 and 4, so every pair uses these fixes.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on real wires,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check data end to end and recover from stuck hardware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do not trust the link layer of the chip alone.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4,294,967,294 B: FAT32 sizes are 32-bit and the transfer reserves 0xFFFFFFFF as “no file”.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../common/board/run_one.sh build/sd_prep.elf 150              # board A: format +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EXTRA_CFLAGS=-DSD_PREP_FORMAT                     # board B: format only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788664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788664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-DSD_PREP_VERIFY=&lt;bytes&gt;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B: exactly that length, and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SD driver and two power-up / busy bugs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retried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1: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after power-up the card answers the first CMD0 with one junk byte (Lesson 2) → retry CMD0.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2: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after a write the card holds the data line low while busy. The code waited only while it read exactly 0x00; the line is released in the middle of a byte (e.g. 0x0f), so the next command was sent too early and failed. Fix: wait until it reads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 bug 1: let CMD0 run once (</a:t>
            </a:r>
            <a:r>
              <a:rPr sz="13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), pull the card out and in, run spi_test → R1 = 3f FAIL; restore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Bug 2: every written sector must read back (sd_prep verify, section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 third bug, a late write reply, has its own slide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Bug 3: a write reply one byte late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83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now and then a 1 MiB transfer ended “XFER: SD write failed at 618”: the transfer CRC was fine, but RECV.BIN was not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 logging added: </a:t>
                      </a:r>
                      <a:r>
                        <a:rPr sz="1200" b="0">
                          <a:solidFill>
                            <a:srgbClr val="8B1A1A"/>
                          </a:solidFill>
                          <a:latin typeface="Consolas"/>
                        </a:rPr>
                        <a:t>SD: write 84310: data response 1f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three times — the byte read where the card's reply belongs was FF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card sent its data response (xxx0 0101 = accepted) one byte later than the driver read it. A traced build showed 8 bits late in 2 of 4 runs, on time in the others — so the write had worked and was misreported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data_response() in sd_card.c reads 4 bytes and takes the 5 bits starting at the first 0 bit (as Linux mmc_spi does); each rejected sector is retried up to 3 times and logged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several 1 MiB transfers: no </a:t>
                      </a:r>
                      <a:r>
                        <a:rPr sz="1200" b="0">
                          <a:solidFill>
                            <a:srgbClr val="8B1A1A"/>
                          </a:solidFill>
                          <a:latin typeface="Consolas"/>
                        </a:rPr>
                        <a:t>SD: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lines, XFER RECV … OK, and the read-back with the right length passes (section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 the device's raw reply before deciding who failed; SPI devices may answer later than the minimum the specification allows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we check the CRC-16 ourselves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182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cd tests &amp;&amp; make fat32-host-test   (excerpt of 15 checks)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checks the received 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transfer CRC-32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received plaintext stream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read → link); only a read-back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stored file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write).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radio repeats fragments until it reads again; the UART link waits for its READY byte (section 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stream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received bytes = SEND.BIN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length + every byte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&lt;size sent&gt; bytes,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 (generated SEND.BIN only)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 (generated SEND.BIN of 1 MiB):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EXTRA_CFLAGS=-DSD_PREP_VERIFY=1048576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033775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SEND.BIN came 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 to verify RECV.BIN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(generated test pattern)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-DSD_PREP_VERIFY=&lt;bytes&gt;: the byte count must equal the size sent, CRC as sent,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your own file (PDF, image …)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RECV.BIN to a PC; compare size and sha256sum with the original — sd_prep cannot 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“0 bytes differ” alone is not enough: a shorter file compares equal over its own length. Check the reported byte count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first (on a PC, or reformat card B: sd_prep -DSD_PREP_FORMAT), or a failed run leaves the old, identical file in place.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When storage fails: a real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 (before the bug 3 fix)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APP DATA FAIL: 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651760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run_pair.sh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xferfix2 FAIL hs=1.236142s ... 122s no-APP-OK(xferfix2.res.log)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342900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The communication path worked: the handshake, every record and the file CRC are fine.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the first sector write (offset 618 = 3 records, past 512 B) was reported as refused,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success. Judge a transfer by board B's last lines — and then read the file back (sd_prep verify).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Cause, found by logging the card's reply: its data response came one byte late (section 3, bug 3). Current firmware prints </a:t>
            </a:r>
            <a:r>
              <a:rPr sz="1300" b="0">
                <a:solidFill>
                  <a:srgbClr val="8B1A1A"/>
                </a:solidFill>
                <a:latin typeface="Consolas"/>
              </a:rPr>
              <a:t>SD: write &lt;sector&gt;: &lt;reason&gt;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for every rejected try — read those lines before blaming the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Read-back trap: remove the old RECV.BIN before a run (PC, or reformat card B). Otherwise a failed run leaves the previous, identical file in place and the read-back still says 0 bytes differ.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up to 4,294,967,294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generated file: sd_prep -DSD_PREP_VERIFY=&lt;bytes&gt;; own file: size + sha256sum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byte count = size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“STACK whole run” line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peak should not grow (64 KiB and 1 MiB: equal)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Measure first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 (sender, 111 B of data)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radio TX + hardware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7.0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waiting for our 'A'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1.75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 encryption (before tuning)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3.1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92608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Cycle counters around each step, in a temporary instrumented build — not guesses. Numbers on this slide come from that build, not from TIMING=1.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Encrypting one 206-byte record took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6.5 ms = 490,000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That is far too slow for AES: something was wrong.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On-board micro-benchmark: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47548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Key schedule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GCM, 192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6,231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The multiply trap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before (GHASH, aes_gcm.c)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uint64_t m = 0 - (bit &amp; 1);      // all ones if bit is set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zh ^= vh &amp; m;                    // GCC turns this into  bit * vh  -&gt; mul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11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after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uint64_t m = top_mask(xh);       // arithmetic shift: no multiply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8328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GCC recognises </a:t>
            </a:r>
            <a:r>
              <a:rPr sz="16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emits </a:t>
            </a:r>
            <a:r>
              <a:rPr sz="1600" b="0">
                <a:solidFill>
                  <a:srgbClr val="8B1A1A"/>
                </a:solidFill>
                <a:latin typeface="Consolas"/>
              </a:rPr>
              <a:t>bit *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usually faster. But this core's multiplier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muls per bit × 128 bits per GHASH block: 128 of every 155 cycles were multiplies.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Result: GHASH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19,777 → 3,326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(6×). Same trap fixed in the CRC-32 code. Check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objdump -d … | grep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Table-based AES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byte-by-byte AES rounds became the 32-bit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T-table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form: each round is 16 table look-ups and XORs on whole columns.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1 KB table, built at first use from the S-box; the other three are its byte rotations.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5176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554480"/>
                <a:gridCol w="155448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Speed-up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5.9×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known-answer tests (NIST GCM, RFC 3610, RFC 9529) still PASS. Bulk speed on the board now: encrypt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162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decrypt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153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Cost: 1 KB of RAM — the largest builds still fit.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The radio side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394960"/>
                <a:gridCol w="182880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Kept?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Burst SPI: whole FIFO in one command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SPI byte per data byte instead of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CSMA back-off before sending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two nodes taking turns: no one to avoid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206-byte records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fill both radio fragments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Turbo mode 625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~2/3 of frames lost on these modules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Channel 26 (above Wi-Fi)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much worse than channel 11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9.4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 errors in the burst 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change tested on the boards; channel 11 has interference spells, so every experiment was compared with a control run made at the same time.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Result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5120640" cy="5303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5669280" y="914400"/>
          <a:ext cx="6309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1645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B, TBD3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142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99.6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Throughput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7.37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10.53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Bytes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100 MiB (estimate, not measured)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2.8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5669280" y="3749039"/>
            <a:ext cx="63093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+43 %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104 s after these changes, 99.6 s with the link fix of section 2 (Problem 3). Handshakes got a little faster too (TBD3 1.37 → 1.25 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yourself: a TIMING=1 build prints PERF encrypt / decrypt in B/s; compare with the micro-benchmark of (1/7).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Where the limit is now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Raw radio, no ACK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 per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4688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From the slope: 32 µs per byte (250 kbit/s) plus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≈ 1.8 ms fixed per frame inside the radio chip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Software is now ~1 ms of the ~9 ms per frame. The radio chip sets the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sliding window could save the ~19 % spent waiting for 'A' — risky with a one-frame receive buffer (Problem 3 in section 2 shows why).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Faster needs a faster link: three wires between the PMOD JB ports give 3× the radio's speed (next slide).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A wired link: UART1 at 921,600 baud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834640"/>
                <a:gridCol w="29260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(MRF24J40)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UART, 57,600 baud, byte pacing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UART, 921,600 baud, flow control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3.07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KiB generated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2.4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49.5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 (10.5 KB/s)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 (32.6 KB/s)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Wiring: A's JB2 (TX) → B's JB1 (RX), B's JB2 (TX) → A's JB1 (RX), JB5 GND ↔ JB5 GND (Lesson 1, section 4). Build both images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TRANSPORT=uart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400" b="0">
                <a:solidFill>
                  <a:srgbClr val="8B1A1A"/>
                </a:solidFill>
                <a:latin typeface="Consolas"/>
              </a:rPr>
              <a:t>EXTRA_CFLAGS=-DUART1_BAUD=&lt;baud&gt;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changes the speed (both boards alike).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receiver polls UART1 and is busy between frames (AEAD, SD writes), so a sender that just transmits loses bytes. The first version waited after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every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Now the receiver sends one READY byte every 0.2 ms while it waits for a frame; the sender drops old READYs, waits for a fresh one, then sends the frame at line rate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edhoc_transport.c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 With that, the baud rate sets the pace.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Card to card, AES and the SD card now take a larger share: 5.7 s of the 32.2 s is SD access on each board.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The questions, and where they are answered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669280"/>
                <a:gridCol w="1188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Short 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EDHOC fit a small Rocket SoC with 32 KiB?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 this revision only suite 4, method 3, initiator fits (229 B spare); the rest need up to 61.5 KB → 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Why not 100 MHz?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implementation failed timing at 100 MHz and closes at 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 all methods and suites work?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0–3 × 9 suites run on two boards; the two RFC 9529 traces match byte for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post-quantum EDHOC need a PSK?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shared PSK; still trusted credentials and long-term ML-KEM private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Is there a highest-security option?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TBD3, the strongest configured here: AES-256-GCM + ML-KEM-1024 +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Where do large files live, how much RAM?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on the SD card, streamed: RAM use is flat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How long does each step take?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prints PERF lines per step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questions were asked during the project;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deviations.txt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keeps the dated questions and answers.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over 3 wires on PMOD JB: 32.6 KB/s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chips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only suite 4, method 3, initiator fits; its responder is 69 B over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use those builds, or give the chip more 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from SD after power-up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boot ROM sends CMD0 only 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over JTAG (Lesson 2), or add a CMD0 retry to sdboot and rebuild the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Clone (Lesson 1, section 1, (5/8)),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MiB.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MiB estimate.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Radio link made reliable with a CRC per frame, a 2-second radio watchdog and reading the FIFO while repeating; SD driver fixed (CMD0 retry, busy wait, late write reply).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s, 0 bytes wrong; +43 % after removing hidden multiplies, table AES and the link fix.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