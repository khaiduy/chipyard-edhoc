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5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Secure file transfer and results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Use the key from the handshake: an encrypted channel that streams a file of any size from one board's SD card to the other's.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Read the radio and SD diagnostics, and know what to do when a transfer fails.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Measure the speed yourself, choose the radio or the 3× faster wired link, and reproduce every result of the course.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fpga/sw/export/common (edhoc_app_data, edhoc_rf_link, sd_card, fat32, edhoc_file_xfer)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Keys for the application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2011680" cy="91440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(EDHOC)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560320" y="1554480"/>
            <a:ext cx="7315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143000"/>
            <a:ext cx="23774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PRK_exporter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669280" y="1188720"/>
            <a:ext cx="731520" cy="36576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669280" y="1554480"/>
            <a:ext cx="731520" cy="4572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400800" y="86868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Exporter(32768)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00800" y="169164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IV_app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Exporter(32769)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27432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suite, same keys on both boards — nothing secret is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AEAD is the suite's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application AEAD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AES-CCM-16-64-128, AES-128/256-GCM or ChaCha20/Poly1305; key, IV and tag sizes are read at run time, so one code path serves every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file demo runs with AuthKEM TBD3: AES-256-GCM, 32-byte key.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One record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49440"/>
                <a:gridCol w="24688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Sent?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header (5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direction (0 = A→B, 1 = B→A) ‖ 32-bit sequence number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both sides know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IV_app XOR header (in the last 5 bytes)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AEAD(K_app, nonce, aad = header, plaintext ≤ 206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 or 16 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474720"/>
            <a:ext cx="7863840" cy="168183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4" b="1">
                <a:solidFill>
                  <a:srgbClr val="808080"/>
                </a:solidFill>
                <a:latin typeface="Consolas"/>
              </a:rPr>
              <a:t>common/src/edhoc_app_data.c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static void mk_nonce(const struct app_chan *ch, uint8_t *nonce, const uint8_t *hdr)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uint32_t off = ch-&gt;iv_len - APP_HDR_LEN;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memcpy(nonce, ch-&gt;base_iv, ch-&gt;iv_len);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for (uint32_t i = 0; i &lt; APP_HDR_LEN; i++)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    nonce[off + i] ^= hdr[i];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3474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two directions never share a nonce.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lost, repeated or reordered record fails its tag.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Using it from your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common/include/edhoc_app_data.h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struct app_chan ch;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app_data_init(&amp;ch, suite, &amp;prk_out, is_initiator);    // keys from PRK_out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app_data_send(&amp;ch, buf, len, tx, sock);               // len &lt;= APP_PT_MAX (206)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app_data_recv(&amp;ch, buf, sizeof(buf), &amp;got, rx, sock); // decrypt + verify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3464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are the same transport functions as the handshake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Records are at most 206 bytes: 206 + 16-byte tag fills exactly two radio fragments (section 2).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send and receive also adds to an encrypt / decrypt cycle counter — the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Demo traffic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initiator, TBD3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1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1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84048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After every handshake: three requests and echoes both ways prove both keys and both directions.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Then, depending on the build: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APP_FILE_BYTES=n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stream n generated bytes (checked by regenerating them)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send SEND.BIN card to card (section 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MRF24J40 and its limits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438912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Property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Consequence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IEEE 802.15.4, 2.4 GHz, channel 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band with Wi-Fi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(32 µs per byte)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ms on air for a full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127 B → 116 B payload after the 802.15.4 header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needs 2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 buffer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must wait until the receiver read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Host interface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4.7 MHz over PMOD wires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errors happen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Hardware ACK: the radio confirms the frame reached the peer's receive buffer.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It does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 the peer's software read it — that needs the link's own 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Fragments and stop-and-wait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common/include/edhoc_rf_link.h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frame payload = [type][seq][flags][data ... up to 111 B][crc16]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type  'D' data fragment   flags bit0 = first, bit1 = last of the message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'A' acknowledgement of fragment seq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91840" y="2331720"/>
            <a:ext cx="24688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read, CRC ok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2608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2648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 → A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'A' seq 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76072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896112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k+1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59536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34747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next fragment goes out only after the 'A' for the previous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'A' within 30 ms → send the same fragment again; the receiver re-acks a repeat and drops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Simple and safe with a one-frame receive buffer; the price is one round trip per fragment.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One radio frame,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680960"/>
                <a:gridCol w="24688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 control: data frame, ACK request, PAN ID compression, short addresses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802.15.4 sequence number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PAN ID 0xABCD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+ 2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destination / source short address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 header: type 'D' or 'A', seq, flags (bit 0 FIRST, bit 1 LAST)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≤ 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CRC-16/CCITT over link header +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FCS (802.15.4 CRC)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9 + 3 + 111 + 2 + 2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127 bytes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the largest 802.15.4 frame.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checksums: the FCS covers the air, the link's CRC-16 also covers the SPI wires on both sides (section 2, (5/8)). The 'A' frame is 16 bytes: header, link header, CRC, FCS.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Splitting and rebuilding a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211437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29" b="1">
                <a:solidFill>
                  <a:srgbClr val="808080"/>
                </a:solidFill>
                <a:latin typeface="Consolas"/>
              </a:rPr>
              <a:t>common/src/edhoc_rf_link.c (shortened)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int32_t rf_link_recv(uint8_t *data, uint32_t cap)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len = recv_frag(f);                    // next 'D' in order, already ACKed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if (!(f[2] &amp; F_FIRST)) return -2;      // must start a message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for (;;) 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copy f[3 .. len) to data + got;    // -2 if it would pass cap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F_LAST) return got;     // message complete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len = recv_frag(f);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F_FIRST) return -2;     // a new message inside this one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949440" y="86868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5544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record: 206 B + 16-B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111 FIRST, 111 LAST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length / CRC record: 4 B +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(FIRST + LAST)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 message_4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14 × 111 + 50 = 15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65760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seq is 8 bits and wraps at 256: safe, because only one fragment is ever unconfirmed.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repeat of the fragment accepted last (its 'A' was lost) is acknowledged again and dropped, so data is never delivered twice.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first fragment of the peer's next message also confirms the last one sent (implicit ACK,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take_reply()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If a long transfer fails with an AEAD error (113)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XFER: record at &lt;n&gt; failed (113) on board B, after a few thousand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arrived with wrong bytes. On PMOD wires a bit can flip on the SPI link between the CPU and the radio; the radio's own checksum (FCS) is computed after that, so it cannot see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adds its own CRC-16 to every frame (seal() / poll_frame() in edhoc_rf_link.c): a bad frame gets no 'A' and is sent again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at the end of the run: crc_err &gt; 0 with XFER RECV … OK means bad frames were caught and resent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Try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Exercise 2 removes the CRC and shows the error; restore with git checkout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data end to end; a chip's checksum covers only its own part of the path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If one board stops hearing the other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sender's repeats count climbs, the receiver gets nothing — for more than 2 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probably a radio register changed by a flipped SPI write (e.g. the channel). Data CRCs cannot fix a radio that is no longer listening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re-initialises its radio after 2 s without progress (heal_if_stuck(), in every waiting loop), keeping all sequence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RF: … reinits=&lt;n&gt;. The responder shows a few while it waits for the initiator to be loaded (one per 2 s) — that is normal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wait needs a way 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If both boards keep repeating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the pair stops right after EDHOC OK (often with DEBUG=1, whose prints slow one side down); both boards repeat 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radio that holds an unread frame acknowledges nothing; if both sides only transmit, neither ever gets an 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take_reply() reads the FIFO between transmit attempts; a finished board keeps answering in transport_idle()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Try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comment out the take_reply() call in transmit(), build suite 2 method 3 with DEBUG=1, run the pair: it stops in the first echo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Restore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from fpga/sw/export: git checkout common/src/edhoc_rf_link.c, rebuild both images, rerun: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link layer must keep listening while it waits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Reading the RF: line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end of a radio run, after APP DATA OK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RF: frames=6 repeats=0 crc_err=0 reinits=0      &lt;- initiator, suite 2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RF: frames=5 repeats=0 crc_err=0 reinits=0      &lt;- responder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10312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023360"/>
                <a:gridCol w="3108960"/>
                <a:gridCol w="28346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Counts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Normal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Worth a look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fragments sent, repeats included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handshake: tens; 1 MiB: ≈ 10,000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repeats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fragments sent again (no 'A' in 30 ms)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… a few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large share: interference, distance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crc_err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received frames dropped by the CRC-16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or a few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many: check the JC wiring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reinits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re-initialisations (2 s without progress)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few on the side that waited first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during a transfer: (6/8)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0292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same link carries the handshakes of Lessons 3 and 4, so every pair prints this 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What is on the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1148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Sectors (LBA)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/ sd_prep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2048 … 67583 (partition 1, 32 MiB, raw)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for SD boot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67584 … end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SEND.BIN (board A), RECV.BIN (board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your PC / the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End-user flow: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copy any file onto the card as SEND.BIN with a PC, put the card in board A, run — board B writes RECV.BIN on its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FAT32, so any PC reads and writes the files; the boot area stays raw.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Files up to 4,294,967,294 B: FAT32 sizes are 32-bit and the transfer reserves 0xFFFFFFFF as “no file”. RAM use does not depend on the size.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Preparing a card — with or without a card reader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a PC with a card reader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sudo fpga/sw/export/tools/mksd.sh /dev/sdX   # erases the card: MBR + 32 MiB boot + FAT32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2E7D32"/>
                </a:solidFill>
                <a:latin typeface="Consolas"/>
              </a:rPr>
              <a:t># then copy your file as SEND.BIN onto the FAT32 partition (label EDHOC)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0312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no card reader: from the board, over JTAG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EXTRA_CFLAGS="-DSD_PREP_FORMAT -DSD_PREP_SEND=1048576"   # format + 1 MiB test 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../common/board/run_one.sh build/sd_prep.elf 150              # board A: format +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EXTRA_CFLAGS=-DSD_PREP_FORMAT                     # board B: format only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150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788664"/>
            <a:ext cx="59436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61067264 sectors (29818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formatting...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 OK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SEND.BIN: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3788664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writes the same layout as mksd.sh, plus a test SEND.BIN of known pseudo-random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-DSD_PREP_VERIFY=&lt;bytes&gt;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later checks RECV.BIN on board B: exactly that length, and the same bytes.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FAT32 on disk: from cluster to sector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18872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MBR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LBA 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54480" y="868680"/>
            <a:ext cx="20116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image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2048 … 67583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6160" y="868680"/>
            <a:ext cx="210312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reserved 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sector, FSInfo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6656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63840" y="868680"/>
            <a:ext cx="32918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data: cluster 2, 3, 4 …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192024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fat_lba   = part_lba + reserved                  part_lba = 67584, reserved = 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data_lba  = fat_lba + nfats * fat_sz             two FAT copies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LBA of cluster c       = data_lba + (c - 2) * spc            spc = sectors per cluster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 entry of cluster c = sector fat_lba + c / 128, byte (c % 128) * 4, low 28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0 = free,  2 ... = next cluster,  0x0FFFFFFF = end of chain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3434587"/>
          <a:ext cx="11430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097280"/>
                <a:gridCol w="1645920"/>
                <a:gridCol w="22860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(formatted by sd_prep, cluster size as Windows picks it)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spc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1 MiB file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A, 31 GB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B, 3.6 GB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clusters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All values come from the boot sector at part_lba (bytes 11, 13, 14, 16, 32, 36, 44, 48): fat32_mount() reads them and nothing else.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Fragmented files: following the cluster 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root-directory entry, 32 bytes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53 45 4E 44 20 20 20 20 42 49 4E   "SEND    BIN"   name, 8.3 form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20                                 attribute: archive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20-21 / 26-27            first cluster, high / low 16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28-31                    file size, little endian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2428746"/>
            <a:ext cx="1645920" cy="6858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dir entry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first = 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13432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FAT[5] = 6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011679" y="2767075"/>
            <a:ext cx="301753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261104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FAT[6] = 7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959352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208776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FAT[7] = 12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07024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156448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FAT[12] = 13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854696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104119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FAT[13]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0x0FFFFFFF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802367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65760" y="3429000"/>
            <a:ext cx="6766560" cy="110304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4" b="1">
                <a:solidFill>
                  <a:srgbClr val="808080"/>
                </a:solidFill>
                <a:latin typeface="Consolas"/>
              </a:rPr>
              <a:t>fat32_read()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if (f-&gt;pos &amp;&amp; f-&gt;pos % cb == 0) {        // crossed into the next cluster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fat_get(f-&gt;clus, &amp;f-&gt;clus);          // read its FAT entry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if (!valid(f-&gt;clus)) return FAT_ENOFS;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Reading follows any chain: a SEND.BIN a PC wrote in pieces works (host test "copy fragmented SEND.BIN"). Cost: one FAT sector per cluster, 63 extra reads for 1 MiB on card A (3 %).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Writing takes one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contiguous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run of free clusters: no FAT reads while streaming, the chain is written at commit.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Limit: a card whose free space exists only in pieces answers “no room” (FAT_ENOSPC). Copy the files off and reformat.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The SD driver: commands and two timing details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Command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Wake up in SPI mode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≥ 74 clocks, then CMD0 (go idle) —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up to 10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 voltage / version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CMD8 → echo 0x1AA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Initialise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ACMD41 until ready; CMD58 → block addressing (SDHC)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Read / write one sector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CMD17 / CMD24, 512 B + CRC-16, then wait while 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CMD0 is retried: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right after the card powers up, its first answer can be one junk byte (Lesson 2, “If spi_test shows R1 = 3f”).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Busy ends in the middle of a byte: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after a write the card holds the data line low; the line can be released mid-byte (e.g. 0x0f), so the driver waits until a byte reads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0xFF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not just until it stops reading 0x00.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See the first one yourself: let CMD0 run once (</a:t>
            </a:r>
            <a:r>
              <a:rPr sz="1400" b="0">
                <a:solidFill>
                  <a:srgbClr val="8B1A1A"/>
                </a:solidFill>
                <a:latin typeface="Consolas"/>
              </a:rPr>
              <a:t>t &lt; 1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tests/src/periph_spi.c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pull the card out and in, run spi_test → R1 = 3f FAIL. Restore with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If an SD write is reported as failed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SD: write &lt;sector&gt;: &lt;reason&gt; lines on board B, maybe “XFER: SD write failed” and “not stored”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Reasons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data response 0b = the card saw a CRC error (bits flipped on the wires); 0d = the card could not write; busy timeout = the card never finished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retries each sector up to 3 times. It also reads the card's reply (data response, 05 = accepted) from 4 bytes, because some cards send it a byte late — read one byte too early, a good write looks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few 1 MiB transfers: no SD: lines, XFER RECV … OK, and the read-back with the right length passes (section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If it stays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reseat the card, try another card, reformat it (sd_prep -DSD_PREP_FORMAT)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 the device's raw reply before deciding who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One sector over SPI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5872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reading the FAT32 boot sector of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51 00 01 08 00 01          CMD17 read block: 0x40 | 17, LBA 0x00010800 = 67584, CRC byte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00                      R1 = 0x00: command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... FF FE               start token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&lt;- 512 data bytes, CRC-16     the driver checks the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58 &lt;LBA, 4 B&gt; 01           CMD24 write block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                        R1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FE, 512 data bytes,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xxx0 0101 (0x05)           data response: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00 ... 0F FF            busy while the card programs: wait for FF (bug 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730244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command is 6 bytes: 0x40 | index, a 32-bit argument, CRC-7 + stop bit. In SPI mode only CMD0 (</a:t>
            </a:r>
            <a:r>
              <a:rPr sz="1400" b="0">
                <a:solidFill>
                  <a:srgbClr val="8B1A1A"/>
                </a:solidFill>
                <a:latin typeface="Consolas"/>
              </a:rPr>
              <a:t>95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and CMD8 (</a:t>
            </a:r>
            <a:r>
              <a:rPr sz="1400" b="0">
                <a:solidFill>
                  <a:srgbClr val="8B1A1A"/>
                </a:solidFill>
                <a:latin typeface="Consolas"/>
              </a:rPr>
              <a:t>87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need a real CRC.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SDHC / SDXC cards take the sector number; old SDSC cards a byte address (LBA × 512). The CCS bit of CMD58 says which.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One sector per command: multi-block commands would save little, since the SD part is 5.7 s (read) and 6.5 s (write) of the 99.6 s transfer.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FAT32 in 512 bytes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512-byte sector buffer for everything: no FAT cache, no cluster buffer — the 64 KiB RAM cannot afford more.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SEND.BIN: find it in the root directory (8.3 name), follow its cluster chain sector by sector.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Write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RECV.BIN: reserve one contiguous run of free clusters, write the data, then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commit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a safe order: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1.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data sectors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33756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2.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FAT chain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(both FAT copies)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01752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21792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3.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directory entry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9788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9828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4.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free the old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RECV.BIN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7824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47091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Rejected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(bad record, wrong CRC, lost link): only free clusters were written, so every file — including the old RECV.BIN — is unchanged.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Commit itself is several sector writes. An I/O error or power loss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during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can leave lost clusters or a half-written chain: run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on a PC. This is not a power-loss-safe file system.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Testing the FAT32 code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182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cd tests &amp;&amp; make fat32-host-test   (excerpt of 15 checks)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fragmented SEND.BIN over old RECV.BIN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RECV.BIN == SEND.BIN (pyfatfs)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fsck.fat clean    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uncommitted write leaves files unchanged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empty SEND.BIN -&gt; new RECV.BIN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1000-byte SEND.BIN -&gt; new RECV.BIN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format a junk card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MBR: p1 raw at 2048, p2 FAT32 at 67584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on the formatted card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missing file -&gt; FAT_ENOENT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FAT32 HOST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fat32.c, with sd_read / sd_write going to a disk-image file.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Images made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mkfs.vfat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checked by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an independent FAT library (pyfatfs).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Does the test catch bugs? Two deliberately broken builds (no FAT mirroring, old chain not freed) both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fsck.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goes over the air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21792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Plaintext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Purpose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length (0xFFFFFFFF = sender has no SEND.BIN)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receiver reserves space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… 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file, 206 bytes per record, last one shorter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 + 1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CRC-32 of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checks the received 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record is AEAD-protected (section 1) — that is the security. The transfer CRC-32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received plaintext stream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read → link); only a read-back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stored file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write).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Neither side holds more than one record and one sector: the same image moves 1 KB or 100 MiB.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Receiver busy writing the card? The radio repeats fragments until it reads again; the UART link waits for its READY byte (section 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From file bytes to radio frames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SD sector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512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fat32_read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B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331720" y="1298448"/>
            <a:ext cx="365759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868680"/>
            <a:ext cx="1965960" cy="86868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AEAD record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+ 16 = 222 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66344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rf_link_send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 × 111 B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995159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radio frame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127 B each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32688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2011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 sectors read on A / written on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2,048 / 2,048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records: 5,090 × 206 B + 1 × 36 B, plus the length and CRC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5,093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frames ('D'), and as many 'A' frames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10,183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data frame: 99.6 s / 10,183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9.8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365760" y="461772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Records do not line up with sectors (512 = 2 × 206 + 100): fat32_read copies across sector borders, and the one-sector buffer still reads each sector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buffer grows with the file: one record, a few frames and one sector, the same for 1 KB or 4 GB.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A check at every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SEND.BIN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read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per sector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4612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encrypt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7220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fragments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radio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+ FCS per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788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09828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reassembly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seq, FIRST / LAST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order, nothing lost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2396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32004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decrypt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tag: authentic, in order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4612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stream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CRC-32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received bytes = SEND.BIN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97180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6172200" y="23317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RECV.BIN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write + commit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 response 0x05, then commit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9788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909828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readback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sd_prep verify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length + every byte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82396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65760" y="38862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02920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Console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Does not prove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SENT (board 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read its file and every record was accepted by the link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B's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… CRC cffbfb2e OK (board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received exactly the bytes of SEND.BIN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were stored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-&gt;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also committed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card holds them correctly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sd_prep: &lt;size sent&gt; bytes, 0 bytes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stored file, read back, is right (generated SEND.BIN only)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93649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1500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then check board B's card (generated SEND.BIN of 1 MiB):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../tests &amp;&amp; make sd_prep EXTRA_CFLAGS=-DSD_PREP_VERIFY=1048576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20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033775"/>
          <a:ext cx="114299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SEND.BIN came 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 to verify RECV.BIN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(generated test pattern)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-DSD_PREP_VERIFY=&lt;bytes&gt;: the byte count must equal the size sent, CRC as sent,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your own file (PDF, image …)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RECV.BIN to a PC; compare size and sha256sum with the original — sd_prep cannot 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“0 bytes differ” alone is not enough: a shorter file compares equal over its own length. Check the reported byte count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first (on a PC, or reformat card B: sd_prep -DSD_PREP_FORMAT), or a failed run leaves the old, identical file in place.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Real run: 1 MiB from card A to card 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 (initiator)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xfer_send    7465350439 cyc 99.538005 s 1048576 bytes 10534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427826394 cyc 5.704351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460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 (responder)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xfer_recv    7469254102 cyc 99.590054 s 1048576 bytes 10528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490423540 cyc 6.538980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RECV: 1048576 bytes -&gt; RECV.BIN, CRC cffbfb2e 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160520"/>
            <a:ext cx="685800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B, sd_prep verify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7569408 sectors (3696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RECV.BIN: 1048576 bytes, CRC cffbfb2e, 0 bytes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160520"/>
            <a:ext cx="4572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1 MiB in 99.6 s = 10.5 KB/s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post-quantum TBD3 keys, AES-256-GCM.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time: 5.7 s read + 6.5 s write — the radio sets the pace.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When something is missing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A, card without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SD card not usable (-2)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B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peer has no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103120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sender announces “no file” (length 0xFFFFFFFF) instead of going silent: both boards stop cleanly in 3 s, no 5-minute timeout.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board B's card fails, it still receives and checks the whole stream (CRC) and reports “not stored” — both sides stay in step.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wrong CRC or a broken record: RECV.BIN is not written, the old one stays.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If board B says “not stored”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98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B, same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SD: write 84310: data response 1f      (three tries)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SD write failed at 618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received 1048576 bytes, CRC cffbfb2e OK, not stored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5176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link worked: handshake, every record and the transfer CRC are fine.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Storage failed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first sector write of RECV.BIN was refused three times, so B kept receiving and checking but did not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Board A's “XFER SENT … APP DATA OK” is true and still not success: judge a transfer by board B's last lines, then read the file back (section 4, (4/8)). run_pair.sh reports this run as FAIL (no-APP-OK on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What the SD: reason means and what to do: section 3, (6/9).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before a run (PC, or reformat card B), or a failed run leaves the previous, identical file and the read-back still says 0 bytes differ.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Larger files: how to run the experiment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943600"/>
                <a:gridCol w="329184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Watch out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Make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it as SEND.BIN with a card reader, or sd_prep -DSD_PREP_SEND=&lt;bytes&gt;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up to 4,294,967,294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Room on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free space ≥ file size, in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one contiguous run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(section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else “no room” (FAT_ENOSPC): reformat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Timeout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4th argument of run_pair.sh: size / 10 KB/s + 60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MiB ≈ 100 s → 200 s is safe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 Run, keep logs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LOGDIR=xfer_runs ../common/board/run_pair.sh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log pair per run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5. Verify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generated file: sd_prep -DSD_PREP_VERIFY=&lt;bytes&gt;; own file: size + sha256sum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byte count = size 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6. Compare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xfer_send / xfer_recv B/s and the “STACK whole run” line per 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peak should not grow (64 KiB and 1 MiB: equal)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8348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Units here: 1 MiB = 1,048,576 B; KB/s = 1,000 B/s; PERF prints B/s. Measured: 1 MiB in 99.6 s. Anything larger in these slides is an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estimate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from that rate until you measure it.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Measure the speed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 (add TRANSPORT=uart for the wired link)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300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grep -h "PERF xfer\|PERF handshake_total" boardlogs/xfer.*.log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645664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274320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UART1, 921,600 baud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(PERF handshake_total, initiator)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 (PERF xfer_recv)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s, 10.5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s, 32.6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KiB generated data (APP_FILE_BYTES=262144)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49.5 KB/s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80060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PERF xfer_send / xfer_recv: time from the first to the last file record, SD access included (xfer_sd_part shows the SD share). Units: KB/s = 1,000 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numbers should be within a few %; the radio varies more (interference on channel 11).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Where the radio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5669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828800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Per radio frame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full frame on air (116 B payload)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6.3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tiny frame (5 B payload)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→ fixed cost inside the radio chip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1.8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→ per byte at 250 kbit/s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µs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software per frame (AES, CRC, SPI)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309360" y="868680"/>
          <a:ext cx="5669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200400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setting in this code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(turbo mode loses frames)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SPI 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4.7 MHz (9.4 MHz gives bit errors)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CSMA back-off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off (only two nodes)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record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206 B = two full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977639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data frame costs ≈ 9.8 ms (1 MiB = 10,183 frames in 99.6 s); the radio chip sets the pace, not the software.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 the way to go faster is a faster link — (4/4).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Compare your runs with a control run made at the same time: channel 11 has interference spells.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Fast crypto on this core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Measured in this code, 75 MHz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Cycles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AES-256, one block (T-table)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2,224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GHASH, one block multiply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3,326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AES-256-GCM, 192-byte record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91,741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2697480"/>
            <a:ext cx="114300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27" b="1">
                <a:solidFill>
                  <a:srgbClr val="808080"/>
                </a:solidFill>
                <a:latin typeface="Consolas"/>
              </a:rPr>
              <a:t>Simplified — common/crypto/aes_gcm.c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static inline uint64_t top_mask(uint64_t x) { return (uint64_t)((int64_t)x &gt;&gt; 63); }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uint64_t m = top_mask(xh);   // all ones if the top bit is set: a shift, no multiply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zh ^= vh &amp; m;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93192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This core's multiplier is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bit-serial: ~64 cycles per mul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GCC turns a masked select like </a:t>
            </a:r>
            <a:r>
              <a:rPr sz="1400" b="0">
                <a:solidFill>
                  <a:srgbClr val="8B1A1A"/>
                </a:solidFill>
                <a:latin typeface="Consolas"/>
              </a:rPr>
              <a:t>(0 - bit) &amp; 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into a multiply, so the hot loops build their masks with shifts instead. Check a build: </a:t>
            </a:r>
            <a:r>
              <a:rPr sz="1400" b="0">
                <a:solidFill>
                  <a:srgbClr val="8B1A1A"/>
                </a:solidFill>
                <a:latin typeface="Consolas"/>
              </a:rPr>
              <a:t>riscv64-unknown-elf-objdump -d &lt;elf&gt; | grep -c mul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AES uses the 32-bit T-table form: one 1 KB table built at first use, 16 look-ups per 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See it on your board: after a 1 MiB file transfer, the </a:t>
            </a:r>
            <a:r>
              <a:rPr sz="14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show about 160 KB/s for AES-256-GCM — far above the link speed (short echo records alone show less).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A wired link: UART1 at 921,600 baud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3291840"/>
                <a:gridCol w="347472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(MRF24J40)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UART1, 921,600 baud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 (10.5 KB/s)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 (32.6 KB/s)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60604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Wiring: A's JB2 (TX) → B's JB1 (RX), B's JB2 (TX) → A's JB1 (RX), JB5 GND ↔ JB5 GND (Lesson 1, section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 both images with </a:t>
            </a:r>
            <a:r>
              <a:rPr sz="1500" b="0">
                <a:solidFill>
                  <a:srgbClr val="8B1A1A"/>
                </a:solidFill>
                <a:latin typeface="Consolas"/>
              </a:rPr>
              <a:t>TRANSPORT=uart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</a:t>
            </a:r>
            <a:r>
              <a:rPr sz="1500" b="0">
                <a:solidFill>
                  <a:srgbClr val="8B1A1A"/>
                </a:solidFill>
                <a:latin typeface="Consolas"/>
              </a:rPr>
              <a:t>EXTRA_CFLAGS=-DUART1_BAUD=&lt;baud&gt;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changes the speed (both boards alike).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Flow control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edhoc_transport.c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): while a board waits for a frame it sends a READY byte every 0.2 ms; the sender waits for a fresh READY, then sends the whole frame at line rate. A receiver busy with AES or the SD card cannot lose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to card, the SD card now takes a visible share: about 5.7 s of the 32.2 s on each board.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Choose a configuration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577840"/>
                <a:gridCol w="128016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 you want …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/ 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smallest and fastest classical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edhoc-wolfssl, METHOD 3, CRYPTO_SUITE=0 or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 / signatures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methods 0–2, e.g. edhoc_m0_* CRYPTO_SUITE=2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byte-exact check against the 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key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edhoc-authkem, SUITE=TBD2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 + ML-KEM-1024 together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edhoc-authkem, SUITE=TBD3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 move a file card to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faster link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TRANSPORT=uart, 3 wires on JB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message step / every value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/ DEBUG=1 (not both for timing)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row runs on the same bitstream; only the firmware build changes.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Limits to know before you reuse this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389120"/>
                <a:gridCol w="3749039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Limit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to do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 (RFC 9528 §9.2)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SoC has no TRNG; demo seeds come from the cycle counter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connect edhoc_platform_entropy() to real entropy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drafts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TBD1–3 unassigned; draft -01 may 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labels: one define; a new revision: full review +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speed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chip, ~10.5 KB/s end to end; 100 MiB ≈ 2.8 h (estimate)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over 3 wires on PMOD JB: 32.6 KB/s card to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storage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commit is not power-loss safe; RECV.BIN needs contiguous free space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verify by readback; fsck.fat after a crash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Reproduce everything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1188720"/>
                <a:gridCol w="365760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Clone (Lesson 1, section 1, (5/8)), build the bitstream, program both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 met, jtag_test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Toolchain, peripheral + crypto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EDHOC pairs, RFC 9529 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per pair, RFC9529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AuthKEM TBD1–3,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(prk=match with DEBUG=1), REFERENCE MODEL: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5. Prepare cards, transfer, verify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OK, then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number in these lessons comes from such runs; the log format (PERF / STACK lines) and the scripts (run_pair.sh, perf_table.py) let you compare yours line by line.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8B1A1A"/>
                </a:solidFill>
                <a:latin typeface="Consolas"/>
              </a:rPr>
              <a:t>VERBOSE=1 run_pair.sh ...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shows both consoles live; a DEBUG=1 build adds every intermediate value.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Send a real file (a PDF, an image) from card A to card B with TBD3. Compare the two files on a PC (sha256sum).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radio link without the CRC (remove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seal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the check). Stream 1 MiB. What fails, after how long? Restore the file afterwards.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Measure KB/s for 64 KiB, 256 KiB and 1 MiB. Is the speed constant? Estimate the time for 100 MiB.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consoles, the two sha256 values, the time and KB/s.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at the failure and your explanation.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a table and a chart of size vs. time; your 100 MiB estimate.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93192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Real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identical sha256 on both files; ≈ 100 s per MiB plus a few seconds of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CRC-32 and AEAD protect the path; the radio sets the 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No CRC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sooner or later an AEAD failure on B (record at &lt;n&gt; failed (113)) — or, on a lucky run, none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flipped SPI bit is no longer caught before the AEAD sees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about the same B/s for every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cost is per frame; nothing in RAM grows with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02336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2: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common/src/edhoc_rf_link.c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rebuild both images, rerun: XFER RECV … OK.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no SEND.BIN → both stop with XFER FAIL 3 in seconds; B's card fails → B says “not stored” while A says SENT (section 4, (7/8)); a broken record → B rejects it and keeps the old RECV.BIN.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PRK_out → EDHOC_Exporter → K_app / IV_app; 206-byte AEAD records, nonce from direction + sequence number.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radio link checks every frame (CRC-16), re-initialises a stuck radio after 2 s and keeps listening while it repeats; the RF: line shows all three.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FAT32 in one 512-byte buffer: SEND.BIN → RECV.BIN, committed only when the CRC matches.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1 MiB card to card with TBD3: 99.6 s by radio, 32.2 s over 3 UART wires; verify with the byte count and the read-back.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transfer succeeded only when board B says RECV … OK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read-back matches — the sender's “SENT” is not enough.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Before real use: a real entropy source, and final post-quantum code points.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End of the course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Thank you for following all five lessons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