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Read the radio and SD diagnostics, and know what to do when a transfer fails.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the speed yourself, choose the radio or the 3× faster wired link, and reproduce every result of the course.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the link's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the link's CRC-16 also covers the SPI wires on both sides (section 2, (5/8)). The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the last one sent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If a long transfer fails with an AEAD error (113)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XFER: record at &lt;n&gt; failed (113) on board B, after a few thousand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arrived with wrong bytes. On PMOD wires a bit can flip on the SPI link between the CPU and the radio; the radio's own checksum (FCS) is computed after that, so it cannot see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adds its own CRC-16 to every frame (seal() / poll_frame() in edhoc_rf_link.c):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the run: crc_err &gt; 0 with XFER RECV … OK means bad frames were caught and resent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Exercise 2 removes the CRC and shows the error; restore with git checkout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end; a chip's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If one board stops hearing the other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sender's repeats count climbs, the receiver gets nothing — for more than 2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probably a radio register changed by a flipped SPI write (e.g. the channel). Data CRCs cannot fix a radio that is no longer listening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re-initialises its radio after 2 s without progress (heal_if_stuck(), in every waiting loop), keeping all sequence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RF: … reinits=&lt;n&gt;. The responder shows a few while it waits for the initiator to be loaded (one per 2 s) — that is normal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wait needs a way 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both boards keep repeating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pair stops right after EDHOC OK (often with DEBUG=1, whose prints slow one side down); both boards repeat 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that holds an unread frame acknowledges nothing; if both sides only transmit, neither ever gets an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transmit attempts; a finished board keeps answering in transport_idle()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Reading the RF: line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end of a radio run, after APP DATA OK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frames=6 repeats=0 crc_err=0 reinits=0      &lt;- initiator, suite 2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frames=5 repeats=0 crc_err=0 reinits=0      &lt;- responder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10312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3108960"/>
                <a:gridCol w="28346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Counts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Normal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Worth a look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fragments sent, repeats included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handshake: tens; 1 MiB: ≈ 10,000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repeats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fragments sent again (no 'A' in 30 ms)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… a few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large share: interference, distance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crc_err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received frames dropped by the CRC-16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or a few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many: check the JC wiring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reinits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re-initialisations (2 s without progress)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few on the side that waited first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during a transfer: (6/8)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0292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same link carries the handshakes of Lessons 3 and 4, so every pair prints this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4,294,967,294 B: FAT32 sizes are 32-bit and the transfer reserves 0xFFFFFFFF as “no file”.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$REPO/fpga/sw/export/tools/mksd.sh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../common/board/run_one.sh build/sd_prep.elf 150              # board A: format +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EXTRA_CFLAGS=-DSD_PREP_FORMAT                     # board B: format only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788664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788664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-DSD_PREP_VERIFY=&lt;bytes&gt;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B: exactly that length, and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SD driver: commands and two timing details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up to 10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CMD0 is retried: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right after the card powers up, its first answer can be one junk byte (Lesson 2, “If spi_test shows R1 = 3f”).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Busy ends in the middle of a byte: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after a write the card holds the data line low; the line can be released mid-byte (e.g. 0x0f), so the driver waits until a byte reads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not just until it stops reading 0x00.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the first one yourself: let CMD0 run once (</a:t>
            </a:r>
            <a:r>
              <a:rPr sz="14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pull the card out and in, run spi_test → R1 = 3f FAIL. Restore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If an SD write is reported as failed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SD: write &lt;sector&gt;: &lt;reason&gt; lines on board B, maybe “XFER: SD write failed” and “not stored”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Reasons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data response 0b = the card saw a CRC error (bits flipped on the wires); 0d = the card could not write; busy timeout = the card never finished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retries each sector up to 3 times. It also reads the card's reply (data response, 05 = accepted) from 4 bytes, because some cards send it a byte late — read one byte too early, a good write looks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few 1 MiB transfers: no SD: lines, XFER RECV … OK, and the read-back with the right length passes (section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If it stays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reseat the card, try another card, reformat it (sd_prep -DSD_PREP_FORMAT)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 the device's raw reply before deciding who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the driver checks the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21499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83" b="1">
                <a:solidFill>
                  <a:srgbClr val="AAAAAA"/>
                </a:solidFill>
                <a:latin typeface="Consolas"/>
              </a:rPr>
              <a:t>cd $REPO/fpga/sw/export/tests; source ~/edhoc-venv/bin/activate; make fat32-host-test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083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checks the received 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transfer CRC-32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received plaintext stream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read → link); only a read-back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stored file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write).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radio repeats fragments until it reads again; the UART link waits for its READY byte (section 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stream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received bytes = SEND.BIN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length + every byte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&lt;size sent&gt; bytes,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 (generated SEND.BIN only)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 (generated SEND.BIN of 1 MiB):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EXTRA_CFLAGS=-DSD_PREP_VERIFY=1048576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033775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SEND.BIN came 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 to verify RECV.BIN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(generated test pattern)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-DSD_PREP_VERIFY=&lt;bytes&gt;: the byte count must equal the size sent, CRC as sent,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your own file (PDF, image …)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RECV.BIN to a PC; compare size and sha256sum with the original — sd_prep cannot 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“0 bytes differ” alone is not enough: a shorter file compares equal over its own length. Check the reported byte count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first (on a PC, or reformat card B: sd_prep -DSD_PREP_FORMAT), or a failed run leaves the old, identical file in place.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board B says “not stored”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SD: write 84310: data response 1f      (three tries)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5176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link worked: handshake, every record and the transfer CRC are fine.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first sector write of RECV.BIN was refused three times,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success: judge a transfer by board B's last lines, then read the file back (section 4, (4/8)). run_pair.sh reports this run as FAIL (no-APP-OK on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What the SD: reason means and what to do: section 3, (6/9).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before a run (PC, or reformat card B), or a failed run leaves the previous, identical file and the read-back still says 0 bytes differ.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up to 4,294,967,294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generated file: sd_prep -DSD_PREP_VERIFY=&lt;bytes&gt;; own file: size + sha256sum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byte count = size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“STACK whole run” line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peak should not grow (64 KiB and 1 MiB: equal)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Measure the speed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(add TRANSPORT=uart for the wired link)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300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grep -h "PERF xfer\|PERF handshake_total" boardlogs/xfer.*.log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45664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27432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(PERF handshake_total, initiator)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 (PERF xfer_recv)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s, 10.5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s, 32.6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KiB generated data (APP_FILE_BYTES=262144)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49.5 KB/s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0060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PERF xfer_send / xfer_recv: time from the first to the last file record, SD access included (xfer_sd_part shows the SD share). Units: KB/s = 1,000 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numbers should be within a few %; the radio varies more (interference on channel 11).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Where the radio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on air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fixed cost inside the radio chip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1.8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per byte at 250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µs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software per frame (AES, CRC, SPI)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3093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004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setting in this code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(turbo mode loses frames)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SPI 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4.7 MHz (9.4 MHz gives bit errors)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CSMA back-off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off (only two nodes)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record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206 B = two full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977639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data frame costs ≈ 9.8 ms (1 MiB = 10,183 frames in 99.6 s); the radio chip sets the pace, not the software.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 the way to go faster is a faster link — (4/4).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Compare your runs with a control run made at the same time: channel 11 has interference spells.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Fast crypto on this core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Measured in this code, 75 MHz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AES-256, one block (T-table)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GHASH, one block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2697480"/>
            <a:ext cx="114300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27" b="1">
                <a:solidFill>
                  <a:srgbClr val="808080"/>
                </a:solidFill>
                <a:latin typeface="Consolas"/>
              </a:rPr>
              <a:t>Simplified — common/crypto/aes_gcm.c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uint64_t m = top_mask(xh);   // all ones if the top bit is set: a shift, no multiply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93192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This core's multiplier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GCC turns a masked select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into a multiply, so the hot loops build their masks with shifts instead. Check a build: </a:t>
            </a:r>
            <a:r>
              <a:rPr sz="1400" b="0">
                <a:solidFill>
                  <a:srgbClr val="8B1A1A"/>
                </a:solidFill>
                <a:latin typeface="Consolas"/>
              </a:rPr>
              <a:t>riscv64-unknown-elf-objdump -d &lt;elf&gt; | grep -c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AES uses the 32-bit T-table form: one 1 KB table built at first use, 16 look-ups per 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it on your board: after a 1 MiB file transfer, the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show about 160 KB/s for AES-256-GCM — far above the link speed (short echo records alone show less).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A wired link: UART1 at 921,600 baud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3291840"/>
                <a:gridCol w="347472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(MRF24J40)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 (10.5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 (32.6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60604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Wiring: A's JB2 (TX) → B's JB1 (RX), B's JB2 (TX) → A's JB1 (RX), JB5 GND ↔ JB5 GND (Lesson 1, section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 both images with </a:t>
            </a:r>
            <a:r>
              <a:rPr sz="1500" b="0">
                <a:solidFill>
                  <a:srgbClr val="8B1A1A"/>
                </a:solidFill>
                <a:latin typeface="Consolas"/>
              </a:rPr>
              <a:t>TRANSPORT=uart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500" b="0">
                <a:solidFill>
                  <a:srgbClr val="8B1A1A"/>
                </a:solidFill>
                <a:latin typeface="Consolas"/>
              </a:rPr>
              <a:t>EXTRA_CFLAGS=-DUART1_BAUD=&lt;baud&gt;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changes the speed (both boards alike).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Flow control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edhoc_transport.c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): while a board waits for a frame it sends a READY byte every 0.2 ms; the sender waits for a fresh READY, then sends the whole frame at line rate. A receiver busy with AES or the SD card cannot lose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to card, the SD card now takes a visible share: about 5.7 s of the 32.2 s on each board.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Choose a configuration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577840"/>
                <a:gridCol w="128016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 you want …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/ 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smallest and fastest classical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edhoc-wolfssl, METHOD 3, CRYPTO_SUITE=0 or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 / signatures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0–2, e.g. edhoc_m0_* CRYPTO_SUITE=2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byte-exact check against the 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key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SUITE=TBD2 (default) → build/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+ ML-KEM-1024 together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SUITE=TBD3 → build-tbd3/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 move a file card to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faster link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TRANSPORT=uart, 3 wires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message step / every value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/ DEBUG=1 (not both for timing)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row runs on the same bitstream; only the firmware build changes.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over 3 wires on PMOD JB: 32.6 KB/s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Set up (Lesson 1, section 1, (6/12)–(10/12)),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MiB.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MiB estimate.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radio link checks every frame (CRC-16), re-initialises a stuck radio after 2 s and keeps listening while it repeats; the RF: line shows all three.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 by radio, 32.2 s over 3 UART wires; verify with the byte count and the read-back.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