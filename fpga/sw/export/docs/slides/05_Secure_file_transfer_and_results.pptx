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MiB card to card (KB/s)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7.37</c:v>
                </c:pt>
                <c:pt idx="1">
                  <c:v>10.53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5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Secure file transfer and results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Use the key from the handshake: an encrypted channel that streams a file of any size from one board's SD card to the other's.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Make the radio link and the SD card reliable — and learn from the bugs we hit.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Measure where the time goes, make it faster (radio, then a 3× faster wired link), and see how each question behind the project was answered.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fpga/sw/export/common (edhoc_app_data, edhoc_rf_link, sd_card, fat32, edhoc_file_xfer)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Keys for the application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2011680" cy="91440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(EDHOC)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560320" y="1554480"/>
            <a:ext cx="7315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143000"/>
            <a:ext cx="23774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PRK_exporter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669280" y="1188720"/>
            <a:ext cx="731520" cy="36576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669280" y="1554480"/>
            <a:ext cx="731520" cy="4572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400800" y="86868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Exporter(32768)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400800" y="1691640"/>
            <a:ext cx="4206240" cy="59436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IV_app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Exporter(32769)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27432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suite, same keys on both boards — nothing secret is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AEAD is the suite's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application AEAD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AES-CCM-16-64-128, AES-128/256-GCM or ChaCha20/Poly1305; key, IV and tag sizes are read at run time, so one code path serves every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file demo runs with AuthKEM TBD3: AES-256-GCM, 32-byte key.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One record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949440"/>
                <a:gridCol w="2468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Sent?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header (5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direction (0 = A→B, 1 = B→A) ‖ 32-bit sequence number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both sides know 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IV_app XOR header (in the last 5 bytes)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AEAD(K_app, nonce, aad = header, plaintext ≤ 206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 or 16 bytes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474720"/>
            <a:ext cx="7863840" cy="168183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94" b="1">
                <a:solidFill>
                  <a:srgbClr val="808080"/>
                </a:solidFill>
                <a:latin typeface="Consolas"/>
              </a:rPr>
              <a:t>common/src/edhoc_app_data.c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static void mk_nonce(const struct app_chan *ch, uint8_t *nonce, const uint8_t *hdr)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uint32_t off = ch-&gt;iv_len - APP_HDR_LEN;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memcpy(nonce, ch-&gt;base_iv, ch-&gt;iv_len);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for (uint32_t i = 0; i &lt; APP_HDR_LEN; i++)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        nonce[off + i] ^= hdr[i];</a:t>
            </a:r>
          </a:p>
          <a:p>
            <a:pPr algn="l">
              <a:lnSpc>
                <a:spcPct val="100000"/>
              </a:lnSpc>
            </a:pPr>
            <a:r>
              <a:rPr sz="119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474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two directions never share a nonce.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lost, repeated or reordered record fails its tag.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Using it from your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common/include/edhoc_app_data.h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struct app_chan ch;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app_data_init(&amp;ch, suite, &amp;prk_out, is_initiator);    // keys from PRK_out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app_data_send(&amp;ch, buf, len, tx, sock);               // len &lt;= APP_PT_MAX (206)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app_data_recv(&amp;ch, buf, sizeof(buf), &amp;got, rx, sock); // decrypt + verify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3464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are the same transport functions as the handshake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Records are at most 206 bytes: 206 + 16-byte tag fills exactly two radio fragments (section 2).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send and receive also adds to an encrypt / decrypt cycle counter — the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encrypt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>
                <a:solidFill>
                  <a:srgbClr val="8B1A1A"/>
                </a:solidFill>
                <a:latin typeface="Consolas"/>
              </a:rPr>
              <a:t>PERF decrypt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Application Channel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Demo traffic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77240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initiator, TBD3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1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1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84048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After every handshake: three requests and echoes both ways prove both keys and both directions.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Then, depending on the build: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APP_FILE_BYTES=n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stream n generated bytes (checked by regenerating them)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send SEND.BIN card to card (section 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MRF24J40 and its limits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438912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Property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Consequence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Standard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IEEE 802.15.4, 2.4 GHz, channel 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shared band with Wi-Fi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rate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(32 µs per byte)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ms on air for a full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127 B → 116 B payload after the 802.15.4 header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 record needs 2 frames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 buffer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one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must wait until the receiver read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Host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4.7 MHz over PMOD wires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bit errors happen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Hardware ACK: the radio confirms the frame reached the peer's receive buffer.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It does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 the peer's software read it — that needs our own 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Fragments and stop-and-wait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common/include/edhoc_rf_link.h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frame payload = [type][seq][flags][data ... up to 111 B][crc16]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type  'D' data fragment   flags bit0 = first, bit1 = last of the message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'A' acknowledgement of fragment seq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291840" y="2331720"/>
            <a:ext cx="24688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read, CRC ok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92608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12648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B → A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'A' seq k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76072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8961120" y="2331720"/>
            <a:ext cx="24688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A → B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'D' seq k+1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95360" y="274320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347472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next fragment goes out only after the 'A' for the previous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'A' within 30 ms → send the same fragment again; the receiver re-acks a repeat and drops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Simple and safe with a one-frame receive buffer; the price is one round trip per fragment.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One radio frame,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680960"/>
                <a:gridCol w="246888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Field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 control: data frame, ACK request, PAN ID compression, short addresses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802.15.4 sequence number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PAN ID 0xABCD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+ 2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destination / source short address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link header: type 'D' or 'A', seq, flags (bit 0 FIRST, bit 1 LAST)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≤ 111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CRC-16/CCITT over link header + data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edhoc_rf_link.c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FCS (802.15.4 CRC)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9 + 3 + 111 + 2 + 2 =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127 bytes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the largest 802.15.4 frame.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checksums: the FCS covers the air, our CRC-16 also covers the SPI wires on both sides (Problem 1). Our 'A' frame is 16 bytes: header, link header, CRC, FCS.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Splitting and rebuilding a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211437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029" b="1">
                <a:solidFill>
                  <a:srgbClr val="808080"/>
                </a:solidFill>
                <a:latin typeface="Consolas"/>
              </a:rPr>
              <a:t>common/src/edhoc_rf_link.c (shortened)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int32_t rf_link_recv(uint8_t *data, uint32_t cap)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len = recv_frag(f);                    // next 'D' in order, already ACKed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if (!(f[2] &amp; F_FIRST)) return -2;      // must start a message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for (;;) {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copy f[3 .. len) to data + got;    // -2 if it would pass cap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F_LAST) return got;     // message complete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len = recv_frag(f);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    if (f[2] &amp; F_FIRST) return -2;     // a new message inside this one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29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6949440" y="86868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5544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record: 206 B + 16-B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111 FIRST, 111 LAST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length / CRC record: 4 B +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(FIRST + LAST)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 message_4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14 × 111 + 50 = 15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365760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seq is 8 bits and wraps at 256: safe, because only one fragment is ever unconfirmed.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repeat of the fragment accepted last (its 'A' was lost) is acknowledged again and dropped, so data is never delivered twice.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first fragment of the peer's next message also confirms our last one (implicit ACK,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take_reply()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Problem 1: corrupted bytes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first 1 MiB stream failed after ~80 s with an AEAD tag error (113) — no SD card involved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had acknowledged the frame, so its FCS was valid; the bytes the receiver decrypted were not the bytes sent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bit flips now and then on the SPI wires between CPU and radio. The radio computes its FCS after the flip, so it cannot see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our own CRC-16 per frame (seal() / poll_frame() in edhoc_rf_link.c), computed before SPI on the way out and checked after SPI on the way in; a bad frame gets no 'A' and is sent again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at the end of every run counts crc_err. A long transfer with crc_err &gt; 0 that still ends in XFER RECV … OK shows the CRC catching and recovering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data end to end yourself; a link layer's checksum covers only its own part of the path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Problem 2: a radio goes deaf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 the CRC in place, the stream then stopped for good after ~420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sender repeated one fragment 9,140 times; the receiver received nothing at all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inference, not observed directly: a flipped SPI write left a radio control register wrong (e.g. the channel). A data CRC cannot repair that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watchdog (heal_if_stuck): no progress for 2 s → reset and re-program the radio, keeping all sequence numbers. It must run in every waiting loop — the first version missed the transmit retry loop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RF: line counts reinits. The responder shows a few while it waits for the initiator to be loaded (2 s each) — harmless; in a long transfer, reinits &gt; 0 with a completed transfer shows recovery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recover from stuck hardware instead of trusting it: every wait needs a way 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Problem 3: both sides repeating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692640"/>
              </a:tblGrid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Symptom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with DEBUG=1 builds the pair hung right after the handshake; also with a normal build when the initiator paused 0.5 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Observation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read over JTAG: both boards in the transmit loop, each repeating one frame ~40 times a second, never acknowledged (TX status 0xC1); the watchdog did not help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Cause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radio holding an unread frame in its one-frame FIFO was seen to acknowledge nothing — and neither side read its FIFO while repeating. Same root: a board that had finished left its peer repeating the last frame forever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Fix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take_reply() reads the FIFO between attempts (the peer's 'A' or next message ends the repeat); a finished board keeps answering (transport_idle())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Check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comment out the take_reply() call in transmit(), build suite 2 method 3 with DEBUG=1, run the pair: it stops in the first echo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Restore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from fpga/sw/export: git checkout common/src/edhoc_rf_link.c, rebuild both images, rerun the same command: PASS. Compare the two logs at the point where the broken build stopped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 link layer must keep listening while it waits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Radio Link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What each fix changed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6751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Link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1 MiB radio stream (TBD3)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CRC, no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AEAD error after ~80 s (Problem 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CRC per frame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stalls after ~420 KB: deaf radio (Problem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+ 2 s watchdog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(~135 s, 0 bad bytes) — hangs if both ends repeat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+ FIFO read while repeating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completes (~99 s), also with a slow peer (Problem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same link carries the handshakes of Lessons 3 and 4, so every pair uses these fixes.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Lesson: on real wires,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check data end to end and recover from stuck hardware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do not trust the link layer of the chip alone.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is on the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114800"/>
                <a:gridCol w="2743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Sectors (LBA)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Written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mksd.sh / sd_prep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2048 … 67583 (partition 1, 32 MiB, raw)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for SD boot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sd_boot.sh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67584 … end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SEND.BIN (board A), RECV.BIN (board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your PC / the board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End-user flow: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copy any file onto the card as SEND.BIN with a PC, put the card in board A, run — board B writes RECV.BIN on its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FAT32, so any PC reads and writes the files; the boot area stays raw.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Files up to 4 GiB (FAT32 limit); RAM use does not depend on the size.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Preparing a card — with or without a card reader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a PC with a card reader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sudo fpga/sw/export/tools/mksd.sh /dev/sdX   # erases the card: MBR + 32 MiB boot + FAT32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2E7D32"/>
                </a:solidFill>
                <a:latin typeface="Consolas"/>
              </a:rPr>
              <a:t># then copy your file as SEND.BIN onto the FAT32 partition (label EDHOC)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0312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no card reader: from the board, over JTAG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make sd_prep EXTRA_CFLAGS="-DSD_PREP_FORMAT -DSD_PREP_SEND=1048576"   # format + 1 MiB test file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../common/board/run_one.sh build/sd_prep.elf 150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383280"/>
            <a:ext cx="59436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61067264 sectors (29818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formatting...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format OK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SEND.BIN: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3383280"/>
            <a:ext cx="54864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writes the same layout as mksd.sh, plus a test SEND.BIN of known pseudo-random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-DSD_PREP_VERIFY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later checks RECV.BIN on board B against the same bytes.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FAT32 on disk: from cluster to sector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18872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MBR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LBA 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54480" y="868680"/>
            <a:ext cx="2011680" cy="82296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image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2048 … 67583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66160" y="868680"/>
            <a:ext cx="210312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reserved 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boot sector, FSInfo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66560" y="868680"/>
            <a:ext cx="109728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 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63840" y="868680"/>
            <a:ext cx="3291840" cy="82296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data: cluster 2, 3, 4 …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192024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fat_lba   = part_lba + reserved                  part_lba = 67584, reserved = 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data_lba  = fat_lba + nfats * fat_sz             two FAT copies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LBA of cluster c       = data_lba + (c - 2) * spc            spc = sectors per cluster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FAT entry of cluster c = sector fat_lba + c / 128, byte (c % 128) * 4, low 28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0 = free,  2 ... = next cluster,  0x0FFFFFFF = end of chain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3434587"/>
          <a:ext cx="11430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097280"/>
                <a:gridCol w="1645920"/>
                <a:gridCol w="22860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(formatted by sd_prep, cluster size as Windows picks it)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spc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Cluster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1 MiB file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A, 31 GB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clusters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board B, 3.6 GB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clusters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All values come from the boot sector at part_lba (bytes 11, 13, 14, 16, 32, 36, 44, 48): fat32_mount() reads them and nothing else.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Fragmented files: following the cluster chain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857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root-directory entry, 32 bytes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53 45 4E 44 20 20 20 20 42 49 4E   "SEND    BIN"   name, 8.3 form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20                                 attribute: archive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20-21 / 26-27            first cluster, high / low 16 bits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... bytes 28-31                    file size, little endian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2428746"/>
            <a:ext cx="1645920" cy="6858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dir entry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first = 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13432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FAT[5] = 6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011679" y="2767075"/>
            <a:ext cx="301753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261104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FAT[6] = 7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959352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208776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FAT[7] = 12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07024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8156448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FAT[12] = 13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854696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104119" y="2428746"/>
            <a:ext cx="1645920" cy="6858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FAT[13] =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0x0FFFFFFF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802367" y="2767075"/>
            <a:ext cx="301752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365760" y="3429000"/>
            <a:ext cx="6766560" cy="110304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4" b="1">
                <a:solidFill>
                  <a:srgbClr val="808080"/>
                </a:solidFill>
                <a:latin typeface="Consolas"/>
              </a:rPr>
              <a:t>fat32_read()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if (f-&gt;pos &amp;&amp; f-&gt;pos % cb == 0) {        // crossed into the next cluster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fat_get(f-&gt;clus, &amp;f-&gt;clus);          // read its FAT entry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    if (!valid(f-&gt;clus)) return FAT_ENOFS;</a:t>
            </a:r>
          </a:p>
          <a:p>
            <a:pPr algn="l">
              <a:lnSpc>
                <a:spcPct val="100000"/>
              </a:lnSpc>
            </a:pPr>
            <a:r>
              <a:rPr sz="1164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Reading follows any chain: a SEND.BIN a PC wrote in pieces works (host test "copy fragmented SEND.BIN"). Cost: one FAT sector per cluster, 63 extra reads for 1 MiB on card A (3 %).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Writing takes one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contiguous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run of free clusters: no FAT reads while streaming, the chain is written at commit.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Limit: a card whose free space exists only in pieces answers “no room” (FAT_ENOSPC). Copy the files off and reformat.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The SD driver and three bugs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955279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Command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Wake up in SPI mode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≥ 74 clocks, then CMD0 (go idle) —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retried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Check voltage / version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CMD8 → echo 0x1AA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Initialise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ACMD41 until ready; CMD58 → block addressing (SDHC)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Read / write one sector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CMD17 / CMD24, 512 B + CRC-16, then wait while busy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1: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power-up the card answers the first CMD0 with one junk byte (Lesson 2) → retry CMD0.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2: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after a write the card holds the data line low while busy. The code waited only while it read exactly 0x00; the line is released in the middle of a byte (e.g. 0x0f), so the next command was sent too early and failed. Fix: wait until it reads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0xFF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Bug 3: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one card sometimes sends its write reply (data response, 05 = accepted) one byte late. Reading only the next byte saw FF and reported a failed write. Fix (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data_response()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as Linux mmc_spi does): read 4 bytes and find the reply's start bit; each rejected sector is now retried and logged (</a:t>
            </a:r>
            <a:r>
              <a:rPr sz="1300" b="0">
                <a:solidFill>
                  <a:srgbClr val="8B1A1A"/>
                </a:solidFill>
                <a:latin typeface="Consolas"/>
              </a:rPr>
              <a:t>SD: write …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 bug 1: let CMD0 run once (</a:t>
            </a:r>
            <a:r>
              <a:rPr sz="1300" b="0">
                <a:solidFill>
                  <a:srgbClr val="8B1A1A"/>
                </a:solidFill>
                <a:latin typeface="Consolas"/>
              </a:rPr>
              <a:t>t &lt; 1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tests/src/periph_spi.c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), pull the card out and in, run spi_test → R1 = 3f FAIL; restore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git checkout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Bugs 2 and 3: run several 1 MiB transfers — no </a:t>
            </a:r>
            <a:r>
              <a:rPr sz="1300" b="0">
                <a:solidFill>
                  <a:srgbClr val="8B1A1A"/>
                </a:solidFill>
                <a:latin typeface="Consolas"/>
              </a:rPr>
              <a:t>SD: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lines, and the read-back matches (section 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One sector over SPI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58724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reading the FAT32 boot sector of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51 00 01 08 00 01          CMD17 read block: 0x40 | 17, LBA 0x00010800 = 67584, CRC byte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00                      R1 = 0x00: command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FF ... FF FE               start token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&lt;- 512 data bytes, CRC-16     we check the CRC-16 ourselves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58 &lt;LBA, 4 B&gt; 01           CMD24 write block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                        R1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-&gt; FE, 512 data bytes, CRC-16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xxx0 0101 (0x05)           data response: accepted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&lt;- 00 00 ... 0F FF            busy while the card programs: wait for FF (bug 2)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730244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command is 6 bytes: 0x40 | index, a 32-bit argument, CRC-7 + stop bit. In SPI mode only CMD0 (</a:t>
            </a:r>
            <a:r>
              <a:rPr sz="1400" b="0">
                <a:solidFill>
                  <a:srgbClr val="8B1A1A"/>
                </a:solidFill>
                <a:latin typeface="Consolas"/>
              </a:rPr>
              <a:t>95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and CMD8 (</a:t>
            </a:r>
            <a:r>
              <a:rPr sz="1400" b="0">
                <a:solidFill>
                  <a:srgbClr val="8B1A1A"/>
                </a:solidFill>
                <a:latin typeface="Consolas"/>
              </a:rPr>
              <a:t>87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 need a real CRC.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SDHC / SDXC cards take the sector number; old SDSC cards a byte address (LBA × 512). The CCS bit of CMD58 says which.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One sector per command: multi-block commands would save little, since the SD part is 5.7 s (read) and 6.5 s (write) of the 99.6 s transfer.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FAT32 in 512 bytes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512-byte sector buffer for everything: no FAT cache, no cluster buffer — the 64 KiB RAM cannot afford more.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Read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SEND.BIN: find it in the root directory (8.3 name), follow its cluster chain sector by sector.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Write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RECV.BIN: reserve one contiguous run of free clusters, write the data, then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commit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a safe order: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1.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data sectors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33756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2.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FAT chain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(both FAT copies)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01752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21792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3.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directory entry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9788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9098280" y="356616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4.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free the old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RECV.BIN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778240" y="4023360"/>
            <a:ext cx="3200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65760" y="470916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Rejected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before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(bad record, wrong CRC, lost link): only free clusters were written, so every file — including the old RECV.BIN — is unchanged.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Commit itself is several sector writes. An I/O error or power loss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during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commit can leave lost clusters or a half-written chain: run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on a PC. This is not a power-loss-safe file system.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SD Card &amp; FAT32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Testing the FAT32 code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1823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cd tests &amp;&amp; make fat32-host-test   (excerpt of 15 checks)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fragmented SEND.BIN over old RECV.BIN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RECV.BIN == SEND.BIN (pyfatfs)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fsck.fat clean    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uncommitted write leaves files unchanged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empty SEND.BIN -&gt; new RECV.BIN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1000-byte SEND.BIN -&gt; new RECV.BIN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format a junk card        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MBR: p1 raw at 2048, p2 FAT32 at 67584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copy on the formatted card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missing file -&gt; FAT_ENOENT                  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FAT32 HOST TEST: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868680"/>
            <a:ext cx="411480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fat32.c, with sd_read / sd_write going to a disk-image file.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Images made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mkfs.vfat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checked by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fsck.fat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an independent FAT library (pyfatfs).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Does the test catch bugs? Two deliberately broken builds (no FAT mirroring, old chain not freed) both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FAIL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fsck.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goes over the air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621792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Plaintext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Purpose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length (0xFFFFFFFF = sender has no SEND.BIN)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receiver reserves space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… 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the file, 206 bytes per record, last one shorter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 + 1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4-byte CRC-32 of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end-to-end check,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record is AEAD-protected (section 1) — that is the security. The CRC-32 checks the whole chain: SD read → radio → SD write.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Neither side holds more than one record and one sector: the same image moves 1 KB or 100 MB.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Receiver busy writing the card? The link just repeats fragments until it reads again — no extra flow control needed.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From file bytes to radio frames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SD sector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512 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9747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fat32_read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B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331720" y="1298448"/>
            <a:ext cx="365759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868680"/>
            <a:ext cx="1965960" cy="86868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AEAD record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206 + 16 = 222 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66344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360919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rf_link_send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2 × 111 B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995159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692640" y="868680"/>
            <a:ext cx="196596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radio frame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127 B each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326880" y="1298448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201168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SD sectors read on A / written on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2,048 / 2,048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records: 5,090 × 206 B + 1 × 36 B, plus the length and CRC records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5,093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data frames ('D'), and as many 'A' frames back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10,183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 per data frame: 99.6 s / 10,183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9.8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365760" y="461772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Records do not line up with sectors (512 = 2 × 206 + 100): fat32_read copies across sector borders, and the one-sector buffer still reads each sector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buffer grows with the file: one record, a few frames and one sector, the same for 1 KB or 4 GB.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A check at every step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SEND.BIN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read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per sector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4612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encrypt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—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7220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fragments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radio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CRC-16 + FCS per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9788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098280" y="91440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reassembly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seq, FIRST / LAST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order, nothing lost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23960" y="141732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32004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record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AEAD decrypt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tag: authentic, in order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4612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file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CRC-32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whole file, card to card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97180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172200" y="23317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RECV.BIN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 write + commit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data response 0x05, then commit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9788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9098280" y="2331720"/>
            <a:ext cx="2651760" cy="100584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readback</a:t>
            </a:r>
            <a:r>
              <a:rPr sz="1300" b="0">
                <a:solidFill>
                  <a:srgbClr val="000000"/>
                </a:solidFill>
                <a:latin typeface="Times New Roman"/>
              </a:rPr>
              <a:t>: sd_prep verify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every byte; delete the old file first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823960" y="2834639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365760" y="38862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029200"/>
                <a:gridCol w="3108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Console line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Does not prove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SENT (board 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read its file and every record was accepted by the link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B's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… CRC cffbfb2e OK (board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received exactly the bytes of SEND.BIN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were stored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-&gt;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 also committed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card holds them correctly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sd_prep: 0 bytes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stored file, read back, is right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93649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make edhoc_authkem_initiator edhoc_authkem_responder SUITE=TBD3 EXTRA_CFLAGS=-DAPP_SD_XFER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../common/board/run_pair.sh xfer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build-tbd3/edhoc_authkem_responder.elf 1500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2E7D32"/>
                </a:solidFill>
                <a:latin typeface="Consolas"/>
              </a:rPr>
              <a:t># then check board B's card: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../tests &amp;&amp; make sd_prep EXTRA_CFLAGS=-DSD_PREP_VERIFY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BOARD=responder ../common/board/run_one.sh build/sd_prep.elf 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079495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Works with every suite of Lessons 3 and 4 (</a:t>
            </a:r>
            <a:r>
              <a:rPr sz="1600" b="0">
                <a:solidFill>
                  <a:srgbClr val="8B1A1A"/>
                </a:solidFill>
                <a:latin typeface="Consolas"/>
              </a:rPr>
              <a:t>edhoc-wolfssl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-DAPP_SD_XFER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 A needs SEND.BIN on its card; board B needs a FAT32 partition.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Real run: 1 MiB from card A to card 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 (initiator)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xfer_send    7465350439 cyc 99.538005 s 1048576 bytes 10534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427826394 cyc 5.704351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4600"/>
            <a:ext cx="11430000" cy="120827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 (responder)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xfer_recv    7469254102 cyc 99.590054 s 1048576 bytes 10528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xfer_sd_part      490423540 cyc 6.538980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RECV: 1048576 bytes -&gt; RECV.BIN, CRC cffbfb2e OK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160520"/>
            <a:ext cx="685800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B, sd_prep verify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card: 7569408 sectors (3696 MiB)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RECV.BIN: 1048576 bytes, CRC cffbfb2e, 0 bytes differ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SD PREP 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160520"/>
            <a:ext cx="4572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1 MiB in 99.6 s = 10.5 KB/s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post-quantum TBD3 keys, AES-256-GCM.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time: 5.7 s read + 6.5 s write — the radio sets the pace.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When something is missing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A, card without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SD card not usable (-2)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8519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board B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XFER: peer has no SEND.BIN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FF8080"/>
                </a:solidFill>
                <a:latin typeface="Consolas"/>
              </a:rPr>
              <a:t>XFER FAIL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103120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sender announces “no file” (length 0xFFFFFFFF) instead of going silent: both boards stop cleanly in 3 s, no 5-minute timeout.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If board B's card fails, it still receives and checks the whole stream (CRC) and reports “not stored” — both sides stay in step.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wrong CRC or a broken record: RECV.BIN is not written, the old one stays.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When storage fails: a real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577840" cy="100685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XFER: sending SEND.BIN, 1048576 bytes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XFER SENT: 1048576 bytes, CRC cffbfb2e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868680"/>
            <a:ext cx="5852160" cy="1298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B, same run (before the bug 3 fix)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receiving 1048576 bytes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SD write failed at 618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E6E6E6"/>
                </a:solidFill>
                <a:latin typeface="Consolas"/>
              </a:rPr>
              <a:t>XFER: received 1048576 bytes, CRC cffbfb2e OK, not stored (-1)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 FAIL 3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APP DATA FAIL: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651760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run_pair.sh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FF8080"/>
                </a:solidFill>
                <a:latin typeface="Consolas"/>
              </a:rPr>
              <a:t>xferfix2 FAIL hs=1.236142s ... 122s no-APP-OK(xferfix2.res.log)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342900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 communication path worked: the handshake, every record and the file CRC are fine.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Storage failed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the first sector write (offset 618 = 3 records, past 512 B) was reported as refused, so B kept receiving and checking but did not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Board A's “XFER SENT … APP DATA OK” is true and still not success. Judge a transfer by board B's last lines — and then read the file back (sd_prep verify).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Cause, found by logging the card's reply: its data response came one byte late (section 3, bug 3). Current firmware prints </a:t>
            </a:r>
            <a:r>
              <a:rPr sz="1300" b="0">
                <a:solidFill>
                  <a:srgbClr val="8B1A1A"/>
                </a:solidFill>
                <a:latin typeface="Consolas"/>
              </a:rPr>
              <a:t>SD: write &lt;sector&gt;: &lt;reason&gt;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for every rejected try — read those lines before blaming the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Read-back trap: rename or delete the old RECV.BIN before a run. Otherwise a failed run leaves the previous, identical file in place and the read-back still says 0 bytes differ.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End-to-End Transfer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Larger files: how to run the experiment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943600"/>
                <a:gridCol w="329184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How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Watch out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Make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copy it as SEND.BIN with a card reader, or sd_prep -DSD_PREP_SEND=&lt;bytes&gt;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FAT32: up to 4 GiB per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Room on card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free space ≥ file size, in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one contiguous run</a:t>
                      </a:r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 (section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else “no room” (FAT_ENOSPC): reformat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Timeout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4th argument of run_pair.sh: size / 10 KB/s + 60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MiB ≈ 100 s → 200 s is safe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4. Run, keep logs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LOGDIR=xfer_runs ../common/board/run_pair.sh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log pair per run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5. Verify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sd_prep -DSD_PREP_VERIFY on board B (or sha256sum on a PC)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6. Compare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xfer_send / xfer_recv B/s and the STACK lines per size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RAM use should not grow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8348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Units here: 1 MiB = 1,048,576 B; KB/s = 1,000 B/s; PERF prints B/s. Measured: 1 MiB in 99.6 s. Anything larger in these slides is an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estimate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from that rate until you measure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Measure first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Per radio frame (sender, 111 B of data)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radio TX + hardware 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7.0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waiting for our 'A'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1.75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 encryption (before tuning)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3.1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92608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Cycle counters around each step, in a temporary instrumented build — not guesses. Numbers on this slide come from that build, not from TIMING=1.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Encrypting one 206-byte record took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6.5 ms = 490,000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That is far too slow for AES: something was wrong.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On-board micro-benchmark: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4754880"/>
          <a:ext cx="114300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Key schedule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GCM, 192 B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6,231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 cyc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The multiply trap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before (GHASH, aes_gcm.c)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uint64_t m = 0 - (bit &amp; 1);      // all ones if bit is set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zh ^= vh &amp; m;                    // GCC turns this into  bit * vh  -&gt; mul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11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after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static inline uint64_t top_mask(uint64_t x) { return (uint64_t)((int64_t)x &gt;&gt; 63); }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uint64_t m = top_mask(xh);       // arithmetic shift: no multiply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zh ^= vh &amp; m;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83280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GCC recognises </a:t>
            </a:r>
            <a:r>
              <a:rPr sz="1600" b="0">
                <a:solidFill>
                  <a:srgbClr val="8B1A1A"/>
                </a:solidFill>
                <a:latin typeface="Consolas"/>
              </a:rPr>
              <a:t>(0 - bit) &amp;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emits </a:t>
            </a:r>
            <a:r>
              <a:rPr sz="1600" b="0">
                <a:solidFill>
                  <a:srgbClr val="8B1A1A"/>
                </a:solidFill>
                <a:latin typeface="Consolas"/>
              </a:rPr>
              <a:t>bit * v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— usually faster. But this core's multiplier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bit-serial: ~64 cycles per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muls per bit × 128 bits per GHASH block: 128 of every 155 cycles were multiplies.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Result: GHASH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19,777 → 3,326 cycles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(6×). Same trap fixed in the CRC-32 code. Check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objdump -d … | grep mul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Table-based AES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byte-by-byte AES rounds became the 32-bit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T-table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form: each round is 16 table look-ups and XORs on whole columns.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1 KB table, built at first use from the S-box; the other three are its byte rotations.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65176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554480"/>
                <a:gridCol w="155448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Cycles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Speed-up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 block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14,123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2,224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GHASH multiply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19,777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3,326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5.9×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AES-256-GCM, 192-byte record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490,695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91,741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5.3×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84632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All known-answer tests (NIST GCM, RFC 3610, RFC 9529) still PASS. Bulk speed on the board now: encrypt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162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, decrypt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153 KB/s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Cost: 1 KB of RAM — the largest builds still fit.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The radio side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82880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Kept?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Burst SPI: whole FIFO in one command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SPI byte per data byte instead of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 CSMA back-off before sending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two nodes taking turns: no one to avoid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206-byte records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fill both radio fragments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yes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Turbo mode 625 kbit/s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~2/3 of frames lost on these modules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Channel 26 (above Wi-Fi)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much worse than channel 11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SPI at 9.4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 errors in the burst 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change tested on the boards; channel 11 has interference spells, so every experiment was compared with a control run made at the same time.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Result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5120640" cy="5303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5669280" y="914400"/>
          <a:ext cx="6309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1645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1 MiB, card A → card B, TBD3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142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99.6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Throughput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7.37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10.53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Bytes wrong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100 MiB (estimate, not measured)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4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2.8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5669280" y="3749039"/>
            <a:ext cx="63093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+43 %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104 s after these changes, 99.6 s with the link fix of section 2 (Problem 3). Handshakes got a little faster too (TBD3 1.37 → 1.25 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yourself: a TIMING=1 build prints PERF encrypt / decrypt in B/s; compare with the micro-benchmark of (1/7).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Where the limit is now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Raw radio, no ACK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Time per frame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full frame (116 B payload)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6.3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tiny frame (5 B payload)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2.5 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24688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From the slope: 32 µs per byte (250 kbit/s) plus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≈ 1.8 ms fixed per frame inside the radio chip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Software is now ~1 ms of the ~9 ms per frame. The radio chip sets the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sliding window could save the ~19 % spent waiting for 'A' — risky with a one-frame receive buffer (Problem 3 in section 2 shows why).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Faster needs a faster link: three wires between the PMOD JB ports give 3× the radio's speed (next slide).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Making It Faster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A wired link: UART1 at 921,600 baud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834640"/>
                <a:gridCol w="29260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TBD3, measured on the boards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Radio (MRF24J40)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UART, 57,600 baud, byte pacing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UART, 921,600 baud, flow control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1.25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3.07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0.77 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256 KiB generated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2.4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49.5 KB/s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MiB, SD card A → SD card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99.6 s (10.5 KB/s)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 s (32.6 KB/s)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Wiring: A's JB2 (TX) → B's JB1 (RX), B's JB2 (TX) → A's JB1 (RX), JB5 GND ↔ JB5 GND (Lesson 1, section 4). Build both images with </a:t>
            </a:r>
            <a:r>
              <a:rPr sz="1400" b="0">
                <a:solidFill>
                  <a:srgbClr val="8B1A1A"/>
                </a:solidFill>
                <a:latin typeface="Consolas"/>
              </a:rPr>
              <a:t>TRANSPORT=uart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</a:t>
            </a:r>
            <a:r>
              <a:rPr sz="1400" b="0">
                <a:solidFill>
                  <a:srgbClr val="8B1A1A"/>
                </a:solidFill>
                <a:latin typeface="Consolas"/>
              </a:rPr>
              <a:t>UART1_BAUD=&lt;baud&gt;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changes the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receiver polls UART1 and is busy between frames (AEAD, SD writes), so a sender that just transmits loses bytes. The first version waited after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every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Now the receiver sends one READY byte every 0.2 ms while it waits for a frame; the sender drops old READYs, waits for a fresh one, then sends the frame at line rate (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edhoc_transport.c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 With that, the baud rate sets the pace.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Card to card, AES and the SD card now take a larger share: 5.7 s of the 32.2 s is SD access on each board.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The questions, and where they are answered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669280"/>
                <a:gridCol w="1188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Short 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EDHOC fit a small Rocket SoC with 32 KiB?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0/1/4; the rest need up to 61 KB → 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Why not 100 MHz?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implementation failed timing at 100 MHz and closes at 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 all methods and suites work?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methods 0–3 × 9 suites run on two boards; the two RFC 9529 traces match byte for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post-quantum EDHOC need a PSK?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 shared PSK; still trusted credentials and long-term ML-KEM private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Is there a highest-security option?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TBD3, the strongest configured here: AES-256-GCM + ML-KEM-1024 + SHA-384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Where do large files live, how much RAM?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on the SD card, streamed: RAM use is flat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How long does each step take?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TIMING=1 prints PERF lines per step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3, 4, 5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questions were asked during the project;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deviations.txt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keeps the dated questions and answers.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Limits to know before you reuse this code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389120"/>
                <a:gridCol w="3749039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Limit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to do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 (RFC 9528 §9.2)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SoC has no TRNG; demo seeds come from the cycle counter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connect edhoc_platform_entropy() to real entropy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drafts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TBD1–3 unassigned; draft -01 may 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labels: one define; a new revision: full review +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speed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250 kbit/s chip, ~10.5 KB/s end to end; 100 MiB ≈ 2.8 h (estimate)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TRANSPORT=uart over 3 wires on PMOD JB: 32.6 KB/s card to card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storage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commit is not power-loss safe; RECV.BIN needs contiguous free space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verify by readback; fsck.fat after a crash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 KiB chips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only method 3 of suites 0/1/4 fits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use those builds, or give the chip more 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from SD after power-up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boot ROM sends CMD0 only once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 over JTAG (Lesson 2), or add a CMD0 retry to sdboot and rebuild the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Questions Behind the Project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Reproduce everything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1188720"/>
                <a:gridCol w="365760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Lesson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Clone (Lesson 1, (4/7)), build the bitstream, program both boards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timing met, jtag_test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Toolchain, peripheral + crypto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EDHOC pairs, RFC 9529 test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per pair, RFC9529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AuthKEM TBD1–3,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PASS (prk=match with DEBUG=1), REFERENCE MODEL: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5. Prepare cards, transfer, verify RECV.BIN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XFER RECV … OK, then 0 bytes differ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20624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number in these lessons comes from such runs; the log format (PERF / STACK lines) and the scripts (run_pair.sh, perf_table.py) let you compare yours line by line.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8B1A1A"/>
                </a:solidFill>
                <a:latin typeface="Consolas"/>
              </a:rPr>
              <a:t>VERBOSE=1 run_pair.sh ...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shows both consoles live; a DEBUG=1 build adds every intermediate value.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Application Channel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Radio Link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SD Card &amp; FAT32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End-to-End Transfer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Making It Faster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Questions Behind the Project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Send a real file (a PDF, an image) from card A to card B with TBD3. Compare the two files on a PC (sha256sum).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the radio link without the CRC (remove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seal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the check). Stream 1 MiB. What fails, after how long? Restore the file afterwards.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Measure KB/s for 64 KiB, 256 KiB and 1 MiB. Is the speed constant? Estimate the time for 100 MB.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consoles, the two sha256 values, the time and KB/s.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at the failure and your explanation.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a table and a chart of size vs. time; your 100 MB estimate.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93192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Real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identical sha256 on both files; ≈ 100 s per MiB plus a few seconds of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CRC-32 and AEAD protect the path; the radio sets the pace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No CRC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sooner or later an AEAD failure on B (record at &lt;n&gt; failed (113)) — or, on a lucky run, none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flipped SPI bit is no longer caught before the AEAD sees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Sizes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about the same B/s for every 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cost is per frame; nothing in RAM grows with the file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02336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2: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common/src/edhoc_rf_link.c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rebuild both images, rerun: XFER RECV … OK.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no SEND.BIN → both stop with XFER FAIL 3 in seconds; B's card fails → B says “not stored” while A says SENT (section 4, (7/8)); a broken record → B rejects it and keeps the old RECV.BIN.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PRK_out → EDHOC_Exporter → K_app / IV_app; 206-byte AEAD records, nonce from direction + sequence number.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Radio link made reliable with a CRC per frame, a 2-second radio watchdog and reading the FIFO while repeating; SD driver fixed (CMD0 retry, busy wait, late write reply).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FAT32 in one 512-byte buffer: SEND.BIN → RECV.BIN, committed only when the CRC matches.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1 MiB card to card with TBD3: 99.6 s, 0 bytes wrong; +43 % after removing hidden multiplies, table AES and the link fix.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transfer succeeded only when board B says RECV … OK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and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read-back matches — the sender's “SENT” is not enough.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Before real use: a real entropy source, and final post-quantum code points.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End of the course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Thank you for following all five lessons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