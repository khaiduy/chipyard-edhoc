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868" r:id="rId15"/>
    <p:sldId id="869" r:id="rId16"/>
    <p:sldId id="870" r:id="rId17"/>
    <p:sldId id="871" r:id="rId18"/>
    <p:sldId id="872" r:id="rId19"/>
    <p:sldId id="873" r:id="rId20"/>
    <p:sldId id="874" r:id="rId21"/>
    <p:sldId id="875" r:id="rId22"/>
    <p:sldId id="876" r:id="rId23"/>
    <p:sldId id="877" r:id="rId24"/>
    <p:sldId id="878" r:id="rId25"/>
    <p:sldId id="879" r:id="rId26"/>
    <p:sldId id="880" r:id="rId27"/>
    <p:sldId id="881" r:id="rId28"/>
    <p:sldId id="882" r:id="rId29"/>
    <p:sldId id="883" r:id="rId30"/>
    <p:sldId id="884" r:id="rId31"/>
    <p:sldId id="885" r:id="rId32"/>
    <p:sldId id="886" r:id="rId33"/>
    <p:sldId id="887" r:id="rId34"/>
    <p:sldId id="888" r:id="rId35"/>
    <p:sldId id="889" r:id="rId36"/>
    <p:sldId id="890" r:id="rId37"/>
    <p:sldId id="891" r:id="rId38"/>
    <p:sldId id="892" r:id="rId13"/>
    <p:sldId id="893" r:id="rId12"/>
    <p:sldId id="894" r:id="rId11"/>
    <p:sldId id="895" r:id="rId10"/>
    <p:sldId id="896" r:id="rId9"/>
    <p:sldId id="897" r:id="rId8"/>
    <p:sldId id="898" r:id="rId7"/>
    <p:sldId id="899" r:id="rId6"/>
    <p:sldId id="900" r:id="rId5"/>
    <p:sldId id="901" r:id="rId48"/>
    <p:sldId id="902" r:id="rId49"/>
    <p:sldId id="903" r:id="rId50"/>
    <p:sldId id="904" r:id="rId51"/>
    <p:sldId id="905" r:id="rId52"/>
    <p:sldId id="906" r:id="rId53"/>
    <p:sldId id="907" r:id="rId54"/>
    <p:sldId id="908" r:id="rId55"/>
    <p:sldId id="909" r:id="rId56"/>
    <p:sldId id="910" r:id="rId57"/>
    <p:sldId id="911" r:id="rId58"/>
    <p:sldId id="912" r:id="rId59"/>
    <p:sldId id="913" r:id="rId60"/>
    <p:sldId id="914" r:id="rId61"/>
    <p:sldId id="915" r:id="rId62"/>
    <p:sldId id="916" r:id="rId63"/>
    <p:sldId id="917" r:id="rId64"/>
    <p:sldId id="918" r:id="rId65"/>
    <p:sldId id="919" r:id="rId6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5517E-E862-4EF9-9EE4-3D3DDDB67D8E}" v="5" dt="2024-12-16T21:11:47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3" autoAdjust="0"/>
    <p:restoredTop sz="87853" autoAdjust="0"/>
  </p:normalViewPr>
  <p:slideViewPr>
    <p:cSldViewPr snapToGrid="0">
      <p:cViewPr varScale="1">
        <p:scale>
          <a:sx n="97" d="100"/>
          <a:sy n="97" d="100"/>
        </p:scale>
        <p:origin x="918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34.xml"/><Relationship Id="rId11" Type="http://schemas.openxmlformats.org/officeDocument/2006/relationships/slide" Target="slides/slide33.xml"/><Relationship Id="rId12" Type="http://schemas.openxmlformats.org/officeDocument/2006/relationships/slide" Target="slides/slide32.xml"/><Relationship Id="rId13" Type="http://schemas.openxmlformats.org/officeDocument/2006/relationships/slide" Target="slides/slide3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̀ng Nguyễn" userId="a3264f406de754db" providerId="LiveId" clId="{7D55517E-E862-4EF9-9EE4-3D3DDDB67D8E}"/>
    <pc:docChg chg="undo custSel modSld">
      <pc:chgData name="Hùng Nguyễn" userId="a3264f406de754db" providerId="LiveId" clId="{7D55517E-E862-4EF9-9EE4-3D3DDDB67D8E}" dt="2024-12-16T22:06:24.440" v="97" actId="13926"/>
      <pc:docMkLst>
        <pc:docMk/>
      </pc:docMkLst>
      <pc:sldChg chg="modSp">
        <pc:chgData name="Hùng Nguyễn" userId="a3264f406de754db" providerId="LiveId" clId="{7D55517E-E862-4EF9-9EE4-3D3DDDB67D8E}" dt="2024-12-16T21:07:49.110" v="92" actId="20578"/>
        <pc:sldMkLst>
          <pc:docMk/>
          <pc:sldMk cId="2596464391" sldId="529"/>
        </pc:sldMkLst>
        <pc:spChg chg="mod">
          <ac:chgData name="Hùng Nguyễn" userId="a3264f406de754db" providerId="LiveId" clId="{7D55517E-E862-4EF9-9EE4-3D3DDDB67D8E}" dt="2024-12-16T21:07:49.110" v="92" actId="20578"/>
          <ac:spMkLst>
            <pc:docMk/>
            <pc:sldMk cId="2596464391" sldId="52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0:57:12.083" v="3" actId="1076"/>
        <pc:sldMkLst>
          <pc:docMk/>
          <pc:sldMk cId="1681668655" sldId="649"/>
        </pc:sldMkLst>
        <pc:spChg chg="mod">
          <ac:chgData name="Hùng Nguyễn" userId="a3264f406de754db" providerId="LiveId" clId="{7D55517E-E862-4EF9-9EE4-3D3DDDB67D8E}" dt="2024-12-16T20:56:08.716" v="2" actId="21"/>
          <ac:spMkLst>
            <pc:docMk/>
            <pc:sldMk cId="1681668655" sldId="649"/>
            <ac:spMk id="10" creationId="{1BE54C2A-DD18-BC24-F8FA-CF8F2549F0FE}"/>
          </ac:spMkLst>
        </pc:spChg>
        <pc:picChg chg="mod">
          <ac:chgData name="Hùng Nguyễn" userId="a3264f406de754db" providerId="LiveId" clId="{7D55517E-E862-4EF9-9EE4-3D3DDDB67D8E}" dt="2024-12-16T20:57:12.083" v="3" actId="1076"/>
          <ac:picMkLst>
            <pc:docMk/>
            <pc:sldMk cId="1681668655" sldId="649"/>
            <ac:picMk id="1026" creationId="{CF6C067E-6A03-1E65-69C8-2468FE0B2E61}"/>
          </ac:picMkLst>
        </pc:picChg>
      </pc:sldChg>
      <pc:sldChg chg="modSp mod">
        <pc:chgData name="Hùng Nguyễn" userId="a3264f406de754db" providerId="LiveId" clId="{7D55517E-E862-4EF9-9EE4-3D3DDDB67D8E}" dt="2024-12-16T20:59:03.068" v="20" actId="20577"/>
        <pc:sldMkLst>
          <pc:docMk/>
          <pc:sldMk cId="394941886" sldId="878"/>
        </pc:sldMkLst>
        <pc:spChg chg="mod">
          <ac:chgData name="Hùng Nguyễn" userId="a3264f406de754db" providerId="LiveId" clId="{7D55517E-E862-4EF9-9EE4-3D3DDDB67D8E}" dt="2024-12-16T20:59:03.068" v="20" actId="20577"/>
          <ac:spMkLst>
            <pc:docMk/>
            <pc:sldMk cId="394941886" sldId="878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0:59:28.653" v="21" actId="13926"/>
        <pc:sldMkLst>
          <pc:docMk/>
          <pc:sldMk cId="664769666" sldId="879"/>
        </pc:sldMkLst>
        <pc:spChg chg="mod">
          <ac:chgData name="Hùng Nguyễn" userId="a3264f406de754db" providerId="LiveId" clId="{7D55517E-E862-4EF9-9EE4-3D3DDDB67D8E}" dt="2024-12-16T20:59:28.653" v="21" actId="13926"/>
          <ac:spMkLst>
            <pc:docMk/>
            <pc:sldMk cId="664769666" sldId="879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5:19.913" v="90" actId="13926"/>
        <pc:sldMkLst>
          <pc:docMk/>
          <pc:sldMk cId="1863945830" sldId="882"/>
        </pc:sldMkLst>
        <pc:spChg chg="mod">
          <ac:chgData name="Hùng Nguyễn" userId="a3264f406de754db" providerId="LiveId" clId="{7D55517E-E862-4EF9-9EE4-3D3DDDB67D8E}" dt="2024-12-16T21:05:19.913" v="90" actId="13926"/>
          <ac:spMkLst>
            <pc:docMk/>
            <pc:sldMk cId="1863945830" sldId="882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9:04.607" v="93" actId="13926"/>
        <pc:sldMkLst>
          <pc:docMk/>
          <pc:sldMk cId="3073145533" sldId="884"/>
        </pc:sldMkLst>
        <pc:spChg chg="mod">
          <ac:chgData name="Hùng Nguyễn" userId="a3264f406de754db" providerId="LiveId" clId="{7D55517E-E862-4EF9-9EE4-3D3DDDB67D8E}" dt="2024-12-16T21:09:04.607" v="93" actId="13926"/>
          <ac:spMkLst>
            <pc:docMk/>
            <pc:sldMk cId="3073145533" sldId="884"/>
            <ac:spMk id="23" creationId="{2F1B6414-76FA-91EC-E1AB-79F9C2951FD1}"/>
          </ac:spMkLst>
        </pc:spChg>
      </pc:sldChg>
      <pc:sldChg chg="modSp">
        <pc:chgData name="Hùng Nguyễn" userId="a3264f406de754db" providerId="LiveId" clId="{7D55517E-E862-4EF9-9EE4-3D3DDDB67D8E}" dt="2024-12-16T21:11:47.467" v="95" actId="20578"/>
        <pc:sldMkLst>
          <pc:docMk/>
          <pc:sldMk cId="2268627766" sldId="887"/>
        </pc:sldMkLst>
        <pc:spChg chg="mod">
          <ac:chgData name="Hùng Nguyễn" userId="a3264f406de754db" providerId="LiveId" clId="{7D55517E-E862-4EF9-9EE4-3D3DDDB67D8E}" dt="2024-12-16T21:11:47.467" v="95" actId="20578"/>
          <ac:spMkLst>
            <pc:docMk/>
            <pc:sldMk cId="2268627766" sldId="887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1:17:33.777" v="96" actId="13926"/>
        <pc:sldMkLst>
          <pc:docMk/>
          <pc:sldMk cId="2259400226" sldId="889"/>
        </pc:sldMkLst>
        <pc:spChg chg="mod">
          <ac:chgData name="Hùng Nguyễn" userId="a3264f406de754db" providerId="LiveId" clId="{7D55517E-E862-4EF9-9EE4-3D3DDDB67D8E}" dt="2024-12-16T21:17:33.777" v="96" actId="13926"/>
          <ac:spMkLst>
            <pc:docMk/>
            <pc:sldMk cId="2259400226" sldId="88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2:06:24.440" v="97" actId="13926"/>
        <pc:sldMkLst>
          <pc:docMk/>
          <pc:sldMk cId="1661536847" sldId="897"/>
        </pc:sldMkLst>
        <pc:spChg chg="mod">
          <ac:chgData name="Hùng Nguyễn" userId="a3264f406de754db" providerId="LiveId" clId="{7D55517E-E862-4EF9-9EE4-3D3DDDB67D8E}" dt="2024-12-16T22:06:24.440" v="97" actId="13926"/>
          <ac:spMkLst>
            <pc:docMk/>
            <pc:sldMk cId="1661536847" sldId="897"/>
            <ac:spMk id="2" creationId="{996F9A6C-FECF-9BFA-1C8B-D07598761C49}"/>
          </ac:spMkLst>
        </pc:spChg>
      </pc:sldChg>
    </pc:docChg>
  </pc:docChgLst>
  <pc:docChgLst>
    <pc:chgData name="Trong-Thuc Hoang" userId="74af82dad18fbf6c" providerId="LiveId" clId="{8372D42A-D0C1-4E4C-865A-97CA549E688F}"/>
    <pc:docChg chg="undo custSel addSld delSld modSld sldOrd">
      <pc:chgData name="Trong-Thuc Hoang" userId="74af82dad18fbf6c" providerId="LiveId" clId="{8372D42A-D0C1-4E4C-865A-97CA549E688F}" dt="2021-09-30T18:16:46.536" v="6078" actId="1076"/>
      <pc:docMkLst>
        <pc:docMk/>
      </pc:docMkLst>
      <pc:sldChg chg="modSp mod">
        <pc:chgData name="Trong-Thuc Hoang" userId="74af82dad18fbf6c" providerId="LiveId" clId="{8372D42A-D0C1-4E4C-865A-97CA549E688F}" dt="2021-09-28T02:16:18.983" v="312" actId="2085"/>
        <pc:sldMkLst>
          <pc:docMk/>
          <pc:sldMk cId="0" sldId="256"/>
        </pc:sldMkLst>
        <pc:spChg chg="mod">
          <ac:chgData name="Trong-Thuc Hoang" userId="74af82dad18fbf6c" providerId="LiveId" clId="{8372D42A-D0C1-4E4C-865A-97CA549E688F}" dt="2021-09-28T02:11:12.493" v="69" actId="122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18.983" v="312" actId="208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1:07.370" v="58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modSp mod">
        <pc:chgData name="Trong-Thuc Hoang" userId="74af82dad18fbf6c" providerId="LiveId" clId="{8372D42A-D0C1-4E4C-865A-97CA549E688F}" dt="2021-09-28T02:16:45.606" v="326" actId="207"/>
        <pc:sldMkLst>
          <pc:docMk/>
          <pc:sldMk cId="0" sldId="260"/>
        </pc:sldMkLst>
        <pc:spChg chg="add mod">
          <ac:chgData name="Trong-Thuc Hoang" userId="74af82dad18fbf6c" providerId="LiveId" clId="{8372D42A-D0C1-4E4C-865A-97CA549E688F}" dt="2021-09-28T02:15:50.761" v="309"/>
          <ac:spMkLst>
            <pc:docMk/>
            <pc:sldMk cId="0" sldId="260"/>
            <ac:spMk id="6" creationId="{AF9D3C03-E9C9-4903-973A-E07E3F486E8A}"/>
          </ac:spMkLst>
        </pc:spChg>
        <pc:spChg chg="add mod">
          <ac:chgData name="Trong-Thuc Hoang" userId="74af82dad18fbf6c" providerId="LiveId" clId="{8372D42A-D0C1-4E4C-865A-97CA549E688F}" dt="2021-09-28T02:15:58.309" v="310"/>
          <ac:spMkLst>
            <pc:docMk/>
            <pc:sldMk cId="0" sldId="260"/>
            <ac:spMk id="8" creationId="{E74905CF-9580-4841-AAEC-D6B501EE967B}"/>
          </ac:spMkLst>
        </pc:spChg>
        <pc:spChg chg="mod">
          <ac:chgData name="Trong-Thuc Hoang" userId="74af82dad18fbf6c" providerId="LiveId" clId="{8372D42A-D0C1-4E4C-865A-97CA549E688F}" dt="2021-09-28T02:16:45.606" v="326" actId="207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7" creationId="{DC07B64D-F58B-400B-BB25-CCA03CC569B4}"/>
          </ac:picMkLst>
        </pc:pic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9" creationId="{9DE8A4C6-EF40-4C98-86CA-0B5033F2A770}"/>
          </ac:picMkLst>
        </pc:picChg>
      </pc:sldChg>
      <pc:sldChg chg="del">
        <pc:chgData name="Trong-Thuc Hoang" userId="74af82dad18fbf6c" providerId="LiveId" clId="{8372D42A-D0C1-4E4C-865A-97CA549E688F}" dt="2021-09-28T02:11:18.519" v="70" actId="47"/>
        <pc:sldMkLst>
          <pc:docMk/>
          <pc:sldMk cId="3453131820" sldId="409"/>
        </pc:sldMkLst>
      </pc:sldChg>
      <pc:sldChg chg="del">
        <pc:chgData name="Trong-Thuc Hoang" userId="74af82dad18fbf6c" providerId="LiveId" clId="{8372D42A-D0C1-4E4C-865A-97CA549E688F}" dt="2021-09-28T02:11:18.890" v="72" actId="47"/>
        <pc:sldMkLst>
          <pc:docMk/>
          <pc:sldMk cId="889329703" sldId="411"/>
        </pc:sldMkLst>
      </pc:sldChg>
      <pc:sldChg chg="del">
        <pc:chgData name="Trong-Thuc Hoang" userId="74af82dad18fbf6c" providerId="LiveId" clId="{8372D42A-D0C1-4E4C-865A-97CA549E688F}" dt="2021-09-28T02:11:18.705" v="71" actId="47"/>
        <pc:sldMkLst>
          <pc:docMk/>
          <pc:sldMk cId="3487393316" sldId="412"/>
        </pc:sldMkLst>
      </pc:sldChg>
      <pc:sldChg chg="del">
        <pc:chgData name="Trong-Thuc Hoang" userId="74af82dad18fbf6c" providerId="LiveId" clId="{8372D42A-D0C1-4E4C-865A-97CA549E688F}" dt="2021-09-28T02:11:19.097" v="73" actId="47"/>
        <pc:sldMkLst>
          <pc:docMk/>
          <pc:sldMk cId="4254911953" sldId="413"/>
        </pc:sldMkLst>
      </pc:sldChg>
      <pc:sldChg chg="del">
        <pc:chgData name="Trong-Thuc Hoang" userId="74af82dad18fbf6c" providerId="LiveId" clId="{8372D42A-D0C1-4E4C-865A-97CA549E688F}" dt="2021-09-28T02:11:19.275" v="74" actId="47"/>
        <pc:sldMkLst>
          <pc:docMk/>
          <pc:sldMk cId="1180577483" sldId="414"/>
        </pc:sldMkLst>
      </pc:sldChg>
      <pc:sldChg chg="del">
        <pc:chgData name="Trong-Thuc Hoang" userId="74af82dad18fbf6c" providerId="LiveId" clId="{8372D42A-D0C1-4E4C-865A-97CA549E688F}" dt="2021-09-28T02:11:19.475" v="75" actId="47"/>
        <pc:sldMkLst>
          <pc:docMk/>
          <pc:sldMk cId="3005430158" sldId="415"/>
        </pc:sldMkLst>
      </pc:sldChg>
      <pc:sldChg chg="del">
        <pc:chgData name="Trong-Thuc Hoang" userId="74af82dad18fbf6c" providerId="LiveId" clId="{8372D42A-D0C1-4E4C-865A-97CA549E688F}" dt="2021-09-28T02:11:19.678" v="76" actId="47"/>
        <pc:sldMkLst>
          <pc:docMk/>
          <pc:sldMk cId="3052037786" sldId="416"/>
        </pc:sldMkLst>
      </pc:sldChg>
      <pc:sldChg chg="del">
        <pc:chgData name="Trong-Thuc Hoang" userId="74af82dad18fbf6c" providerId="LiveId" clId="{8372D42A-D0C1-4E4C-865A-97CA549E688F}" dt="2021-09-28T02:11:19.854" v="77" actId="47"/>
        <pc:sldMkLst>
          <pc:docMk/>
          <pc:sldMk cId="3195299664" sldId="417"/>
        </pc:sldMkLst>
      </pc:sldChg>
      <pc:sldChg chg="del">
        <pc:chgData name="Trong-Thuc Hoang" userId="74af82dad18fbf6c" providerId="LiveId" clId="{8372D42A-D0C1-4E4C-865A-97CA549E688F}" dt="2021-09-28T02:11:20.233" v="79" actId="47"/>
        <pc:sldMkLst>
          <pc:docMk/>
          <pc:sldMk cId="669585560" sldId="418"/>
        </pc:sldMkLst>
      </pc:sldChg>
      <pc:sldChg chg="delSp del mod">
        <pc:chgData name="Trong-Thuc Hoang" userId="74af82dad18fbf6c" providerId="LiveId" clId="{8372D42A-D0C1-4E4C-865A-97CA549E688F}" dt="2021-09-28T02:15:31.685" v="300" actId="47"/>
        <pc:sldMkLst>
          <pc:docMk/>
          <pc:sldMk cId="2355887220" sldId="419"/>
        </pc:sldMkLst>
        <pc:picChg chg="del">
          <ac:chgData name="Trong-Thuc Hoang" userId="74af82dad18fbf6c" providerId="LiveId" clId="{8372D42A-D0C1-4E4C-865A-97CA549E688F}" dt="2021-09-28T02:11:22.311" v="82" actId="478"/>
          <ac:picMkLst>
            <pc:docMk/>
            <pc:sldMk cId="2355887220" sldId="419"/>
            <ac:picMk id="7" creationId="{09AD878B-2443-4A58-A63C-337AA155FEC1}"/>
          </ac:picMkLst>
        </pc:picChg>
      </pc:sldChg>
      <pc:sldChg chg="del">
        <pc:chgData name="Trong-Thuc Hoang" userId="74af82dad18fbf6c" providerId="LiveId" clId="{8372D42A-D0C1-4E4C-865A-97CA549E688F}" dt="2021-09-28T02:11:20.622" v="81" actId="47"/>
        <pc:sldMkLst>
          <pc:docMk/>
          <pc:sldMk cId="935151702" sldId="420"/>
        </pc:sldMkLst>
      </pc:sldChg>
      <pc:sldChg chg="delSp modSp add del mod">
        <pc:chgData name="Trong-Thuc Hoang" userId="74af82dad18fbf6c" providerId="LiveId" clId="{8372D42A-D0C1-4E4C-865A-97CA549E688F}" dt="2021-09-28T02:14:54.851" v="251" actId="47"/>
        <pc:sldMkLst>
          <pc:docMk/>
          <pc:sldMk cId="969733559" sldId="420"/>
        </pc:sldMkLst>
        <pc:spChg chg="del">
          <ac:chgData name="Trong-Thuc Hoang" userId="74af82dad18fbf6c" providerId="LiveId" clId="{8372D42A-D0C1-4E4C-865A-97CA549E688F}" dt="2021-09-28T02:11:52.757" v="85" actId="478"/>
          <ac:spMkLst>
            <pc:docMk/>
            <pc:sldMk cId="969733559" sldId="420"/>
            <ac:spMk id="39" creationId="{00000000-0000-0000-0000-000000000000}"/>
          </ac:spMkLst>
        </pc:spChg>
        <pc:spChg chg="del">
          <ac:chgData name="Trong-Thuc Hoang" userId="74af82dad18fbf6c" providerId="LiveId" clId="{8372D42A-D0C1-4E4C-865A-97CA549E688F}" dt="2021-09-28T02:11:51.107" v="84" actId="478"/>
          <ac:spMkLst>
            <pc:docMk/>
            <pc:sldMk cId="969733559" sldId="420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3:02.030" v="165" actId="14100"/>
          <ac:spMkLst>
            <pc:docMk/>
            <pc:sldMk cId="969733559" sldId="420"/>
            <ac:spMk id="41" creationId="{00000000-0000-0000-0000-000000000000}"/>
          </ac:spMkLst>
        </pc:spChg>
      </pc:sldChg>
      <pc:sldChg chg="delSp modSp add mod">
        <pc:chgData name="Trong-Thuc Hoang" userId="74af82dad18fbf6c" providerId="LiveId" clId="{8372D42A-D0C1-4E4C-865A-97CA549E688F}" dt="2021-09-28T02:16:23.117" v="314" actId="207"/>
        <pc:sldMkLst>
          <pc:docMk/>
          <pc:sldMk cId="781326508" sldId="421"/>
        </pc:sldMkLst>
        <pc:spChg chg="del">
          <ac:chgData name="Trong-Thuc Hoang" userId="74af82dad18fbf6c" providerId="LiveId" clId="{8372D42A-D0C1-4E4C-865A-97CA549E688F}" dt="2021-09-28T02:13:17.531" v="167" actId="478"/>
          <ac:spMkLst>
            <pc:docMk/>
            <pc:sldMk cId="781326508" sldId="421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23.117" v="314" actId="207"/>
          <ac:spMkLst>
            <pc:docMk/>
            <pc:sldMk cId="781326508" sldId="421"/>
            <ac:spMk id="40" creationId="{00000000-0000-0000-0000-000000000000}"/>
          </ac:spMkLst>
        </pc:spChg>
        <pc:spChg chg="del mod">
          <ac:chgData name="Trong-Thuc Hoang" userId="74af82dad18fbf6c" providerId="LiveId" clId="{8372D42A-D0C1-4E4C-865A-97CA549E688F}" dt="2021-09-28T02:13:40.123" v="188" actId="478"/>
          <ac:spMkLst>
            <pc:docMk/>
            <pc:sldMk cId="781326508" sldId="421"/>
            <ac:spMk id="41" creationId="{00000000-0000-0000-0000-000000000000}"/>
          </ac:spMkLst>
        </pc:spChg>
      </pc:sldChg>
      <pc:sldChg chg="del">
        <pc:chgData name="Trong-Thuc Hoang" userId="74af82dad18fbf6c" providerId="LiveId" clId="{8372D42A-D0C1-4E4C-865A-97CA549E688F}" dt="2021-09-28T02:11:20.052" v="78" actId="47"/>
        <pc:sldMkLst>
          <pc:docMk/>
          <pc:sldMk cId="2169649859" sldId="421"/>
        </pc:sldMkLst>
      </pc:sldChg>
      <pc:sldChg chg="del">
        <pc:chgData name="Trong-Thuc Hoang" userId="74af82dad18fbf6c" providerId="LiveId" clId="{8372D42A-D0C1-4E4C-865A-97CA549E688F}" dt="2021-09-28T02:11:20.421" v="80" actId="47"/>
        <pc:sldMkLst>
          <pc:docMk/>
          <pc:sldMk cId="1528363038" sldId="422"/>
        </pc:sldMkLst>
      </pc:sldChg>
      <pc:sldChg chg="modSp add mod">
        <pc:chgData name="Trong-Thuc Hoang" userId="74af82dad18fbf6c" providerId="LiveId" clId="{8372D42A-D0C1-4E4C-865A-97CA549E688F}" dt="2021-09-28T02:16:30.093" v="318" actId="207"/>
        <pc:sldMkLst>
          <pc:docMk/>
          <pc:sldMk cId="3288063410" sldId="422"/>
        </pc:sldMkLst>
        <pc:spChg chg="mod">
          <ac:chgData name="Trong-Thuc Hoang" userId="74af82dad18fbf6c" providerId="LiveId" clId="{8372D42A-D0C1-4E4C-865A-97CA549E688F}" dt="2021-09-28T02:16:30.093" v="318" actId="207"/>
          <ac:spMkLst>
            <pc:docMk/>
            <pc:sldMk cId="3288063410" sldId="422"/>
            <ac:spMk id="40" creationId="{00000000-0000-0000-0000-000000000000}"/>
          </ac:spMkLst>
        </pc:spChg>
      </pc:sldChg>
      <pc:sldChg chg="modSp add mod">
        <pc:chgData name="Trong-Thuc Hoang" userId="74af82dad18fbf6c" providerId="LiveId" clId="{8372D42A-D0C1-4E4C-865A-97CA549E688F}" dt="2021-09-28T02:16:38.036" v="322" actId="207"/>
        <pc:sldMkLst>
          <pc:docMk/>
          <pc:sldMk cId="3165991195" sldId="423"/>
        </pc:sldMkLst>
        <pc:spChg chg="mod">
          <ac:chgData name="Trong-Thuc Hoang" userId="74af82dad18fbf6c" providerId="LiveId" clId="{8372D42A-D0C1-4E4C-865A-97CA549E688F}" dt="2021-09-28T02:16:38.036" v="322" actId="207"/>
          <ac:spMkLst>
            <pc:docMk/>
            <pc:sldMk cId="3165991195" sldId="423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17:56:08.275" v="341" actId="1076"/>
        <pc:sldMkLst>
          <pc:docMk/>
          <pc:sldMk cId="3254777054" sldId="424"/>
        </pc:sldMkLst>
        <pc:spChg chg="add del mod">
          <ac:chgData name="Trong-Thuc Hoang" userId="74af82dad18fbf6c" providerId="LiveId" clId="{8372D42A-D0C1-4E4C-865A-97CA549E688F}" dt="2021-09-28T17:56:06.305" v="340" actId="478"/>
          <ac:spMkLst>
            <pc:docMk/>
            <pc:sldMk cId="3254777054" sldId="424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02:15:05.476" v="269" actId="113"/>
          <ac:spMkLst>
            <pc:docMk/>
            <pc:sldMk cId="3254777054" sldId="424"/>
            <ac:spMk id="10" creationId="{CB76DC60-C0C9-436D-8956-EE4CA394869E}"/>
          </ac:spMkLst>
        </pc:spChg>
        <pc:spChg chg="mod">
          <ac:chgData name="Trong-Thuc Hoang" userId="74af82dad18fbf6c" providerId="LiveId" clId="{8372D42A-D0C1-4E4C-865A-97CA549E688F}" dt="2021-09-28T02:16:27.010" v="316" actId="207"/>
          <ac:spMkLst>
            <pc:docMk/>
            <pc:sldMk cId="3254777054" sldId="424"/>
            <ac:spMk id="63" creationId="{00000000-0000-0000-0000-000000000000}"/>
          </ac:spMkLst>
        </pc:spChg>
        <pc:picChg chg="add mod ord">
          <ac:chgData name="Trong-Thuc Hoang" userId="74af82dad18fbf6c" providerId="LiveId" clId="{8372D42A-D0C1-4E4C-865A-97CA549E688F}" dt="2021-09-28T17:56:08.275" v="341" actId="1076"/>
          <ac:picMkLst>
            <pc:docMk/>
            <pc:sldMk cId="3254777054" sldId="424"/>
            <ac:picMk id="3" creationId="{84D05E83-D716-4D10-A452-9CFA9C97C143}"/>
          </ac:picMkLst>
        </pc:picChg>
      </pc:sldChg>
      <pc:sldChg chg="add del">
        <pc:chgData name="Trong-Thuc Hoang" userId="74af82dad18fbf6c" providerId="LiveId" clId="{8372D42A-D0C1-4E4C-865A-97CA549E688F}" dt="2021-09-28T02:15:08.597" v="270" actId="47"/>
        <pc:sldMkLst>
          <pc:docMk/>
          <pc:sldMk cId="1451896661" sldId="425"/>
        </pc:sldMkLst>
      </pc:sldChg>
      <pc:sldChg chg="addSp delSp modSp add mod">
        <pc:chgData name="Trong-Thuc Hoang" userId="74af82dad18fbf6c" providerId="LiveId" clId="{8372D42A-D0C1-4E4C-865A-97CA549E688F}" dt="2021-09-30T17:27:13.232" v="4225" actId="20577"/>
        <pc:sldMkLst>
          <pc:docMk/>
          <pc:sldMk cId="2706916780" sldId="425"/>
        </pc:sldMkLst>
        <pc:spChg chg="add del mod">
          <ac:chgData name="Trong-Thuc Hoang" userId="74af82dad18fbf6c" providerId="LiveId" clId="{8372D42A-D0C1-4E4C-865A-97CA549E688F}" dt="2021-09-30T15:35:54.662" v="2858" actId="478"/>
          <ac:spMkLst>
            <pc:docMk/>
            <pc:sldMk cId="2706916780" sldId="425"/>
            <ac:spMk id="2" creationId="{B20416AB-074C-4509-8855-594AB346C87E}"/>
          </ac:spMkLst>
        </pc:spChg>
        <pc:spChg chg="del mod">
          <ac:chgData name="Trong-Thuc Hoang" userId="74af82dad18fbf6c" providerId="LiveId" clId="{8372D42A-D0C1-4E4C-865A-97CA549E688F}" dt="2021-09-30T15:35:55.585" v="2859" actId="478"/>
          <ac:spMkLst>
            <pc:docMk/>
            <pc:sldMk cId="2706916780" sldId="425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9T02:40:42.028" v="2383" actId="20577"/>
          <ac:spMkLst>
            <pc:docMk/>
            <pc:sldMk cId="2706916780" sldId="425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5:32:48.413" v="2743" actId="478"/>
          <ac:spMkLst>
            <pc:docMk/>
            <pc:sldMk cId="2706916780" sldId="425"/>
            <ac:spMk id="11" creationId="{1C54F0FC-8F0F-4125-BB82-1B92C6E37EBA}"/>
          </ac:spMkLst>
        </pc:spChg>
        <pc:spChg chg="add mod">
          <ac:chgData name="Trong-Thuc Hoang" userId="74af82dad18fbf6c" providerId="LiveId" clId="{8372D42A-D0C1-4E4C-865A-97CA549E688F}" dt="2021-09-30T17:19:38.170" v="3690" actId="207"/>
          <ac:spMkLst>
            <pc:docMk/>
            <pc:sldMk cId="2706916780" sldId="425"/>
            <ac:spMk id="12" creationId="{D6EB564E-2EDF-4DE6-B3AE-77B91B98AB16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13" creationId="{D37E89E8-D26B-4F6E-ABA1-4DF09507A5D2}"/>
          </ac:spMkLst>
        </pc:spChg>
        <pc:spChg chg="add del mod">
          <ac:chgData name="Trong-Thuc Hoang" userId="74af82dad18fbf6c" providerId="LiveId" clId="{8372D42A-D0C1-4E4C-865A-97CA549E688F}" dt="2021-09-30T15:57:57.617" v="3169" actId="478"/>
          <ac:spMkLst>
            <pc:docMk/>
            <pc:sldMk cId="2706916780" sldId="425"/>
            <ac:spMk id="14" creationId="{94AF0D11-8202-4F7F-A7D8-F4F7FAEFA7A3}"/>
          </ac:spMkLst>
        </pc:spChg>
        <pc:spChg chg="add mod">
          <ac:chgData name="Trong-Thuc Hoang" userId="74af82dad18fbf6c" providerId="LiveId" clId="{8372D42A-D0C1-4E4C-865A-97CA549E688F}" dt="2021-09-30T17:27:13.232" v="4225" actId="20577"/>
          <ac:spMkLst>
            <pc:docMk/>
            <pc:sldMk cId="2706916780" sldId="425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5:32:16.196" v="2730" actId="113"/>
          <ac:spMkLst>
            <pc:docMk/>
            <pc:sldMk cId="2706916780" sldId="425"/>
            <ac:spMk id="16" creationId="{F6B00377-BCC5-4D28-82AB-94BA6C5F0F50}"/>
          </ac:spMkLst>
        </pc:spChg>
        <pc:spChg chg="add del mod">
          <ac:chgData name="Trong-Thuc Hoang" userId="74af82dad18fbf6c" providerId="LiveId" clId="{8372D42A-D0C1-4E4C-865A-97CA549E688F}" dt="2021-09-30T15:44:42.022" v="2958" actId="478"/>
          <ac:spMkLst>
            <pc:docMk/>
            <pc:sldMk cId="2706916780" sldId="425"/>
            <ac:spMk id="17" creationId="{CE86D63F-8898-4F2B-A550-1C9FDD2E5A35}"/>
          </ac:spMkLst>
        </pc:spChg>
        <pc:spChg chg="add mod">
          <ac:chgData name="Trong-Thuc Hoang" userId="74af82dad18fbf6c" providerId="LiveId" clId="{8372D42A-D0C1-4E4C-865A-97CA549E688F}" dt="2021-09-30T15:48:40.270" v="3020" actId="1582"/>
          <ac:spMkLst>
            <pc:docMk/>
            <pc:sldMk cId="2706916780" sldId="425"/>
            <ac:spMk id="18" creationId="{2C29FF1D-AF73-4D1C-9956-B4E87DA24889}"/>
          </ac:spMkLst>
        </pc:spChg>
        <pc:spChg chg="add mod">
          <ac:chgData name="Trong-Thuc Hoang" userId="74af82dad18fbf6c" providerId="LiveId" clId="{8372D42A-D0C1-4E4C-865A-97CA549E688F}" dt="2021-09-30T15:48:49.087" v="3023" actId="1076"/>
          <ac:spMkLst>
            <pc:docMk/>
            <pc:sldMk cId="2706916780" sldId="425"/>
            <ac:spMk id="26" creationId="{E27DEEFA-A1AB-4EB6-8AE1-F3233A9BB407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30" creationId="{455F6F0B-94B3-43DD-A655-2591A7D69AB8}"/>
          </ac:spMkLst>
        </pc:spChg>
        <pc:spChg chg="add del mod">
          <ac:chgData name="Trong-Thuc Hoang" userId="74af82dad18fbf6c" providerId="LiveId" clId="{8372D42A-D0C1-4E4C-865A-97CA549E688F}" dt="2021-09-30T15:47:35.637" v="3004" actId="478"/>
          <ac:spMkLst>
            <pc:docMk/>
            <pc:sldMk cId="2706916780" sldId="425"/>
            <ac:spMk id="32" creationId="{37FB749E-0A89-4B77-AC81-B5B7F4A3EE4A}"/>
          </ac:spMkLst>
        </pc:spChg>
        <pc:spChg chg="add del mod">
          <ac:chgData name="Trong-Thuc Hoang" userId="74af82dad18fbf6c" providerId="LiveId" clId="{8372D42A-D0C1-4E4C-865A-97CA549E688F}" dt="2021-09-30T17:14:27.364" v="3341" actId="478"/>
          <ac:spMkLst>
            <pc:docMk/>
            <pc:sldMk cId="2706916780" sldId="425"/>
            <ac:spMk id="35" creationId="{C617E987-58CE-407F-98BB-C8988DBECD9D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40" creationId="{6224BF12-E8B7-4DE4-B721-B058F85E170B}"/>
          </ac:spMkLst>
        </pc:spChg>
        <pc:spChg chg="add del mod">
          <ac:chgData name="Trong-Thuc Hoang" userId="74af82dad18fbf6c" providerId="LiveId" clId="{8372D42A-D0C1-4E4C-865A-97CA549E688F}" dt="2021-09-30T17:14:44.364" v="3352" actId="478"/>
          <ac:spMkLst>
            <pc:docMk/>
            <pc:sldMk cId="2706916780" sldId="425"/>
            <ac:spMk id="55" creationId="{036CEE61-4909-47C5-8747-E0B65530ACA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6" creationId="{A264AEBD-0A81-44F6-9D04-B374D6FAD33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8" creationId="{6F77F7B9-6A58-4F9F-809A-81CD728ADA5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9" creationId="{80A12C25-44B3-48A9-903F-18B9B234F999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0" creationId="{E608D1AA-2941-4B61-AA61-779EC36EF8A7}"/>
          </ac:spMkLst>
        </pc:spChg>
        <pc:spChg chg="mod">
          <ac:chgData name="Trong-Thuc Hoang" userId="74af82dad18fbf6c" providerId="LiveId" clId="{8372D42A-D0C1-4E4C-865A-97CA549E688F}" dt="2021-09-28T02:16:34.255" v="320" actId="207"/>
          <ac:spMkLst>
            <pc:docMk/>
            <pc:sldMk cId="2706916780" sldId="425"/>
            <ac:spMk id="63" creationId="{00000000-0000-0000-0000-00000000000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7" creationId="{0FE8C50E-DA81-4CA9-AF43-CC1E323C255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70" creationId="{E17B7F04-087A-4F10-B8D1-BA831F43B74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1" creationId="{35839DFD-570C-4643-BE6F-5CBB364B863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4" creationId="{C2A89031-861B-43CC-9124-F9758159E441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6" creationId="{97F0BEC0-88A0-41DB-B235-20CFFACC03C0}"/>
          </ac:spMkLst>
        </pc:spChg>
        <pc:spChg chg="add mod">
          <ac:chgData name="Trong-Thuc Hoang" userId="74af82dad18fbf6c" providerId="LiveId" clId="{8372D42A-D0C1-4E4C-865A-97CA549E688F}" dt="2021-09-30T15:59:46.424" v="3195" actId="1076"/>
          <ac:spMkLst>
            <pc:docMk/>
            <pc:sldMk cId="2706916780" sldId="425"/>
            <ac:spMk id="80" creationId="{1B9CE19C-9B9F-4D5A-BE0F-0B05B3467A83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81" creationId="{E5884A9D-7A36-4A44-A915-03DA52F5E0A2}"/>
          </ac:spMkLst>
        </pc:spChg>
        <pc:spChg chg="add del mod">
          <ac:chgData name="Trong-Thuc Hoang" userId="74af82dad18fbf6c" providerId="LiveId" clId="{8372D42A-D0C1-4E4C-865A-97CA549E688F}" dt="2021-09-30T17:09:11.166" v="3248" actId="478"/>
          <ac:spMkLst>
            <pc:docMk/>
            <pc:sldMk cId="2706916780" sldId="425"/>
            <ac:spMk id="82" creationId="{C42089AC-54AE-4F3C-B7C5-AB781C8307AE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3" creationId="{AF49A075-12CD-45EA-B242-01EA745A975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8" creationId="{3DC2396B-8E56-4687-AB86-7E5FD104772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9" creationId="{A6DCB00C-1559-4EA1-AF51-C4124AA6017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2" creationId="{3C080CD5-6B48-4C8C-B7FE-D06541C5F284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3" creationId="{F100CD1F-DDFA-42EA-8A99-191A02EA757A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5" creationId="{C4DEEAEA-46DA-466D-A3A4-00D24190A969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6" creationId="{EA5548A5-EC4F-4544-AC78-9C2DB40BB739}"/>
          </ac:spMkLst>
        </pc:spChg>
        <pc:spChg chg="add del mod">
          <ac:chgData name="Trong-Thuc Hoang" userId="74af82dad18fbf6c" providerId="LiveId" clId="{8372D42A-D0C1-4E4C-865A-97CA549E688F}" dt="2021-09-30T17:14:32.310" v="3345" actId="478"/>
          <ac:spMkLst>
            <pc:docMk/>
            <pc:sldMk cId="2706916780" sldId="425"/>
            <ac:spMk id="111" creationId="{AD7A6478-60A1-43D5-9087-9236D9497E86}"/>
          </ac:spMkLst>
        </pc:spChg>
        <pc:cxnChg chg="add mod">
          <ac:chgData name="Trong-Thuc Hoang" userId="74af82dad18fbf6c" providerId="LiveId" clId="{8372D42A-D0C1-4E4C-865A-97CA549E688F}" dt="2021-09-30T15:48:46.423" v="3022" actId="1076"/>
          <ac:cxnSpMkLst>
            <pc:docMk/>
            <pc:sldMk cId="2706916780" sldId="425"/>
            <ac:cxnSpMk id="4" creationId="{5A306D08-5F08-40E3-A145-39995C736AB7}"/>
          </ac:cxnSpMkLst>
        </pc:cxnChg>
        <pc:cxnChg chg="add del mod">
          <ac:chgData name="Trong-Thuc Hoang" userId="74af82dad18fbf6c" providerId="LiveId" clId="{8372D42A-D0C1-4E4C-865A-97CA549E688F}" dt="2021-09-30T17:14:38.608" v="3348" actId="478"/>
          <ac:cxnSpMkLst>
            <pc:docMk/>
            <pc:sldMk cId="2706916780" sldId="425"/>
            <ac:cxnSpMk id="9" creationId="{24D3AFC3-A6B2-4EA9-9D83-6CD81C2D6A24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9" creationId="{DF3DCC4B-3C3D-4DD5-8123-3CDCC04536E8}"/>
          </ac:cxnSpMkLst>
        </pc:cxnChg>
        <pc:cxnChg chg="add del mod">
          <ac:chgData name="Trong-Thuc Hoang" userId="74af82dad18fbf6c" providerId="LiveId" clId="{8372D42A-D0C1-4E4C-865A-97CA549E688F}" dt="2021-09-30T17:14:28.166" v="3342" actId="478"/>
          <ac:cxnSpMkLst>
            <pc:docMk/>
            <pc:sldMk cId="2706916780" sldId="425"/>
            <ac:cxnSpMk id="28" creationId="{04EC425D-6EF9-4DCF-A28B-C4E223D4BFB5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31" creationId="{4A9F9B2F-2C18-4198-8A18-A3494936D890}"/>
          </ac:cxnSpMkLst>
        </pc:cxnChg>
        <pc:cxnChg chg="add del mod">
          <ac:chgData name="Trong-Thuc Hoang" userId="74af82dad18fbf6c" providerId="LiveId" clId="{8372D42A-D0C1-4E4C-865A-97CA549E688F}" dt="2021-09-30T17:14:29.841" v="3343" actId="478"/>
          <ac:cxnSpMkLst>
            <pc:docMk/>
            <pc:sldMk cId="2706916780" sldId="425"/>
            <ac:cxnSpMk id="54" creationId="{C35F91D4-803B-47D1-A0FB-BDB7505BC9EB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57" creationId="{A58DB654-19E9-4184-8166-87644AF84146}"/>
          </ac:cxnSpMkLst>
        </pc:cxnChg>
        <pc:cxnChg chg="add del mod">
          <ac:chgData name="Trong-Thuc Hoang" userId="74af82dad18fbf6c" providerId="LiveId" clId="{8372D42A-D0C1-4E4C-865A-97CA549E688F}" dt="2021-09-30T15:55:17.954" v="3137" actId="478"/>
          <ac:cxnSpMkLst>
            <pc:docMk/>
            <pc:sldMk cId="2706916780" sldId="425"/>
            <ac:cxnSpMk id="64" creationId="{9DB63674-D61B-4208-AA78-0FC329A94F1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5" creationId="{C441BE28-F25E-45BD-A41E-2B54912EF46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8" creationId="{3CD03CA5-A527-4BB0-BA75-0B8D4F5F59B1}"/>
          </ac:cxnSpMkLst>
        </pc:cxnChg>
        <pc:cxnChg chg="add del mod">
          <ac:chgData name="Trong-Thuc Hoang" userId="74af82dad18fbf6c" providerId="LiveId" clId="{8372D42A-D0C1-4E4C-865A-97CA549E688F}" dt="2021-09-30T17:14:39.471" v="3349" actId="478"/>
          <ac:cxnSpMkLst>
            <pc:docMk/>
            <pc:sldMk cId="2706916780" sldId="425"/>
            <ac:cxnSpMk id="69" creationId="{64310648-8FC2-4D91-99F6-B3FAD5711380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75" creationId="{7EB4F8C8-88D3-4B50-817B-B0A799FD57CB}"/>
          </ac:cxnSpMkLst>
        </pc:cxnChg>
        <pc:cxnChg chg="add del mod">
          <ac:chgData name="Trong-Thuc Hoang" userId="74af82dad18fbf6c" providerId="LiveId" clId="{8372D42A-D0C1-4E4C-865A-97CA549E688F}" dt="2021-09-30T17:14:43.315" v="3351" actId="478"/>
          <ac:cxnSpMkLst>
            <pc:docMk/>
            <pc:sldMk cId="2706916780" sldId="425"/>
            <ac:cxnSpMk id="92" creationId="{E4056D8B-F6D7-420C-982F-2CCD2C1AC8E9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0" creationId="{39249C0B-742B-4AAB-AE35-A5D5EAD3BB8B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4" creationId="{FFDDA8C1-07E2-491D-A131-BCA105B98B75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7" creationId="{8DED88BB-8D29-4384-8DB8-1DBC110F524F}"/>
          </ac:cxnSpMkLst>
        </pc:cxnChg>
        <pc:cxnChg chg="add del mod">
          <ac:chgData name="Trong-Thuc Hoang" userId="74af82dad18fbf6c" providerId="LiveId" clId="{8372D42A-D0C1-4E4C-865A-97CA549E688F}" dt="2021-09-30T17:14:30.506" v="3344" actId="478"/>
          <ac:cxnSpMkLst>
            <pc:docMk/>
            <pc:sldMk cId="2706916780" sldId="425"/>
            <ac:cxnSpMk id="108" creationId="{8AAFF0B4-767C-4101-9448-C315EE4CEF38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113" creationId="{7410CD16-C658-436E-954F-C3369861267D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9:58.845" v="5647" actId="14100"/>
        <pc:sldMkLst>
          <pc:docMk/>
          <pc:sldMk cId="1311341793" sldId="426"/>
        </pc:sldMkLst>
        <pc:spChg chg="del">
          <ac:chgData name="Trong-Thuc Hoang" userId="74af82dad18fbf6c" providerId="LiveId" clId="{8372D42A-D0C1-4E4C-865A-97CA549E688F}" dt="2021-09-30T17:57:15.322" v="5530" actId="478"/>
          <ac:spMkLst>
            <pc:docMk/>
            <pc:sldMk cId="1311341793" sldId="426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30T17:59:54.366" v="5645" actId="14100"/>
          <ac:spMkLst>
            <pc:docMk/>
            <pc:sldMk cId="1311341793" sldId="42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28T02:15:35.721" v="308" actId="20577"/>
          <ac:spMkLst>
            <pc:docMk/>
            <pc:sldMk cId="1311341793" sldId="426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7:58:50.797" v="5600" actId="478"/>
          <ac:spMkLst>
            <pc:docMk/>
            <pc:sldMk cId="1311341793" sldId="426"/>
            <ac:spMk id="11" creationId="{19767369-5316-4F07-8D4A-6B54BF9233C8}"/>
          </ac:spMkLst>
        </pc:spChg>
        <pc:spChg chg="add mod">
          <ac:chgData name="Trong-Thuc Hoang" userId="74af82dad18fbf6c" providerId="LiveId" clId="{8372D42A-D0C1-4E4C-865A-97CA549E688F}" dt="2021-09-30T17:59:58.845" v="5647" actId="14100"/>
          <ac:spMkLst>
            <pc:docMk/>
            <pc:sldMk cId="1311341793" sldId="426"/>
            <ac:spMk id="12" creationId="{F31FCA47-B041-4DE5-8EEB-C9FAFC20EB93}"/>
          </ac:spMkLst>
        </pc:spChg>
        <pc:spChg chg="mod">
          <ac:chgData name="Trong-Thuc Hoang" userId="74af82dad18fbf6c" providerId="LiveId" clId="{8372D42A-D0C1-4E4C-865A-97CA549E688F}" dt="2021-09-28T02:16:41.590" v="324" actId="207"/>
          <ac:spMkLst>
            <pc:docMk/>
            <pc:sldMk cId="1311341793" sldId="426"/>
            <ac:spMk id="63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30T17:59:24.842" v="5630" actId="14100"/>
          <ac:picMkLst>
            <pc:docMk/>
            <pc:sldMk cId="1311341793" sldId="426"/>
            <ac:picMk id="7" creationId="{CE248AF9-D6DA-42B3-BE70-D2BDF7F472C0}"/>
          </ac:picMkLst>
        </pc:picChg>
        <pc:picChg chg="add mod">
          <ac:chgData name="Trong-Thuc Hoang" userId="74af82dad18fbf6c" providerId="LiveId" clId="{8372D42A-D0C1-4E4C-865A-97CA549E688F}" dt="2021-09-30T17:58:45.608" v="5599" actId="1076"/>
          <ac:picMkLst>
            <pc:docMk/>
            <pc:sldMk cId="1311341793" sldId="426"/>
            <ac:picMk id="8" creationId="{7A36C857-E75B-4571-8462-BF3EB9A63E2F}"/>
          </ac:picMkLst>
        </pc:picChg>
      </pc:sldChg>
      <pc:sldChg chg="addSp modSp add mod">
        <pc:chgData name="Trong-Thuc Hoang" userId="74af82dad18fbf6c" providerId="LiveId" clId="{8372D42A-D0C1-4E4C-865A-97CA549E688F}" dt="2021-09-28T20:58:26.057" v="2332"/>
        <pc:sldMkLst>
          <pc:docMk/>
          <pc:sldMk cId="1875431218" sldId="427"/>
        </pc:sldMkLst>
        <pc:spChg chg="mod">
          <ac:chgData name="Trong-Thuc Hoang" userId="74af82dad18fbf6c" providerId="LiveId" clId="{8372D42A-D0C1-4E4C-865A-97CA549E688F}" dt="2021-09-28T18:01:40.408" v="667" actId="1076"/>
          <ac:spMkLst>
            <pc:docMk/>
            <pc:sldMk cId="1875431218" sldId="427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20:58:26.057" v="2332"/>
          <ac:spMkLst>
            <pc:docMk/>
            <pc:sldMk cId="1875431218" sldId="427"/>
            <ac:spMk id="8" creationId="{51867311-569B-4619-9C86-F78A60E0E300}"/>
          </ac:spMkLst>
        </pc:spChg>
        <pc:spChg chg="add mod">
          <ac:chgData name="Trong-Thuc Hoang" userId="74af82dad18fbf6c" providerId="LiveId" clId="{8372D42A-D0C1-4E4C-865A-97CA549E688F}" dt="2021-09-28T19:48:32.606" v="1217" actId="20577"/>
          <ac:spMkLst>
            <pc:docMk/>
            <pc:sldMk cId="1875431218" sldId="427"/>
            <ac:spMk id="9" creationId="{14CABBD3-F2A5-4AE0-944B-73647886E772}"/>
          </ac:spMkLst>
        </pc:spChg>
        <pc:picChg chg="mod">
          <ac:chgData name="Trong-Thuc Hoang" userId="74af82dad18fbf6c" providerId="LiveId" clId="{8372D42A-D0C1-4E4C-865A-97CA549E688F}" dt="2021-09-28T18:01:16.802" v="662" actId="1076"/>
          <ac:picMkLst>
            <pc:docMk/>
            <pc:sldMk cId="1875431218" sldId="427"/>
            <ac:picMk id="3" creationId="{84D05E83-D716-4D10-A452-9CFA9C97C143}"/>
          </ac:picMkLst>
        </pc:picChg>
      </pc:sldChg>
      <pc:sldChg chg="addSp delSp modSp add mod">
        <pc:chgData name="Trong-Thuc Hoang" userId="74af82dad18fbf6c" providerId="LiveId" clId="{8372D42A-D0C1-4E4C-865A-97CA549E688F}" dt="2021-09-29T02:39:13.791" v="2363" actId="1076"/>
        <pc:sldMkLst>
          <pc:docMk/>
          <pc:sldMk cId="4128233178" sldId="428"/>
        </pc:sldMkLst>
        <pc:spChg chg="del">
          <ac:chgData name="Trong-Thuc Hoang" userId="74af82dad18fbf6c" providerId="LiveId" clId="{8372D42A-D0C1-4E4C-865A-97CA549E688F}" dt="2021-09-28T18:01:51.381" v="671" actId="478"/>
          <ac:spMkLst>
            <pc:docMk/>
            <pc:sldMk cId="4128233178" sldId="428"/>
            <ac:spMk id="5" creationId="{F7855ACE-6A94-4D19-8E9E-146ED26D40B0}"/>
          </ac:spMkLst>
        </pc:spChg>
        <pc:spChg chg="del mod">
          <ac:chgData name="Trong-Thuc Hoang" userId="74af82dad18fbf6c" providerId="LiveId" clId="{8372D42A-D0C1-4E4C-865A-97CA549E688F}" dt="2021-09-28T18:02:08.994" v="674" actId="478"/>
          <ac:spMkLst>
            <pc:docMk/>
            <pc:sldMk cId="4128233178" sldId="428"/>
            <ac:spMk id="8" creationId="{51867311-569B-4619-9C86-F78A60E0E300}"/>
          </ac:spMkLst>
        </pc:spChg>
        <pc:spChg chg="mod">
          <ac:chgData name="Trong-Thuc Hoang" userId="74af82dad18fbf6c" providerId="LiveId" clId="{8372D42A-D0C1-4E4C-865A-97CA549E688F}" dt="2021-09-29T02:39:11.233" v="2362" actId="1076"/>
          <ac:spMkLst>
            <pc:docMk/>
            <pc:sldMk cId="4128233178" sldId="428"/>
            <ac:spMk id="9" creationId="{14CABBD3-F2A5-4AE0-944B-73647886E772}"/>
          </ac:spMkLst>
        </pc:spChg>
        <pc:spChg chg="add mod">
          <ac:chgData name="Trong-Thuc Hoang" userId="74af82dad18fbf6c" providerId="LiveId" clId="{8372D42A-D0C1-4E4C-865A-97CA549E688F}" dt="2021-09-29T02:39:13.791" v="2363" actId="1076"/>
          <ac:spMkLst>
            <pc:docMk/>
            <pc:sldMk cId="4128233178" sldId="428"/>
            <ac:spMk id="12" creationId="{16042B2D-5D9A-46EE-A0A4-DB9911D8D584}"/>
          </ac:spMkLst>
        </pc:spChg>
        <pc:spChg chg="add del mod">
          <ac:chgData name="Trong-Thuc Hoang" userId="74af82dad18fbf6c" providerId="LiveId" clId="{8372D42A-D0C1-4E4C-865A-97CA549E688F}" dt="2021-09-28T19:44:06.379" v="894" actId="478"/>
          <ac:spMkLst>
            <pc:docMk/>
            <pc:sldMk cId="4128233178" sldId="428"/>
            <ac:spMk id="13" creationId="{17E73A47-A39E-4070-B8B7-E6FBBB317ED8}"/>
          </ac:spMkLst>
        </pc:spChg>
        <pc:picChg chg="del">
          <ac:chgData name="Trong-Thuc Hoang" userId="74af82dad18fbf6c" providerId="LiveId" clId="{8372D42A-D0C1-4E4C-865A-97CA549E688F}" dt="2021-09-28T18:01:43.983" v="668" actId="478"/>
          <ac:picMkLst>
            <pc:docMk/>
            <pc:sldMk cId="4128233178" sldId="428"/>
            <ac:picMk id="3" creationId="{84D05E83-D716-4D10-A452-9CFA9C97C143}"/>
          </ac:picMkLst>
        </pc:picChg>
        <pc:picChg chg="add mod ord">
          <ac:chgData name="Trong-Thuc Hoang" userId="74af82dad18fbf6c" providerId="LiveId" clId="{8372D42A-D0C1-4E4C-865A-97CA549E688F}" dt="2021-09-28T18:01:47.403" v="670" actId="167"/>
          <ac:picMkLst>
            <pc:docMk/>
            <pc:sldMk cId="4128233178" sldId="428"/>
            <ac:picMk id="11" creationId="{745F1B78-7FC7-4742-9B8C-F8D82A180397}"/>
          </ac:picMkLst>
        </pc:picChg>
      </pc:sldChg>
      <pc:sldChg chg="modSp add mod">
        <pc:chgData name="Trong-Thuc Hoang" userId="74af82dad18fbf6c" providerId="LiveId" clId="{8372D42A-D0C1-4E4C-865A-97CA549E688F}" dt="2021-09-28T19:43:06.009" v="877" actId="20577"/>
        <pc:sldMkLst>
          <pc:docMk/>
          <pc:sldMk cId="557860979" sldId="429"/>
        </pc:sldMkLst>
        <pc:spChg chg="mod">
          <ac:chgData name="Trong-Thuc Hoang" userId="74af82dad18fbf6c" providerId="LiveId" clId="{8372D42A-D0C1-4E4C-865A-97CA549E688F}" dt="2021-09-28T19:43:06.009" v="877" actId="20577"/>
          <ac:spMkLst>
            <pc:docMk/>
            <pc:sldMk cId="557860979" sldId="429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21:00:01.520" v="2361" actId="20577"/>
        <pc:sldMkLst>
          <pc:docMk/>
          <pc:sldMk cId="3060954198" sldId="430"/>
        </pc:sldMkLst>
        <pc:spChg chg="mod">
          <ac:chgData name="Trong-Thuc Hoang" userId="74af82dad18fbf6c" providerId="LiveId" clId="{8372D42A-D0C1-4E4C-865A-97CA549E688F}" dt="2021-09-28T21:00:01.520" v="2361" actId="20577"/>
          <ac:spMkLst>
            <pc:docMk/>
            <pc:sldMk cId="3060954198" sldId="430"/>
            <ac:spMk id="9" creationId="{14CABBD3-F2A5-4AE0-944B-73647886E772}"/>
          </ac:spMkLst>
        </pc:spChg>
        <pc:spChg chg="mod">
          <ac:chgData name="Trong-Thuc Hoang" userId="74af82dad18fbf6c" providerId="LiveId" clId="{8372D42A-D0C1-4E4C-865A-97CA549E688F}" dt="2021-09-28T19:46:18.447" v="1017" actId="1076"/>
          <ac:spMkLst>
            <pc:docMk/>
            <pc:sldMk cId="3060954198" sldId="430"/>
            <ac:spMk id="12" creationId="{16042B2D-5D9A-46EE-A0A4-DB9911D8D584}"/>
          </ac:spMkLst>
        </pc:spChg>
        <pc:picChg chg="add mod ord">
          <ac:chgData name="Trong-Thuc Hoang" userId="74af82dad18fbf6c" providerId="LiveId" clId="{8372D42A-D0C1-4E4C-865A-97CA549E688F}" dt="2021-09-28T19:49:15.635" v="1228" actId="1076"/>
          <ac:picMkLst>
            <pc:docMk/>
            <pc:sldMk cId="3060954198" sldId="430"/>
            <ac:picMk id="3" creationId="{47EC3837-E076-4FA1-9E22-8A005EED23BD}"/>
          </ac:picMkLst>
        </pc:picChg>
        <pc:picChg chg="del">
          <ac:chgData name="Trong-Thuc Hoang" userId="74af82dad18fbf6c" providerId="LiveId" clId="{8372D42A-D0C1-4E4C-865A-97CA549E688F}" dt="2021-09-28T19:45:25.389" v="1004" actId="478"/>
          <ac:picMkLst>
            <pc:docMk/>
            <pc:sldMk cId="3060954198" sldId="430"/>
            <ac:picMk id="11" creationId="{745F1B78-7FC7-4742-9B8C-F8D82A180397}"/>
          </ac:picMkLst>
        </pc:picChg>
      </pc:sldChg>
      <pc:sldChg chg="addSp delSp modSp add mod">
        <pc:chgData name="Trong-Thuc Hoang" userId="74af82dad18fbf6c" providerId="LiveId" clId="{8372D42A-D0C1-4E4C-865A-97CA549E688F}" dt="2021-09-28T19:56:51.068" v="1692" actId="478"/>
        <pc:sldMkLst>
          <pc:docMk/>
          <pc:sldMk cId="3468509138" sldId="431"/>
        </pc:sldMkLst>
        <pc:spChg chg="add del mod">
          <ac:chgData name="Trong-Thuc Hoang" userId="74af82dad18fbf6c" providerId="LiveId" clId="{8372D42A-D0C1-4E4C-865A-97CA549E688F}" dt="2021-09-28T19:56:51.068" v="1692" actId="478"/>
          <ac:spMkLst>
            <pc:docMk/>
            <pc:sldMk cId="3468509138" sldId="431"/>
            <ac:spMk id="4" creationId="{EFF45110-C4F8-4E83-8F0C-C90AD238626F}"/>
          </ac:spMkLst>
        </pc:spChg>
        <pc:spChg chg="del mod">
          <ac:chgData name="Trong-Thuc Hoang" userId="74af82dad18fbf6c" providerId="LiveId" clId="{8372D42A-D0C1-4E4C-865A-97CA549E688F}" dt="2021-09-28T19:50:24.212" v="1260" actId="478"/>
          <ac:spMkLst>
            <pc:docMk/>
            <pc:sldMk cId="3468509138" sldId="431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49:55.756" v="1250" actId="20577"/>
          <ac:spMkLst>
            <pc:docMk/>
            <pc:sldMk cId="3468509138" sldId="431"/>
            <ac:spMk id="10" creationId="{CB76DC60-C0C9-436D-8956-EE4CA394869E}"/>
          </ac:spMkLst>
        </pc:spChg>
        <pc:picChg chg="add mod ord">
          <ac:chgData name="Trong-Thuc Hoang" userId="74af82dad18fbf6c" providerId="LiveId" clId="{8372D42A-D0C1-4E4C-865A-97CA549E688F}" dt="2021-09-28T19:50:19.509" v="1258" actId="1076"/>
          <ac:picMkLst>
            <pc:docMk/>
            <pc:sldMk cId="3468509138" sldId="431"/>
            <ac:picMk id="3" creationId="{798F6911-2945-4A2F-90D7-310E4B442C4C}"/>
          </ac:picMkLst>
        </pc:picChg>
      </pc:sldChg>
      <pc:sldChg chg="addSp modSp add mod">
        <pc:chgData name="Trong-Thuc Hoang" userId="74af82dad18fbf6c" providerId="LiveId" clId="{8372D42A-D0C1-4E4C-865A-97CA549E688F}" dt="2021-09-30T17:56:10.644" v="5529" actId="6549"/>
        <pc:sldMkLst>
          <pc:docMk/>
          <pc:sldMk cId="2967571690" sldId="432"/>
        </pc:sldMkLst>
        <pc:spChg chg="mod">
          <ac:chgData name="Trong-Thuc Hoang" userId="74af82dad18fbf6c" providerId="LiveId" clId="{8372D42A-D0C1-4E4C-865A-97CA549E688F}" dt="2021-09-30T17:56:10.644" v="5529" actId="6549"/>
          <ac:spMkLst>
            <pc:docMk/>
            <pc:sldMk cId="2967571690" sldId="432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19:55:01.726" v="1662" actId="14100"/>
          <ac:spMkLst>
            <pc:docMk/>
            <pc:sldMk cId="2967571690" sldId="432"/>
            <ac:spMk id="8" creationId="{18955937-9543-4EE6-8BDD-B9ACD91302C5}"/>
          </ac:spMkLst>
        </pc:spChg>
        <pc:spChg chg="add mod">
          <ac:chgData name="Trong-Thuc Hoang" userId="74af82dad18fbf6c" providerId="LiveId" clId="{8372D42A-D0C1-4E4C-865A-97CA549E688F}" dt="2021-09-28T19:55:13.038" v="1668" actId="14100"/>
          <ac:spMkLst>
            <pc:docMk/>
            <pc:sldMk cId="2967571690" sldId="432"/>
            <ac:spMk id="9" creationId="{DF86E970-0155-487D-9B7A-789CF4D89C75}"/>
          </ac:spMkLst>
        </pc:spChg>
        <pc:spChg chg="add mod">
          <ac:chgData name="Trong-Thuc Hoang" userId="74af82dad18fbf6c" providerId="LiveId" clId="{8372D42A-D0C1-4E4C-865A-97CA549E688F}" dt="2021-09-28T19:56:11.457" v="1691" actId="1076"/>
          <ac:spMkLst>
            <pc:docMk/>
            <pc:sldMk cId="2967571690" sldId="432"/>
            <ac:spMk id="11" creationId="{B31F4E7B-0FF7-42D8-9948-6F8349D25DDA}"/>
          </ac:spMkLst>
        </pc:spChg>
        <pc:spChg chg="add mod">
          <ac:chgData name="Trong-Thuc Hoang" userId="74af82dad18fbf6c" providerId="LiveId" clId="{8372D42A-D0C1-4E4C-865A-97CA549E688F}" dt="2021-09-28T19:55:56.008" v="1686" actId="113"/>
          <ac:spMkLst>
            <pc:docMk/>
            <pc:sldMk cId="2967571690" sldId="432"/>
            <ac:spMk id="12" creationId="{4BAEBE83-683F-4817-BAAC-B84660C34A1F}"/>
          </ac:spMkLst>
        </pc:spChg>
        <pc:picChg chg="mod">
          <ac:chgData name="Trong-Thuc Hoang" userId="74af82dad18fbf6c" providerId="LiveId" clId="{8372D42A-D0C1-4E4C-865A-97CA549E688F}" dt="2021-09-28T19:54:23.489" v="1651" actId="1076"/>
          <ac:picMkLst>
            <pc:docMk/>
            <pc:sldMk cId="2967571690" sldId="432"/>
            <ac:picMk id="3" creationId="{798F6911-2945-4A2F-90D7-310E4B442C4C}"/>
          </ac:picMkLst>
        </pc:picChg>
      </pc:sldChg>
      <pc:sldChg chg="addSp delSp modSp add mod">
        <pc:chgData name="Trong-Thuc Hoang" userId="74af82dad18fbf6c" providerId="LiveId" clId="{8372D42A-D0C1-4E4C-865A-97CA549E688F}" dt="2021-09-29T02:40:33.072" v="2382"/>
        <pc:sldMkLst>
          <pc:docMk/>
          <pc:sldMk cId="785919542" sldId="433"/>
        </pc:sldMkLst>
        <pc:spChg chg="mod">
          <ac:chgData name="Trong-Thuc Hoang" userId="74af82dad18fbf6c" providerId="LiveId" clId="{8372D42A-D0C1-4E4C-865A-97CA549E688F}" dt="2021-09-29T02:40:33.072" v="2382"/>
          <ac:spMkLst>
            <pc:docMk/>
            <pc:sldMk cId="785919542" sldId="433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57:26.106" v="1704" actId="14100"/>
          <ac:spMkLst>
            <pc:docMk/>
            <pc:sldMk cId="785919542" sldId="433"/>
            <ac:spMk id="8" creationId="{18955937-9543-4EE6-8BDD-B9ACD91302C5}"/>
          </ac:spMkLst>
        </pc:spChg>
        <pc:spChg chg="del">
          <ac:chgData name="Trong-Thuc Hoang" userId="74af82dad18fbf6c" providerId="LiveId" clId="{8372D42A-D0C1-4E4C-865A-97CA549E688F}" dt="2021-09-28T19:57:00.285" v="1695" actId="478"/>
          <ac:spMkLst>
            <pc:docMk/>
            <pc:sldMk cId="785919542" sldId="433"/>
            <ac:spMk id="9" creationId="{DF86E970-0155-487D-9B7A-789CF4D89C75}"/>
          </ac:spMkLst>
        </pc:spChg>
        <pc:spChg chg="del mod">
          <ac:chgData name="Trong-Thuc Hoang" userId="74af82dad18fbf6c" providerId="LiveId" clId="{8372D42A-D0C1-4E4C-865A-97CA549E688F}" dt="2021-09-28T19:57:07.701" v="1697" actId="478"/>
          <ac:spMkLst>
            <pc:docMk/>
            <pc:sldMk cId="785919542" sldId="433"/>
            <ac:spMk id="11" creationId="{B31F4E7B-0FF7-42D8-9948-6F8349D25DDA}"/>
          </ac:spMkLst>
        </pc:spChg>
        <pc:spChg chg="mod">
          <ac:chgData name="Trong-Thuc Hoang" userId="74af82dad18fbf6c" providerId="LiveId" clId="{8372D42A-D0C1-4E4C-865A-97CA549E688F}" dt="2021-09-28T19:57:35.159" v="1706" actId="1076"/>
          <ac:spMkLst>
            <pc:docMk/>
            <pc:sldMk cId="785919542" sldId="433"/>
            <ac:spMk id="12" creationId="{4BAEBE83-683F-4817-BAAC-B84660C34A1F}"/>
          </ac:spMkLst>
        </pc:spChg>
        <pc:spChg chg="add mod">
          <ac:chgData name="Trong-Thuc Hoang" userId="74af82dad18fbf6c" providerId="LiveId" clId="{8372D42A-D0C1-4E4C-865A-97CA549E688F}" dt="2021-09-28T19:58:21.477" v="1717" actId="1076"/>
          <ac:spMkLst>
            <pc:docMk/>
            <pc:sldMk cId="785919542" sldId="433"/>
            <ac:spMk id="13" creationId="{2BC5C378-5B9A-43E6-89F8-AB921BCB44BB}"/>
          </ac:spMkLst>
        </pc:spChg>
        <pc:spChg chg="add mod">
          <ac:chgData name="Trong-Thuc Hoang" userId="74af82dad18fbf6c" providerId="LiveId" clId="{8372D42A-D0C1-4E4C-865A-97CA549E688F}" dt="2021-09-28T19:59:53.430" v="1752" actId="1582"/>
          <ac:spMkLst>
            <pc:docMk/>
            <pc:sldMk cId="785919542" sldId="433"/>
            <ac:spMk id="19" creationId="{853FFAD3-ED8F-4319-9830-1DDBF3501302}"/>
          </ac:spMkLst>
        </pc:spChg>
        <pc:picChg chg="mod">
          <ac:chgData name="Trong-Thuc Hoang" userId="74af82dad18fbf6c" providerId="LiveId" clId="{8372D42A-D0C1-4E4C-865A-97CA549E688F}" dt="2021-09-28T19:57:09.950" v="1699" actId="1076"/>
          <ac:picMkLst>
            <pc:docMk/>
            <pc:sldMk cId="785919542" sldId="433"/>
            <ac:picMk id="3" creationId="{798F6911-2945-4A2F-90D7-310E4B442C4C}"/>
          </ac:picMkLst>
        </pc:picChg>
        <pc:cxnChg chg="add mod">
          <ac:chgData name="Trong-Thuc Hoang" userId="74af82dad18fbf6c" providerId="LiveId" clId="{8372D42A-D0C1-4E4C-865A-97CA549E688F}" dt="2021-09-28T19:58:31.618" v="1721" actId="1076"/>
          <ac:cxnSpMkLst>
            <pc:docMk/>
            <pc:sldMk cId="785919542" sldId="433"/>
            <ac:cxnSpMk id="4" creationId="{B803F59A-6FAF-4989-8AF7-0C2FD2BF0B28}"/>
          </ac:cxnSpMkLst>
        </pc:cxnChg>
        <pc:cxnChg chg="add mod">
          <ac:chgData name="Trong-Thuc Hoang" userId="74af82dad18fbf6c" providerId="LiveId" clId="{8372D42A-D0C1-4E4C-865A-97CA549E688F}" dt="2021-09-28T19:58:57.691" v="1726" actId="14100"/>
          <ac:cxnSpMkLst>
            <pc:docMk/>
            <pc:sldMk cId="785919542" sldId="433"/>
            <ac:cxnSpMk id="7" creationId="{C263C378-CF58-415E-821B-05D6BDB52011}"/>
          </ac:cxnSpMkLst>
        </pc:cxnChg>
      </pc:sldChg>
      <pc:sldChg chg="add del">
        <pc:chgData name="Trong-Thuc Hoang" userId="74af82dad18fbf6c" providerId="LiveId" clId="{8372D42A-D0C1-4E4C-865A-97CA549E688F}" dt="2021-09-30T17:21:45.810" v="3871" actId="47"/>
        <pc:sldMkLst>
          <pc:docMk/>
          <pc:sldMk cId="1803014258" sldId="434"/>
        </pc:sldMkLst>
      </pc:sldChg>
      <pc:sldChg chg="delSp modSp add mod">
        <pc:chgData name="Trong-Thuc Hoang" userId="74af82dad18fbf6c" providerId="LiveId" clId="{8372D42A-D0C1-4E4C-865A-97CA549E688F}" dt="2021-09-30T17:27:21.232" v="4229" actId="14100"/>
        <pc:sldMkLst>
          <pc:docMk/>
          <pc:sldMk cId="390649157" sldId="435"/>
        </pc:sldMkLst>
        <pc:spChg chg="mod">
          <ac:chgData name="Trong-Thuc Hoang" userId="74af82dad18fbf6c" providerId="LiveId" clId="{8372D42A-D0C1-4E4C-865A-97CA549E688F}" dt="2021-09-30T17:19:42.686" v="3691" actId="207"/>
          <ac:spMkLst>
            <pc:docMk/>
            <pc:sldMk cId="390649157" sldId="435"/>
            <ac:spMk id="13" creationId="{D37E89E8-D26B-4F6E-ABA1-4DF09507A5D2}"/>
          </ac:spMkLst>
        </pc:spChg>
        <pc:spChg chg="mod">
          <ac:chgData name="Trong-Thuc Hoang" userId="74af82dad18fbf6c" providerId="LiveId" clId="{8372D42A-D0C1-4E4C-865A-97CA549E688F}" dt="2021-09-30T17:27:21.232" v="4229" actId="14100"/>
          <ac:spMkLst>
            <pc:docMk/>
            <pc:sldMk cId="390649157" sldId="435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15:35.393" v="3384" actId="478"/>
          <ac:spMkLst>
            <pc:docMk/>
            <pc:sldMk cId="390649157" sldId="435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5:18.427" v="3376" actId="478"/>
          <ac:spMkLst>
            <pc:docMk/>
            <pc:sldMk cId="390649157" sldId="435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4" creationId="{C2A89031-861B-43CC-9124-F9758159E441}"/>
          </ac:spMkLst>
        </pc:spChg>
        <pc:spChg chg="del mod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5:28.162" v="3382" actId="478"/>
          <ac:spMkLst>
            <pc:docMk/>
            <pc:sldMk cId="390649157" sldId="435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5:29.491" v="3383" actId="478"/>
          <ac:cxnSpMkLst>
            <pc:docMk/>
            <pc:sldMk cId="390649157" sldId="435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15:22.483" v="3379" actId="478"/>
          <ac:cxnSpMkLst>
            <pc:docMk/>
            <pc:sldMk cId="390649157" sldId="435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15:26.542" v="3381" actId="478"/>
          <ac:cxnSpMkLst>
            <pc:docMk/>
            <pc:sldMk cId="390649157" sldId="435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5:16.108" v="3374" actId="478"/>
          <ac:cxnSpMkLst>
            <pc:docMk/>
            <pc:sldMk cId="390649157" sldId="435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5:17.425" v="3375" actId="478"/>
          <ac:cxnSpMkLst>
            <pc:docMk/>
            <pc:sldMk cId="390649157" sldId="435"/>
            <ac:cxnSpMk id="117" creationId="{40A0755F-76A4-4A95-988E-E575B90DCB7C}"/>
          </ac:cxnSpMkLst>
        </pc:cxnChg>
      </pc:sldChg>
      <pc:sldChg chg="delSp modSp add mod">
        <pc:chgData name="Trong-Thuc Hoang" userId="74af82dad18fbf6c" providerId="LiveId" clId="{8372D42A-D0C1-4E4C-865A-97CA549E688F}" dt="2021-09-30T17:51:23.252" v="5361" actId="14100"/>
        <pc:sldMkLst>
          <pc:docMk/>
          <pc:sldMk cId="187343156" sldId="436"/>
        </pc:sldMkLst>
        <pc:spChg chg="mod">
          <ac:chgData name="Trong-Thuc Hoang" userId="74af82dad18fbf6c" providerId="LiveId" clId="{8372D42A-D0C1-4E4C-865A-97CA549E688F}" dt="2021-09-30T17:51:23.252" v="5361" actId="14100"/>
          <ac:spMkLst>
            <pc:docMk/>
            <pc:sldMk cId="187343156" sldId="436"/>
            <ac:spMk id="15" creationId="{90AEFB8B-4418-40EF-85BE-10955C311760}"/>
          </ac:spMkLst>
        </pc:spChg>
        <pc:spChg chg="mod">
          <ac:chgData name="Trong-Thuc Hoang" userId="74af82dad18fbf6c" providerId="LiveId" clId="{8372D42A-D0C1-4E4C-865A-97CA549E688F}" dt="2021-09-30T17:24:17.785" v="4068" actId="207"/>
          <ac:spMkLst>
            <pc:docMk/>
            <pc:sldMk cId="187343156" sldId="436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8:16.738" v="3590" actId="478"/>
          <ac:spMkLst>
            <pc:docMk/>
            <pc:sldMk cId="187343156" sldId="436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7:35.866" v="3577" actId="478"/>
          <ac:spMkLst>
            <pc:docMk/>
            <pc:sldMk cId="187343156" sldId="436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8:11.944" v="3586" actId="478"/>
          <ac:spMkLst>
            <pc:docMk/>
            <pc:sldMk cId="187343156" sldId="436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8:14.450" v="3588" actId="478"/>
          <ac:spMkLst>
            <pc:docMk/>
            <pc:sldMk cId="187343156" sldId="436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18:12.784" v="3587" actId="478"/>
          <ac:spMkLst>
            <pc:docMk/>
            <pc:sldMk cId="187343156" sldId="436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7:34.033" v="3575" actId="478"/>
          <ac:spMkLst>
            <pc:docMk/>
            <pc:sldMk cId="187343156" sldId="436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7:39.842" v="3581" actId="478"/>
          <ac:spMkLst>
            <pc:docMk/>
            <pc:sldMk cId="187343156" sldId="436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7:39.071" v="3580" actId="478"/>
          <ac:spMkLst>
            <pc:docMk/>
            <pc:sldMk cId="187343156" sldId="436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7:36.583" v="3578" actId="478"/>
          <ac:spMkLst>
            <pc:docMk/>
            <pc:sldMk cId="187343156" sldId="436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7:32.685" v="3573" actId="478"/>
          <ac:spMkLst>
            <pc:docMk/>
            <pc:sldMk cId="187343156" sldId="436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7:30.411" v="3570" actId="478"/>
          <ac:spMkLst>
            <pc:docMk/>
            <pc:sldMk cId="187343156" sldId="436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7:31.745" v="3572" actId="478"/>
          <ac:spMkLst>
            <pc:docMk/>
            <pc:sldMk cId="187343156" sldId="436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7:29.625" v="3569" actId="478"/>
          <ac:spMkLst>
            <pc:docMk/>
            <pc:sldMk cId="187343156" sldId="436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7:26.485" v="3566" actId="478"/>
          <ac:cxnSpMkLst>
            <pc:docMk/>
            <pc:sldMk cId="187343156" sldId="436"/>
            <ac:cxnSpMk id="54" creationId="{C35F91D4-803B-47D1-A0FB-BDB7505BC9EB}"/>
          </ac:cxnSpMkLst>
        </pc:cxnChg>
        <pc:cxnChg chg="del">
          <ac:chgData name="Trong-Thuc Hoang" userId="74af82dad18fbf6c" providerId="LiveId" clId="{8372D42A-D0C1-4E4C-865A-97CA549E688F}" dt="2021-09-30T17:18:18.110" v="3591" actId="478"/>
          <ac:cxnSpMkLst>
            <pc:docMk/>
            <pc:sldMk cId="187343156" sldId="436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7:43.499" v="3582" actId="478"/>
          <ac:cxnSpMkLst>
            <pc:docMk/>
            <pc:sldMk cId="187343156" sldId="436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8:15.405" v="3589" actId="478"/>
          <ac:cxnSpMkLst>
            <pc:docMk/>
            <pc:sldMk cId="187343156" sldId="436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7:34.888" v="3576" actId="478"/>
          <ac:cxnSpMkLst>
            <pc:docMk/>
            <pc:sldMk cId="187343156" sldId="436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7:37.290" v="3579" actId="478"/>
          <ac:cxnSpMkLst>
            <pc:docMk/>
            <pc:sldMk cId="187343156" sldId="436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7:33.248" v="3574" actId="478"/>
          <ac:cxnSpMkLst>
            <pc:docMk/>
            <pc:sldMk cId="187343156" sldId="436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7:31.120" v="3571" actId="478"/>
          <ac:cxnSpMkLst>
            <pc:docMk/>
            <pc:sldMk cId="187343156" sldId="436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7:27.271" v="3567" actId="478"/>
          <ac:cxnSpMkLst>
            <pc:docMk/>
            <pc:sldMk cId="187343156" sldId="436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7:28.553" v="3568" actId="478"/>
          <ac:cxnSpMkLst>
            <pc:docMk/>
            <pc:sldMk cId="187343156" sldId="436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7:44.525" v="3583" actId="478"/>
          <ac:cxnSpMkLst>
            <pc:docMk/>
            <pc:sldMk cId="187343156" sldId="436"/>
            <ac:cxnSpMk id="117" creationId="{40A0755F-76A4-4A95-988E-E575B90DCB7C}"/>
          </ac:cxnSpMkLst>
        </pc:cxnChg>
      </pc:sldChg>
      <pc:sldChg chg="addSp delSp modSp add mod ord">
        <pc:chgData name="Trong-Thuc Hoang" userId="74af82dad18fbf6c" providerId="LiveId" clId="{8372D42A-D0C1-4E4C-865A-97CA549E688F}" dt="2021-09-30T17:34:25.688" v="4607" actId="1076"/>
        <pc:sldMkLst>
          <pc:docMk/>
          <pc:sldMk cId="70268020" sldId="437"/>
        </pc:sldMkLst>
        <pc:spChg chg="del">
          <ac:chgData name="Trong-Thuc Hoang" userId="74af82dad18fbf6c" providerId="LiveId" clId="{8372D42A-D0C1-4E4C-865A-97CA549E688F}" dt="2021-09-30T17:28:26.236" v="4293" actId="478"/>
          <ac:spMkLst>
            <pc:docMk/>
            <pc:sldMk cId="70268020" sldId="437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4:25.688" v="4607" actId="1076"/>
          <ac:spMkLst>
            <pc:docMk/>
            <pc:sldMk cId="70268020" sldId="437"/>
            <ac:spMk id="53" creationId="{A90A126D-CFE3-48BC-8655-99EA5C37EB23}"/>
          </ac:spMkLst>
        </pc:spChg>
        <pc:spChg chg="mod">
          <ac:chgData name="Trong-Thuc Hoang" userId="74af82dad18fbf6c" providerId="LiveId" clId="{8372D42A-D0C1-4E4C-865A-97CA549E688F}" dt="2021-09-30T17:28:24.733" v="4292" actId="207"/>
          <ac:spMkLst>
            <pc:docMk/>
            <pc:sldMk cId="70268020" sldId="437"/>
            <ac:spMk id="93" creationId="{AF49A075-12CD-45EA-B242-01EA745A9750}"/>
          </ac:spMkLst>
        </pc:spChg>
        <pc:spChg chg="add del">
          <ac:chgData name="Trong-Thuc Hoang" userId="74af82dad18fbf6c" providerId="LiveId" clId="{8372D42A-D0C1-4E4C-865A-97CA549E688F}" dt="2021-09-30T17:28:16.189" v="4286" actId="478"/>
          <ac:spMkLst>
            <pc:docMk/>
            <pc:sldMk cId="70268020" sldId="437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8:19.312" v="4288" actId="478"/>
          <ac:spMkLst>
            <pc:docMk/>
            <pc:sldMk cId="70268020" sldId="437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8:21.398" v="4290" actId="478"/>
          <ac:spMkLst>
            <pc:docMk/>
            <pc:sldMk cId="70268020" sldId="437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8:17.786" v="4287" actId="478"/>
          <ac:spMkLst>
            <pc:docMk/>
            <pc:sldMk cId="70268020" sldId="437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8:13.498" v="4284" actId="478"/>
          <ac:spMkLst>
            <pc:docMk/>
            <pc:sldMk cId="70268020" sldId="437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8:22.214" v="4291" actId="478"/>
          <ac:cxnSpMkLst>
            <pc:docMk/>
            <pc:sldMk cId="70268020" sldId="437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8:19.959" v="4289" actId="478"/>
          <ac:cxnSpMkLst>
            <pc:docMk/>
            <pc:sldMk cId="70268020" sldId="437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8:08.052" v="4282" actId="478"/>
          <ac:cxnSpMkLst>
            <pc:docMk/>
            <pc:sldMk cId="70268020" sldId="437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8:09.756" v="4283" actId="478"/>
          <ac:cxnSpMkLst>
            <pc:docMk/>
            <pc:sldMk cId="70268020" sldId="437"/>
            <ac:cxnSpMk id="113" creationId="{7410CD16-C658-436E-954F-C3369861267D}"/>
          </ac:cxnSpMkLst>
        </pc:cxnChg>
      </pc:sldChg>
      <pc:sldChg chg="delSp modSp add mod">
        <pc:chgData name="Trong-Thuc Hoang" userId="74af82dad18fbf6c" providerId="LiveId" clId="{8372D42A-D0C1-4E4C-865A-97CA549E688F}" dt="2021-09-30T17:32:02.590" v="4449" actId="20577"/>
        <pc:sldMkLst>
          <pc:docMk/>
          <pc:sldMk cId="839679775" sldId="438"/>
        </pc:sldMkLst>
        <pc:spChg chg="mod">
          <ac:chgData name="Trong-Thuc Hoang" userId="74af82dad18fbf6c" providerId="LiveId" clId="{8372D42A-D0C1-4E4C-865A-97CA549E688F}" dt="2021-09-30T17:32:02.590" v="4449" actId="20577"/>
          <ac:spMkLst>
            <pc:docMk/>
            <pc:sldMk cId="839679775" sldId="438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21:51.366" v="3874" actId="478"/>
          <ac:spMkLst>
            <pc:docMk/>
            <pc:sldMk cId="839679775" sldId="438"/>
            <ac:spMk id="70" creationId="{E17B7F04-087A-4F10-B8D1-BA831F43B745}"/>
          </ac:spMkLst>
        </pc:spChg>
        <pc:spChg chg="mod">
          <ac:chgData name="Trong-Thuc Hoang" userId="74af82dad18fbf6c" providerId="LiveId" clId="{8372D42A-D0C1-4E4C-865A-97CA549E688F}" dt="2021-09-30T17:25:42.842" v="4078" actId="207"/>
          <ac:spMkLst>
            <pc:docMk/>
            <pc:sldMk cId="839679775" sldId="438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21:53.239" v="3876" actId="478"/>
          <ac:spMkLst>
            <pc:docMk/>
            <pc:sldMk cId="839679775" sldId="438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21:54.133" v="3877" actId="478"/>
          <ac:spMkLst>
            <pc:docMk/>
            <pc:sldMk cId="839679775" sldId="438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21:50.550" v="3873" actId="478"/>
          <ac:spMkLst>
            <pc:docMk/>
            <pc:sldMk cId="839679775" sldId="438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21:55.845" v="3878" actId="478"/>
          <ac:spMkLst>
            <pc:docMk/>
            <pc:sldMk cId="839679775" sldId="438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1:57.964" v="3880" actId="478"/>
          <ac:spMkLst>
            <pc:docMk/>
            <pc:sldMk cId="839679775" sldId="438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2:00.496" v="3883" actId="478"/>
          <ac:spMkLst>
            <pc:docMk/>
            <pc:sldMk cId="839679775" sldId="438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1:58.944" v="3881" actId="478"/>
          <ac:spMkLst>
            <pc:docMk/>
            <pc:sldMk cId="839679775" sldId="438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3:25.043" v="4028" actId="478"/>
          <ac:spMkLst>
            <pc:docMk/>
            <pc:sldMk cId="839679775" sldId="438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3:23.086" v="4027" actId="478"/>
          <ac:cxnSpMkLst>
            <pc:docMk/>
            <pc:sldMk cId="839679775" sldId="438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21:51.998" v="3875" actId="478"/>
          <ac:cxnSpMkLst>
            <pc:docMk/>
            <pc:sldMk cId="839679775" sldId="438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21:49.926" v="3872" actId="478"/>
          <ac:cxnSpMkLst>
            <pc:docMk/>
            <pc:sldMk cId="839679775" sldId="438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21:56.947" v="3879" actId="478"/>
          <ac:cxnSpMkLst>
            <pc:docMk/>
            <pc:sldMk cId="839679775" sldId="438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1:59.646" v="3882" actId="478"/>
          <ac:cxnSpMkLst>
            <pc:docMk/>
            <pc:sldMk cId="839679775" sldId="438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3:22.354" v="4026" actId="478"/>
          <ac:cxnSpMkLst>
            <pc:docMk/>
            <pc:sldMk cId="839679775" sldId="438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3:26.361" v="4029" actId="478"/>
          <ac:cxnSpMkLst>
            <pc:docMk/>
            <pc:sldMk cId="839679775" sldId="438"/>
            <ac:cxnSpMk id="113" creationId="{7410CD16-C658-436E-954F-C3369861267D}"/>
          </ac:cxnSpMkLst>
        </pc:cxnChg>
      </pc:sldChg>
      <pc:sldChg chg="addSp delSp modSp add mod">
        <pc:chgData name="Trong-Thuc Hoang" userId="74af82dad18fbf6c" providerId="LiveId" clId="{8372D42A-D0C1-4E4C-865A-97CA549E688F}" dt="2021-09-30T17:35:07.989" v="4611" actId="1076"/>
        <pc:sldMkLst>
          <pc:docMk/>
          <pc:sldMk cId="2955933386" sldId="439"/>
        </pc:sldMkLst>
        <pc:spChg chg="del mod">
          <ac:chgData name="Trong-Thuc Hoang" userId="74af82dad18fbf6c" providerId="LiveId" clId="{8372D42A-D0C1-4E4C-865A-97CA549E688F}" dt="2021-09-30T17:32:42.474" v="4453" actId="478"/>
          <ac:spMkLst>
            <pc:docMk/>
            <pc:sldMk cId="2955933386" sldId="439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5:07.989" v="4611" actId="1076"/>
          <ac:spMkLst>
            <pc:docMk/>
            <pc:sldMk cId="2955933386" sldId="439"/>
            <ac:spMk id="53" creationId="{D602338F-3BDF-4E3E-930E-EB2A3C1E62FF}"/>
          </ac:spMkLst>
        </pc:spChg>
        <pc:spChg chg="mod">
          <ac:chgData name="Trong-Thuc Hoang" userId="74af82dad18fbf6c" providerId="LiveId" clId="{8372D42A-D0C1-4E4C-865A-97CA549E688F}" dt="2021-09-30T17:32:36.086" v="4451" actId="207"/>
          <ac:spMkLst>
            <pc:docMk/>
            <pc:sldMk cId="2955933386" sldId="439"/>
            <ac:spMk id="105" creationId="{C4DEEAEA-46DA-466D-A3A4-00D24190A969}"/>
          </ac:spMkLst>
        </pc:spChg>
      </pc:sldChg>
      <pc:sldChg chg="delSp add mod">
        <pc:chgData name="Trong-Thuc Hoang" userId="74af82dad18fbf6c" providerId="LiveId" clId="{8372D42A-D0C1-4E4C-865A-97CA549E688F}" dt="2021-09-30T17:30:43.817" v="4435" actId="478"/>
        <pc:sldMkLst>
          <pc:docMk/>
          <pc:sldMk cId="400825868" sldId="440"/>
        </pc:sldMkLst>
        <pc:spChg chg="del">
          <ac:chgData name="Trong-Thuc Hoang" userId="74af82dad18fbf6c" providerId="LiveId" clId="{8372D42A-D0C1-4E4C-865A-97CA549E688F}" dt="2021-09-30T17:30:43.817" v="4435" actId="478"/>
          <ac:spMkLst>
            <pc:docMk/>
            <pc:sldMk cId="400825868" sldId="440"/>
            <ac:spMk id="15" creationId="{90AEFB8B-4418-40EF-85BE-10955C311760}"/>
          </ac:spMkLst>
        </pc:spChg>
      </pc:sldChg>
      <pc:sldChg chg="addSp modSp add mod">
        <pc:chgData name="Trong-Thuc Hoang" userId="74af82dad18fbf6c" providerId="LiveId" clId="{8372D42A-D0C1-4E4C-865A-97CA549E688F}" dt="2021-09-30T17:36:35.012" v="4709" actId="1076"/>
        <pc:sldMkLst>
          <pc:docMk/>
          <pc:sldMk cId="707020275" sldId="441"/>
        </pc:sldMkLst>
        <pc:spChg chg="add mod">
          <ac:chgData name="Trong-Thuc Hoang" userId="74af82dad18fbf6c" providerId="LiveId" clId="{8372D42A-D0C1-4E4C-865A-97CA549E688F}" dt="2021-09-30T17:36:35.012" v="4709" actId="1076"/>
          <ac:spMkLst>
            <pc:docMk/>
            <pc:sldMk cId="707020275" sldId="441"/>
            <ac:spMk id="52" creationId="{28F2CC2D-0C02-4FEB-A008-8DA1DE66229A}"/>
          </ac:spMkLst>
        </pc:spChg>
      </pc:sldChg>
      <pc:sldChg chg="addSp delSp modSp add mod">
        <pc:chgData name="Trong-Thuc Hoang" userId="74af82dad18fbf6c" providerId="LiveId" clId="{8372D42A-D0C1-4E4C-865A-97CA549E688F}" dt="2021-09-30T17:52:31.685" v="5384" actId="1076"/>
        <pc:sldMkLst>
          <pc:docMk/>
          <pc:sldMk cId="2189152366" sldId="442"/>
        </pc:sldMkLst>
        <pc:spChg chg="add del mod">
          <ac:chgData name="Trong-Thuc Hoang" userId="74af82dad18fbf6c" providerId="LiveId" clId="{8372D42A-D0C1-4E4C-865A-97CA549E688F}" dt="2021-09-30T17:39:40.303" v="4735" actId="478"/>
          <ac:spMkLst>
            <pc:docMk/>
            <pc:sldMk cId="2189152366" sldId="442"/>
            <ac:spMk id="2" creationId="{6940A3A8-F82F-4006-A903-57491B89CFA2}"/>
          </ac:spMkLst>
        </pc:spChg>
        <pc:spChg chg="add mod">
          <ac:chgData name="Trong-Thuc Hoang" userId="74af82dad18fbf6c" providerId="LiveId" clId="{8372D42A-D0C1-4E4C-865A-97CA549E688F}" dt="2021-09-30T17:52:23.884" v="5383" actId="14100"/>
          <ac:spMkLst>
            <pc:docMk/>
            <pc:sldMk cId="2189152366" sldId="442"/>
            <ac:spMk id="3" creationId="{861D912C-E9AB-4B03-9FFF-877B8003369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2" creationId="{D6EB564E-2EDF-4DE6-B3AE-77B91B98AB1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3" creationId="{D37E89E8-D26B-4F6E-ABA1-4DF09507A5D2}"/>
          </ac:spMkLst>
        </pc:spChg>
        <pc:spChg chg="del mod">
          <ac:chgData name="Trong-Thuc Hoang" userId="74af82dad18fbf6c" providerId="LiveId" clId="{8372D42A-D0C1-4E4C-865A-97CA549E688F}" dt="2021-09-30T17:39:12.796" v="4727" actId="478"/>
          <ac:spMkLst>
            <pc:docMk/>
            <pc:sldMk cId="2189152366" sldId="442"/>
            <ac:spMk id="16" creationId="{F6B00377-BCC5-4D28-82AB-94BA6C5F0F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8" creationId="{2C29FF1D-AF73-4D1C-9956-B4E87DA2488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26" creationId="{E27DEEFA-A1AB-4EB6-8AE1-F3233A9BB407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0" creationId="{455F6F0B-94B3-43DD-A655-2591A7D69AB8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5" creationId="{C617E987-58CE-407F-98BB-C8988DBECD9D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40" creationId="{6224BF12-E8B7-4DE4-B721-B058F85E170B}"/>
          </ac:spMkLst>
        </pc:spChg>
        <pc:spChg chg="del">
          <ac:chgData name="Trong-Thuc Hoang" userId="74af82dad18fbf6c" providerId="LiveId" clId="{8372D42A-D0C1-4E4C-865A-97CA549E688F}" dt="2021-09-30T17:38:10.923" v="4721" actId="478"/>
          <ac:spMkLst>
            <pc:docMk/>
            <pc:sldMk cId="2189152366" sldId="442"/>
            <ac:spMk id="52" creationId="{28F2CC2D-0C02-4FEB-A008-8DA1DE66229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0" creationId="{E608D1AA-2941-4B61-AA61-779EC36EF8A7}"/>
          </ac:spMkLst>
        </pc:spChg>
        <pc:spChg chg="add mod">
          <ac:chgData name="Trong-Thuc Hoang" userId="74af82dad18fbf6c" providerId="LiveId" clId="{8372D42A-D0C1-4E4C-865A-97CA549E688F}" dt="2021-09-30T17:52:31.685" v="5384" actId="1076"/>
          <ac:spMkLst>
            <pc:docMk/>
            <pc:sldMk cId="2189152366" sldId="442"/>
            <ac:spMk id="64" creationId="{F2E27A04-5F93-4277-A7ED-4FDFFEC45A64}"/>
          </ac:spMkLst>
        </pc:spChg>
        <pc:spChg chg="add mod">
          <ac:chgData name="Trong-Thuc Hoang" userId="74af82dad18fbf6c" providerId="LiveId" clId="{8372D42A-D0C1-4E4C-865A-97CA549E688F}" dt="2021-09-30T17:52:12.440" v="5378" actId="1076"/>
          <ac:spMkLst>
            <pc:docMk/>
            <pc:sldMk cId="2189152366" sldId="442"/>
            <ac:spMk id="66" creationId="{31DD4D88-0D2F-4598-9D5B-7BD8D329646E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1" creationId="{35839DFD-570C-4643-BE6F-5CBB364B8630}"/>
          </ac:spMkLst>
        </pc:spChg>
        <pc:spChg chg="add mod">
          <ac:chgData name="Trong-Thuc Hoang" userId="74af82dad18fbf6c" providerId="LiveId" clId="{8372D42A-D0C1-4E4C-865A-97CA549E688F}" dt="2021-09-30T17:52:02.487" v="5375" actId="20577"/>
          <ac:spMkLst>
            <pc:docMk/>
            <pc:sldMk cId="2189152366" sldId="442"/>
            <ac:spMk id="72" creationId="{731966F4-5AA8-4E41-ACC9-8FCE8BC7216F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0" creationId="{1B9CE19C-9B9F-4D5A-BE0F-0B05B3467A83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11" creationId="{AD7A6478-60A1-43D5-9087-9236D9497E86}"/>
          </ac:spMkLst>
        </pc:spChg>
        <pc:picChg chg="add mod">
          <ac:chgData name="Trong-Thuc Hoang" userId="74af82dad18fbf6c" providerId="LiveId" clId="{8372D42A-D0C1-4E4C-865A-97CA549E688F}" dt="2021-09-30T17:52:10.735" v="5377" actId="1076"/>
          <ac:picMkLst>
            <pc:docMk/>
            <pc:sldMk cId="2189152366" sldId="442"/>
            <ac:picMk id="53" creationId="{412058E3-135D-496B-8DBD-6813C20E66AE}"/>
          </ac:picMkLst>
        </pc:pic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4" creationId="{5A306D08-5F08-40E3-A145-39995C736AB7}"/>
          </ac:cxnSpMkLst>
        </pc:cxnChg>
        <pc:cxnChg chg="del">
          <ac:chgData name="Trong-Thuc Hoang" userId="74af82dad18fbf6c" providerId="LiveId" clId="{8372D42A-D0C1-4E4C-865A-97CA549E688F}" dt="2021-09-30T17:38:03.040" v="4712" actId="478"/>
          <ac:cxnSpMkLst>
            <pc:docMk/>
            <pc:sldMk cId="2189152366" sldId="442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9" creationId="{DF3DCC4B-3C3D-4DD5-8123-3CDCC04536E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28" creationId="{04EC425D-6EF9-4DCF-A28B-C4E223D4BFB5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31" creationId="{4A9F9B2F-2C18-4198-8A18-A3494936D890}"/>
          </ac:cxnSpMkLst>
        </pc:cxnChg>
        <pc:cxnChg chg="del">
          <ac:chgData name="Trong-Thuc Hoang" userId="74af82dad18fbf6c" providerId="LiveId" clId="{8372D42A-D0C1-4E4C-865A-97CA549E688F}" dt="2021-09-30T17:38:04.040" v="4713" actId="478"/>
          <ac:cxnSpMkLst>
            <pc:docMk/>
            <pc:sldMk cId="2189152366" sldId="442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3:13.982" v="5397" actId="1076"/>
        <pc:sldMkLst>
          <pc:docMk/>
          <pc:sldMk cId="1077059990" sldId="443"/>
        </pc:sldMkLst>
        <pc:spChg chg="del">
          <ac:chgData name="Trong-Thuc Hoang" userId="74af82dad18fbf6c" providerId="LiveId" clId="{8372D42A-D0C1-4E4C-865A-97CA549E688F}" dt="2021-09-30T17:42:07.214" v="4804" actId="478"/>
          <ac:spMkLst>
            <pc:docMk/>
            <pc:sldMk cId="1077059990" sldId="443"/>
            <ac:spMk id="3" creationId="{861D912C-E9AB-4B03-9FFF-877B80033691}"/>
          </ac:spMkLst>
        </pc:spChg>
        <pc:spChg chg="add mod">
          <ac:chgData name="Trong-Thuc Hoang" userId="74af82dad18fbf6c" providerId="LiveId" clId="{8372D42A-D0C1-4E4C-865A-97CA549E688F}" dt="2021-09-30T17:52:59.858" v="5394" actId="14100"/>
          <ac:spMkLst>
            <pc:docMk/>
            <pc:sldMk cId="1077059990" sldId="443"/>
            <ac:spMk id="11" creationId="{0746BAE3-A3FE-4938-88F0-46DED9770516}"/>
          </ac:spMkLst>
        </pc:spChg>
        <pc:spChg chg="add mod">
          <ac:chgData name="Trong-Thuc Hoang" userId="74af82dad18fbf6c" providerId="LiveId" clId="{8372D42A-D0C1-4E4C-865A-97CA549E688F}" dt="2021-09-30T17:52:56.634" v="5392" actId="14100"/>
          <ac:spMkLst>
            <pc:docMk/>
            <pc:sldMk cId="1077059990" sldId="443"/>
            <ac:spMk id="12" creationId="{74AB1CCB-1A50-45B5-9D9A-64C9AC71A42E}"/>
          </ac:spMkLst>
        </pc:spChg>
        <pc:spChg chg="add mod">
          <ac:chgData name="Trong-Thuc Hoang" userId="74af82dad18fbf6c" providerId="LiveId" clId="{8372D42A-D0C1-4E4C-865A-97CA549E688F}" dt="2021-09-30T17:53:03.648" v="5395" actId="1076"/>
          <ac:spMkLst>
            <pc:docMk/>
            <pc:sldMk cId="1077059990" sldId="443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2:43.794" v="5388"/>
          <ac:spMkLst>
            <pc:docMk/>
            <pc:sldMk cId="1077059990" sldId="443"/>
            <ac:spMk id="15" creationId="{7BF620F9-8BF6-4740-A082-EF970CD4D8B8}"/>
          </ac:spMkLst>
        </pc:spChg>
        <pc:spChg chg="mod">
          <ac:chgData name="Trong-Thuc Hoang" userId="74af82dad18fbf6c" providerId="LiveId" clId="{8372D42A-D0C1-4E4C-865A-97CA549E688F}" dt="2021-09-30T17:53:10.579" v="5396" actId="1076"/>
          <ac:spMkLst>
            <pc:docMk/>
            <pc:sldMk cId="1077059990" sldId="443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3:13.982" v="5397" actId="1076"/>
          <ac:spMkLst>
            <pc:docMk/>
            <pc:sldMk cId="1077059990" sldId="443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2:40.656" v="5387" actId="167"/>
          <ac:picMkLst>
            <pc:docMk/>
            <pc:sldMk cId="1077059990" sldId="443"/>
            <ac:picMk id="14" creationId="{B5595623-B5D5-4CB1-8CA1-B15CFECD7327}"/>
          </ac:picMkLst>
        </pc:picChg>
        <pc:picChg chg="del mod">
          <ac:chgData name="Trong-Thuc Hoang" userId="74af82dad18fbf6c" providerId="LiveId" clId="{8372D42A-D0C1-4E4C-865A-97CA549E688F}" dt="2021-09-30T17:52:37.613" v="5385" actId="478"/>
          <ac:picMkLst>
            <pc:docMk/>
            <pc:sldMk cId="1077059990" sldId="443"/>
            <ac:picMk id="53" creationId="{412058E3-135D-496B-8DBD-6813C20E66AE}"/>
          </ac:picMkLst>
        </pc:picChg>
      </pc:sldChg>
      <pc:sldChg chg="add del">
        <pc:chgData name="Trong-Thuc Hoang" userId="74af82dad18fbf6c" providerId="LiveId" clId="{8372D42A-D0C1-4E4C-865A-97CA549E688F}" dt="2021-09-30T17:41:26.128" v="4795"/>
        <pc:sldMkLst>
          <pc:docMk/>
          <pc:sldMk cId="4107766875" sldId="443"/>
        </pc:sldMkLst>
      </pc:sldChg>
      <pc:sldChg chg="addSp delSp modSp add mod">
        <pc:chgData name="Trong-Thuc Hoang" userId="74af82dad18fbf6c" providerId="LiveId" clId="{8372D42A-D0C1-4E4C-865A-97CA549E688F}" dt="2021-09-30T17:54:46.572" v="5491" actId="1076"/>
        <pc:sldMkLst>
          <pc:docMk/>
          <pc:sldMk cId="310088412" sldId="444"/>
        </pc:sldMkLst>
        <pc:spChg chg="del">
          <ac:chgData name="Trong-Thuc Hoang" userId="74af82dad18fbf6c" providerId="LiveId" clId="{8372D42A-D0C1-4E4C-865A-97CA549E688F}" dt="2021-09-30T17:45:22.330" v="4988" actId="478"/>
          <ac:spMkLst>
            <pc:docMk/>
            <pc:sldMk cId="310088412" sldId="444"/>
            <ac:spMk id="11" creationId="{0746BAE3-A3FE-4938-88F0-46DED9770516}"/>
          </ac:spMkLst>
        </pc:spChg>
        <pc:spChg chg="del mod">
          <ac:chgData name="Trong-Thuc Hoang" userId="74af82dad18fbf6c" providerId="LiveId" clId="{8372D42A-D0C1-4E4C-865A-97CA549E688F}" dt="2021-09-30T17:45:20.938" v="4987" actId="478"/>
          <ac:spMkLst>
            <pc:docMk/>
            <pc:sldMk cId="310088412" sldId="444"/>
            <ac:spMk id="12" creationId="{74AB1CCB-1A50-45B5-9D9A-64C9AC71A42E}"/>
          </ac:spMkLst>
        </pc:spChg>
        <pc:spChg chg="mod">
          <ac:chgData name="Trong-Thuc Hoang" userId="74af82dad18fbf6c" providerId="LiveId" clId="{8372D42A-D0C1-4E4C-865A-97CA549E688F}" dt="2021-09-30T17:53:42.719" v="5405" actId="1076"/>
          <ac:spMkLst>
            <pc:docMk/>
            <pc:sldMk cId="310088412" sldId="444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3:34.674" v="5403" actId="1076"/>
          <ac:spMkLst>
            <pc:docMk/>
            <pc:sldMk cId="310088412" sldId="444"/>
            <ac:spMk id="14" creationId="{E7D11FE7-4B76-49D2-B11E-A0DC04FDFA80}"/>
          </ac:spMkLst>
        </pc:spChg>
        <pc:spChg chg="add mod">
          <ac:chgData name="Trong-Thuc Hoang" userId="74af82dad18fbf6c" providerId="LiveId" clId="{8372D42A-D0C1-4E4C-865A-97CA549E688F}" dt="2021-09-30T17:53:19.391" v="5398"/>
          <ac:spMkLst>
            <pc:docMk/>
            <pc:sldMk cId="310088412" sldId="444"/>
            <ac:spMk id="20" creationId="{8A594CA9-17D4-4A1D-B045-823E8D073867}"/>
          </ac:spMkLst>
        </pc:spChg>
        <pc:spChg chg="del">
          <ac:chgData name="Trong-Thuc Hoang" userId="74af82dad18fbf6c" providerId="LiveId" clId="{8372D42A-D0C1-4E4C-865A-97CA549E688F}" dt="2021-09-30T17:45:23.813" v="4989" actId="478"/>
          <ac:spMkLst>
            <pc:docMk/>
            <pc:sldMk cId="310088412" sldId="444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4:46.572" v="5491" actId="1076"/>
          <ac:spMkLst>
            <pc:docMk/>
            <pc:sldMk cId="310088412" sldId="444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3:24.536" v="5401" actId="167"/>
          <ac:picMkLst>
            <pc:docMk/>
            <pc:sldMk cId="310088412" sldId="444"/>
            <ac:picMk id="21" creationId="{C012273C-EE68-4897-ABCA-797B0F184763}"/>
          </ac:picMkLst>
        </pc:picChg>
        <pc:picChg chg="del mod">
          <ac:chgData name="Trong-Thuc Hoang" userId="74af82dad18fbf6c" providerId="LiveId" clId="{8372D42A-D0C1-4E4C-865A-97CA549E688F}" dt="2021-09-30T17:53:20.631" v="5399" actId="478"/>
          <ac:picMkLst>
            <pc:docMk/>
            <pc:sldMk cId="310088412" sldId="444"/>
            <ac:picMk id="53" creationId="{412058E3-135D-496B-8DBD-6813C20E66AE}"/>
          </ac:picMkLst>
        </pc:picChg>
        <pc:cxnChg chg="add mod">
          <ac:chgData name="Trong-Thuc Hoang" userId="74af82dad18fbf6c" providerId="LiveId" clId="{8372D42A-D0C1-4E4C-865A-97CA549E688F}" dt="2021-09-30T17:53:34.674" v="5403" actId="1076"/>
          <ac:cxnSpMkLst>
            <pc:docMk/>
            <pc:sldMk cId="310088412" sldId="444"/>
            <ac:cxnSpMk id="15" creationId="{EE612717-7BF8-4875-8DF3-B48F7A56B899}"/>
          </ac:cxnSpMkLst>
        </pc:cxnChg>
        <pc:cxnChg chg="add mod">
          <ac:chgData name="Trong-Thuc Hoang" userId="74af82dad18fbf6c" providerId="LiveId" clId="{8372D42A-D0C1-4E4C-865A-97CA549E688F}" dt="2021-09-30T17:53:37.210" v="5404" actId="14100"/>
          <ac:cxnSpMkLst>
            <pc:docMk/>
            <pc:sldMk cId="310088412" sldId="444"/>
            <ac:cxnSpMk id="16" creationId="{DE6B7EFF-3C8C-449F-806A-57E2A8298595}"/>
          </ac:cxnSpMkLst>
        </pc:cxnChg>
      </pc:sldChg>
      <pc:sldChg chg="delSp modSp add mod">
        <pc:chgData name="Trong-Thuc Hoang" userId="74af82dad18fbf6c" providerId="LiveId" clId="{8372D42A-D0C1-4E4C-865A-97CA549E688F}" dt="2021-09-30T17:55:40.268" v="5517" actId="1076"/>
        <pc:sldMkLst>
          <pc:docMk/>
          <pc:sldMk cId="2818332985" sldId="445"/>
        </pc:sldMkLst>
        <pc:spChg chg="mod">
          <ac:chgData name="Trong-Thuc Hoang" userId="74af82dad18fbf6c" providerId="LiveId" clId="{8372D42A-D0C1-4E4C-865A-97CA549E688F}" dt="2021-09-30T17:55:12.519" v="5498" actId="1076"/>
          <ac:spMkLst>
            <pc:docMk/>
            <pc:sldMk cId="2818332985" sldId="445"/>
            <ac:spMk id="13" creationId="{DBC3C56D-8846-4093-BE15-5FB12BABB5F4}"/>
          </ac:spMkLst>
        </pc:spChg>
        <pc:spChg chg="del">
          <ac:chgData name="Trong-Thuc Hoang" userId="74af82dad18fbf6c" providerId="LiveId" clId="{8372D42A-D0C1-4E4C-865A-97CA549E688F}" dt="2021-09-30T17:55:15.446" v="5499" actId="478"/>
          <ac:spMkLst>
            <pc:docMk/>
            <pc:sldMk cId="2818332985" sldId="445"/>
            <ac:spMk id="14" creationId="{E7D11FE7-4B76-49D2-B11E-A0DC04FDFA80}"/>
          </ac:spMkLst>
        </pc:spChg>
        <pc:spChg chg="mod">
          <ac:chgData name="Trong-Thuc Hoang" userId="74af82dad18fbf6c" providerId="LiveId" clId="{8372D42A-D0C1-4E4C-865A-97CA549E688F}" dt="2021-09-30T17:55:40.268" v="5517" actId="1076"/>
          <ac:spMkLst>
            <pc:docMk/>
            <pc:sldMk cId="2818332985" sldId="445"/>
            <ac:spMk id="66" creationId="{31DD4D88-0D2F-4598-9D5B-7BD8D329646E}"/>
          </ac:spMkLst>
        </pc:spChg>
        <pc:cxnChg chg="del">
          <ac:chgData name="Trong-Thuc Hoang" userId="74af82dad18fbf6c" providerId="LiveId" clId="{8372D42A-D0C1-4E4C-865A-97CA549E688F}" dt="2021-09-30T17:55:16.480" v="5500" actId="478"/>
          <ac:cxnSpMkLst>
            <pc:docMk/>
            <pc:sldMk cId="2818332985" sldId="445"/>
            <ac:cxnSpMk id="15" creationId="{EE612717-7BF8-4875-8DF3-B48F7A56B899}"/>
          </ac:cxnSpMkLst>
        </pc:cxnChg>
        <pc:cxnChg chg="mod">
          <ac:chgData name="Trong-Thuc Hoang" userId="74af82dad18fbf6c" providerId="LiveId" clId="{8372D42A-D0C1-4E4C-865A-97CA549E688F}" dt="2021-09-30T17:54:57.040" v="5493" actId="14100"/>
          <ac:cxnSpMkLst>
            <pc:docMk/>
            <pc:sldMk cId="2818332985" sldId="445"/>
            <ac:cxnSpMk id="16" creationId="{DE6B7EFF-3C8C-449F-806A-57E2A8298595}"/>
          </ac:cxnSpMkLst>
        </pc:cxnChg>
      </pc:sldChg>
      <pc:sldChg chg="addSp delSp modSp add mod">
        <pc:chgData name="Trong-Thuc Hoang" userId="74af82dad18fbf6c" providerId="LiveId" clId="{8372D42A-D0C1-4E4C-865A-97CA549E688F}" dt="2021-09-30T18:01:05.830" v="5671" actId="20577"/>
        <pc:sldMkLst>
          <pc:docMk/>
          <pc:sldMk cId="3423779572" sldId="446"/>
        </pc:sldMkLst>
        <pc:spChg chg="mod">
          <ac:chgData name="Trong-Thuc Hoang" userId="74af82dad18fbf6c" providerId="LiveId" clId="{8372D42A-D0C1-4E4C-865A-97CA549E688F}" dt="2021-09-30T18:01:03.134" v="5670" actId="6549"/>
          <ac:spMkLst>
            <pc:docMk/>
            <pc:sldMk cId="3423779572" sldId="44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05.830" v="5671" actId="20577"/>
          <ac:spMkLst>
            <pc:docMk/>
            <pc:sldMk cId="3423779572" sldId="446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05.655" v="5650" actId="478"/>
          <ac:picMkLst>
            <pc:docMk/>
            <pc:sldMk cId="3423779572" sldId="446"/>
            <ac:picMk id="7" creationId="{CE248AF9-D6DA-42B3-BE70-D2BDF7F472C0}"/>
          </ac:picMkLst>
        </pc:picChg>
        <pc:picChg chg="del">
          <ac:chgData name="Trong-Thuc Hoang" userId="74af82dad18fbf6c" providerId="LiveId" clId="{8372D42A-D0C1-4E4C-865A-97CA549E688F}" dt="2021-09-30T18:00:05.148" v="5649" actId="478"/>
          <ac:picMkLst>
            <pc:docMk/>
            <pc:sldMk cId="3423779572" sldId="446"/>
            <ac:picMk id="8" creationId="{7A36C857-E75B-4571-8462-BF3EB9A63E2F}"/>
          </ac:picMkLst>
        </pc:picChg>
        <pc:picChg chg="add mod">
          <ac:chgData name="Trong-Thuc Hoang" userId="74af82dad18fbf6c" providerId="LiveId" clId="{8372D42A-D0C1-4E4C-865A-97CA549E688F}" dt="2021-09-30T18:00:37.563" v="5660" actId="1076"/>
          <ac:picMkLst>
            <pc:docMk/>
            <pc:sldMk cId="3423779572" sldId="446"/>
            <ac:picMk id="11" creationId="{8D5A8E59-0905-4DE4-AA70-36A63156E45F}"/>
          </ac:picMkLst>
        </pc:picChg>
        <pc:picChg chg="add mod">
          <ac:chgData name="Trong-Thuc Hoang" userId="74af82dad18fbf6c" providerId="LiveId" clId="{8372D42A-D0C1-4E4C-865A-97CA549E688F}" dt="2021-09-30T18:00:31.785" v="5658" actId="14100"/>
          <ac:picMkLst>
            <pc:docMk/>
            <pc:sldMk cId="3423779572" sldId="446"/>
            <ac:picMk id="13" creationId="{2E838ACC-07FC-481C-BFD7-751E26A0E40A}"/>
          </ac:picMkLst>
        </pc:picChg>
      </pc:sldChg>
      <pc:sldChg chg="addSp delSp modSp add mod">
        <pc:chgData name="Trong-Thuc Hoang" userId="74af82dad18fbf6c" providerId="LiveId" clId="{8372D42A-D0C1-4E4C-865A-97CA549E688F}" dt="2021-09-30T18:01:51.809" v="5706" actId="1076"/>
        <pc:sldMkLst>
          <pc:docMk/>
          <pc:sldMk cId="3141680378" sldId="447"/>
        </pc:sldMkLst>
        <pc:spChg chg="mod">
          <ac:chgData name="Trong-Thuc Hoang" userId="74af82dad18fbf6c" providerId="LiveId" clId="{8372D42A-D0C1-4E4C-865A-97CA549E688F}" dt="2021-09-30T18:01:51.809" v="5706" actId="1076"/>
          <ac:spMkLst>
            <pc:docMk/>
            <pc:sldMk cId="3141680378" sldId="447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46.399" v="5704" actId="1076"/>
          <ac:spMkLst>
            <pc:docMk/>
            <pc:sldMk cId="3141680378" sldId="447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45.764" v="5663" actId="478"/>
          <ac:picMkLst>
            <pc:docMk/>
            <pc:sldMk cId="3141680378" sldId="447"/>
            <ac:picMk id="11" creationId="{8D5A8E59-0905-4DE4-AA70-36A63156E45F}"/>
          </ac:picMkLst>
        </pc:picChg>
        <pc:picChg chg="del">
          <ac:chgData name="Trong-Thuc Hoang" userId="74af82dad18fbf6c" providerId="LiveId" clId="{8372D42A-D0C1-4E4C-865A-97CA549E688F}" dt="2021-09-30T18:00:46.449" v="5664" actId="478"/>
          <ac:picMkLst>
            <pc:docMk/>
            <pc:sldMk cId="3141680378" sldId="447"/>
            <ac:picMk id="13" creationId="{2E838ACC-07FC-481C-BFD7-751E26A0E40A}"/>
          </ac:picMkLst>
        </pc:picChg>
        <pc:picChg chg="add mod">
          <ac:chgData name="Trong-Thuc Hoang" userId="74af82dad18fbf6c" providerId="LiveId" clId="{8372D42A-D0C1-4E4C-865A-97CA549E688F}" dt="2021-09-30T18:01:49.457" v="5705" actId="1076"/>
          <ac:picMkLst>
            <pc:docMk/>
            <pc:sldMk cId="3141680378" sldId="447"/>
            <ac:picMk id="14" creationId="{BDEE81C5-B288-4473-9B74-946EB9236B7E}"/>
          </ac:picMkLst>
        </pc:picChg>
        <pc:picChg chg="add mod">
          <ac:chgData name="Trong-Thuc Hoang" userId="74af82dad18fbf6c" providerId="LiveId" clId="{8372D42A-D0C1-4E4C-865A-97CA549E688F}" dt="2021-09-30T18:01:42.459" v="5703" actId="14100"/>
          <ac:picMkLst>
            <pc:docMk/>
            <pc:sldMk cId="3141680378" sldId="447"/>
            <ac:picMk id="15" creationId="{545114CA-4B6E-4F66-AD5C-0D5BD51E4822}"/>
          </ac:picMkLst>
        </pc:picChg>
      </pc:sldChg>
      <pc:sldChg chg="addSp delSp modSp add mod">
        <pc:chgData name="Trong-Thuc Hoang" userId="74af82dad18fbf6c" providerId="LiveId" clId="{8372D42A-D0C1-4E4C-865A-97CA549E688F}" dt="2021-09-30T18:09:44.138" v="5877" actId="1076"/>
        <pc:sldMkLst>
          <pc:docMk/>
          <pc:sldMk cId="2236601384" sldId="448"/>
        </pc:sldMkLst>
        <pc:spChg chg="del">
          <ac:chgData name="Trong-Thuc Hoang" userId="74af82dad18fbf6c" providerId="LiveId" clId="{8372D42A-D0C1-4E4C-865A-97CA549E688F}" dt="2021-09-30T18:04:36.556" v="5751" actId="478"/>
          <ac:spMkLst>
            <pc:docMk/>
            <pc:sldMk cId="2236601384" sldId="448"/>
            <ac:spMk id="9" creationId="{6C551CF4-0809-497D-8F93-9B801D42AB33}"/>
          </ac:spMkLst>
        </pc:spChg>
        <pc:spChg chg="del">
          <ac:chgData name="Trong-Thuc Hoang" userId="74af82dad18fbf6c" providerId="LiveId" clId="{8372D42A-D0C1-4E4C-865A-97CA549E688F}" dt="2021-09-30T18:04:37.458" v="5752" actId="478"/>
          <ac:spMkLst>
            <pc:docMk/>
            <pc:sldMk cId="2236601384" sldId="448"/>
            <ac:spMk id="12" creationId="{F31FCA47-B041-4DE5-8EEB-C9FAFC20EB93}"/>
          </ac:spMkLst>
        </pc:spChg>
        <pc:spChg chg="add mod">
          <ac:chgData name="Trong-Thuc Hoang" userId="74af82dad18fbf6c" providerId="LiveId" clId="{8372D42A-D0C1-4E4C-865A-97CA549E688F}" dt="2021-09-30T18:07:00.817" v="5796" actId="14100"/>
          <ac:spMkLst>
            <pc:docMk/>
            <pc:sldMk cId="2236601384" sldId="448"/>
            <ac:spMk id="13" creationId="{397140EA-AA7A-4975-A8C8-0CB0B0DBB7CB}"/>
          </ac:spMkLst>
        </pc:spChg>
        <pc:spChg chg="add mod">
          <ac:chgData name="Trong-Thuc Hoang" userId="74af82dad18fbf6c" providerId="LiveId" clId="{8372D42A-D0C1-4E4C-865A-97CA549E688F}" dt="2021-09-30T18:07:21.555" v="5806" actId="14100"/>
          <ac:spMkLst>
            <pc:docMk/>
            <pc:sldMk cId="2236601384" sldId="448"/>
            <ac:spMk id="16" creationId="{6D669997-E6FA-4B6D-8B88-BF72370523F0}"/>
          </ac:spMkLst>
        </pc:spChg>
        <pc:spChg chg="add mod">
          <ac:chgData name="Trong-Thuc Hoang" userId="74af82dad18fbf6c" providerId="LiveId" clId="{8372D42A-D0C1-4E4C-865A-97CA549E688F}" dt="2021-09-30T18:07:50.234" v="5812" actId="14100"/>
          <ac:spMkLst>
            <pc:docMk/>
            <pc:sldMk cId="2236601384" sldId="448"/>
            <ac:spMk id="17" creationId="{0B01EBD7-98AE-4A34-A726-1E00C3A139F7}"/>
          </ac:spMkLst>
        </pc:spChg>
        <pc:spChg chg="add mod">
          <ac:chgData name="Trong-Thuc Hoang" userId="74af82dad18fbf6c" providerId="LiveId" clId="{8372D42A-D0C1-4E4C-865A-97CA549E688F}" dt="2021-09-30T18:07:37.440" v="5809" actId="1076"/>
          <ac:spMkLst>
            <pc:docMk/>
            <pc:sldMk cId="2236601384" sldId="448"/>
            <ac:spMk id="18" creationId="{07A3083D-3493-4D29-8198-93AB162716A7}"/>
          </ac:spMkLst>
        </pc:spChg>
        <pc:spChg chg="add mod">
          <ac:chgData name="Trong-Thuc Hoang" userId="74af82dad18fbf6c" providerId="LiveId" clId="{8372D42A-D0C1-4E4C-865A-97CA549E688F}" dt="2021-09-30T18:07:56.363" v="5814" actId="1076"/>
          <ac:spMkLst>
            <pc:docMk/>
            <pc:sldMk cId="2236601384" sldId="448"/>
            <ac:spMk id="21" creationId="{0EB83CE2-778F-41C9-AB75-BA5804111D4E}"/>
          </ac:spMkLst>
        </pc:spChg>
        <pc:spChg chg="add mod">
          <ac:chgData name="Trong-Thuc Hoang" userId="74af82dad18fbf6c" providerId="LiveId" clId="{8372D42A-D0C1-4E4C-865A-97CA549E688F}" dt="2021-09-30T18:09:08.641" v="5830" actId="1076"/>
          <ac:spMkLst>
            <pc:docMk/>
            <pc:sldMk cId="2236601384" sldId="448"/>
            <ac:spMk id="24" creationId="{65A614C8-7316-4B12-8C88-BC7237C08B1B}"/>
          </ac:spMkLst>
        </pc:spChg>
        <pc:spChg chg="add mod">
          <ac:chgData name="Trong-Thuc Hoang" userId="74af82dad18fbf6c" providerId="LiveId" clId="{8372D42A-D0C1-4E4C-865A-97CA549E688F}" dt="2021-09-30T18:08:27.385" v="5818" actId="1582"/>
          <ac:spMkLst>
            <pc:docMk/>
            <pc:sldMk cId="2236601384" sldId="448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07:32.577" v="5808" actId="1076"/>
          <ac:spMkLst>
            <pc:docMk/>
            <pc:sldMk cId="2236601384" sldId="448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09:44.138" v="5877" actId="1076"/>
          <ac:spMkLst>
            <pc:docMk/>
            <pc:sldMk cId="2236601384" sldId="448"/>
            <ac:spMk id="46" creationId="{5C571606-AF5F-4C47-AC1F-10FEFC1DD4EF}"/>
          </ac:spMkLst>
        </pc:spChg>
        <pc:picChg chg="add mod">
          <ac:chgData name="Trong-Thuc Hoang" userId="74af82dad18fbf6c" providerId="LiveId" clId="{8372D42A-D0C1-4E4C-865A-97CA549E688F}" dt="2021-09-30T18:07:03.220" v="5798" actId="1076"/>
          <ac:picMkLst>
            <pc:docMk/>
            <pc:sldMk cId="2236601384" sldId="448"/>
            <ac:picMk id="11" creationId="{CAF3883D-A890-4CC1-AB98-6594D3CAC245}"/>
          </ac:picMkLst>
        </pc:picChg>
        <pc:picChg chg="del">
          <ac:chgData name="Trong-Thuc Hoang" userId="74af82dad18fbf6c" providerId="LiveId" clId="{8372D42A-D0C1-4E4C-865A-97CA549E688F}" dt="2021-09-30T18:02:32.638" v="5708" actId="478"/>
          <ac:picMkLst>
            <pc:docMk/>
            <pc:sldMk cId="2236601384" sldId="448"/>
            <ac:picMk id="14" creationId="{BDEE81C5-B288-4473-9B74-946EB9236B7E}"/>
          </ac:picMkLst>
        </pc:picChg>
        <pc:picChg chg="del">
          <ac:chgData name="Trong-Thuc Hoang" userId="74af82dad18fbf6c" providerId="LiveId" clId="{8372D42A-D0C1-4E4C-865A-97CA549E688F}" dt="2021-09-30T18:02:32.980" v="5709" actId="478"/>
          <ac:picMkLst>
            <pc:docMk/>
            <pc:sldMk cId="2236601384" sldId="448"/>
            <ac:picMk id="15" creationId="{545114CA-4B6E-4F66-AD5C-0D5BD51E4822}"/>
          </ac:picMkLst>
        </pc:picChg>
        <pc:cxnChg chg="add mod">
          <ac:chgData name="Trong-Thuc Hoang" userId="74af82dad18fbf6c" providerId="LiveId" clId="{8372D42A-D0C1-4E4C-865A-97CA549E688F}" dt="2021-09-30T18:07:32.577" v="5808" actId="1076"/>
          <ac:cxnSpMkLst>
            <pc:docMk/>
            <pc:sldMk cId="2236601384" sldId="448"/>
            <ac:cxnSpMk id="19" creationId="{89F12B84-E246-40DF-AED6-337D9A69D576}"/>
          </ac:cxnSpMkLst>
        </pc:cxnChg>
        <pc:cxnChg chg="add mod">
          <ac:chgData name="Trong-Thuc Hoang" userId="74af82dad18fbf6c" providerId="LiveId" clId="{8372D42A-D0C1-4E4C-865A-97CA549E688F}" dt="2021-09-30T18:07:37.440" v="5809" actId="1076"/>
          <ac:cxnSpMkLst>
            <pc:docMk/>
            <pc:sldMk cId="2236601384" sldId="448"/>
            <ac:cxnSpMk id="20" creationId="{EEA801F0-C532-49CE-B07D-85FB4F541148}"/>
          </ac:cxnSpMkLst>
        </pc:cxnChg>
        <pc:cxnChg chg="add mod">
          <ac:chgData name="Trong-Thuc Hoang" userId="74af82dad18fbf6c" providerId="LiveId" clId="{8372D42A-D0C1-4E4C-865A-97CA549E688F}" dt="2021-09-30T18:07:56.363" v="5814" actId="1076"/>
          <ac:cxnSpMkLst>
            <pc:docMk/>
            <pc:sldMk cId="2236601384" sldId="448"/>
            <ac:cxnSpMk id="22" creationId="{00063C92-6CDB-43EA-A61E-06466F1FC724}"/>
          </ac:cxnSpMkLst>
        </pc:cxnChg>
        <pc:cxnChg chg="add mod">
          <ac:chgData name="Trong-Thuc Hoang" userId="74af82dad18fbf6c" providerId="LiveId" clId="{8372D42A-D0C1-4E4C-865A-97CA549E688F}" dt="2021-09-30T18:09:08.641" v="5830" actId="1076"/>
          <ac:cxnSpMkLst>
            <pc:docMk/>
            <pc:sldMk cId="2236601384" sldId="448"/>
            <ac:cxnSpMk id="23" creationId="{7488F97E-C77D-4879-BC25-BCC5FBC181E3}"/>
          </ac:cxnSpMkLst>
        </pc:cxnChg>
      </pc:sldChg>
      <pc:sldChg chg="addSp delSp modSp add mod modAnim">
        <pc:chgData name="Trong-Thuc Hoang" userId="74af82dad18fbf6c" providerId="LiveId" clId="{8372D42A-D0C1-4E4C-865A-97CA549E688F}" dt="2021-09-30T18:04:09.576" v="5750" actId="14100"/>
        <pc:sldMkLst>
          <pc:docMk/>
          <pc:sldMk cId="712394340" sldId="449"/>
        </pc:sldMkLst>
        <pc:spChg chg="del">
          <ac:chgData name="Trong-Thuc Hoang" userId="74af82dad18fbf6c" providerId="LiveId" clId="{8372D42A-D0C1-4E4C-865A-97CA549E688F}" dt="2021-09-30T18:02:41.850" v="5711" actId="478"/>
          <ac:spMkLst>
            <pc:docMk/>
            <pc:sldMk cId="712394340" sldId="449"/>
            <ac:spMk id="9" creationId="{6C551CF4-0809-497D-8F93-9B801D42AB33}"/>
          </ac:spMkLst>
        </pc:spChg>
        <pc:spChg chg="add mod">
          <ac:chgData name="Trong-Thuc Hoang" userId="74af82dad18fbf6c" providerId="LiveId" clId="{8372D42A-D0C1-4E4C-865A-97CA549E688F}" dt="2021-09-30T18:04:06.006" v="5749" actId="1076"/>
          <ac:spMkLst>
            <pc:docMk/>
            <pc:sldMk cId="712394340" sldId="449"/>
            <ac:spMk id="11" creationId="{A0D75995-9DA6-4C08-B812-7675005B4DDF}"/>
          </ac:spMkLst>
        </pc:spChg>
        <pc:spChg chg="del">
          <ac:chgData name="Trong-Thuc Hoang" userId="74af82dad18fbf6c" providerId="LiveId" clId="{8372D42A-D0C1-4E4C-865A-97CA549E688F}" dt="2021-09-30T18:02:42.573" v="5712" actId="478"/>
          <ac:spMkLst>
            <pc:docMk/>
            <pc:sldMk cId="712394340" sldId="449"/>
            <ac:spMk id="12" creationId="{F31FCA47-B041-4DE5-8EEB-C9FAFC20EB93}"/>
          </ac:spMkLst>
        </pc:spChg>
        <pc:picChg chg="add mod">
          <ac:chgData name="Trong-Thuc Hoang" userId="74af82dad18fbf6c" providerId="LiveId" clId="{8372D42A-D0C1-4E4C-865A-97CA549E688F}" dt="2021-09-30T18:04:09.576" v="5750" actId="14100"/>
          <ac:picMkLst>
            <pc:docMk/>
            <pc:sldMk cId="712394340" sldId="449"/>
            <ac:picMk id="2" creationId="{5C336BE3-8047-429B-A7B3-851807F04BBD}"/>
          </ac:picMkLst>
        </pc:picChg>
      </pc:sldChg>
      <pc:sldChg chg="addSp delSp modSp add mod">
        <pc:chgData name="Trong-Thuc Hoang" userId="74af82dad18fbf6c" providerId="LiveId" clId="{8372D42A-D0C1-4E4C-865A-97CA549E688F}" dt="2021-09-30T18:13:25.500" v="5948" actId="1076"/>
        <pc:sldMkLst>
          <pc:docMk/>
          <pc:sldMk cId="3708542869" sldId="450"/>
        </pc:sldMkLst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3" creationId="{397140EA-AA7A-4975-A8C8-0CB0B0DBB7C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6" creationId="{6D669997-E6FA-4B6D-8B88-BF72370523F0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7" creationId="{0B01EBD7-98AE-4A34-A726-1E00C3A139F7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8" creationId="{07A3083D-3493-4D29-8198-93AB162716A7}"/>
          </ac:spMkLst>
        </pc:spChg>
        <pc:spChg chg="del">
          <ac:chgData name="Trong-Thuc Hoang" userId="74af82dad18fbf6c" providerId="LiveId" clId="{8372D42A-D0C1-4E4C-865A-97CA549E688F}" dt="2021-09-30T18:10:25.207" v="5902" actId="478"/>
          <ac:spMkLst>
            <pc:docMk/>
            <pc:sldMk cId="3708542869" sldId="450"/>
            <ac:spMk id="21" creationId="{0EB83CE2-778F-41C9-AB75-BA5804111D4E}"/>
          </ac:spMkLst>
        </pc:spChg>
        <pc:spChg chg="del">
          <ac:chgData name="Trong-Thuc Hoang" userId="74af82dad18fbf6c" providerId="LiveId" clId="{8372D42A-D0C1-4E4C-865A-97CA549E688F}" dt="2021-09-30T18:10:23.820" v="5901" actId="478"/>
          <ac:spMkLst>
            <pc:docMk/>
            <pc:sldMk cId="3708542869" sldId="450"/>
            <ac:spMk id="24" creationId="{65A614C8-7316-4B12-8C88-BC7237C08B1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13:00.681" v="5937" actId="14100"/>
          <ac:spMkLst>
            <pc:docMk/>
            <pc:sldMk cId="3708542869" sldId="450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0:26.106" v="5903" actId="478"/>
          <ac:spMkLst>
            <pc:docMk/>
            <pc:sldMk cId="3708542869" sldId="450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13:23.365" v="5947" actId="1076"/>
          <ac:spMkLst>
            <pc:docMk/>
            <pc:sldMk cId="3708542869" sldId="450"/>
            <ac:spMk id="30" creationId="{F491BB1C-F305-4724-B792-8C57946F7570}"/>
          </ac:spMkLst>
        </pc:spChg>
        <pc:spChg chg="add mod">
          <ac:chgData name="Trong-Thuc Hoang" userId="74af82dad18fbf6c" providerId="LiveId" clId="{8372D42A-D0C1-4E4C-865A-97CA549E688F}" dt="2021-09-30T18:12:44.905" v="5931" actId="14100"/>
          <ac:spMkLst>
            <pc:docMk/>
            <pc:sldMk cId="3708542869" sldId="450"/>
            <ac:spMk id="31" creationId="{7A88DCA5-564A-4F78-A511-D13FAB709404}"/>
          </ac:spMkLst>
        </pc:spChg>
        <pc:spChg chg="add mod">
          <ac:chgData name="Trong-Thuc Hoang" userId="74af82dad18fbf6c" providerId="LiveId" clId="{8372D42A-D0C1-4E4C-865A-97CA549E688F}" dt="2021-09-30T18:12:08.598" v="5918" actId="14100"/>
          <ac:spMkLst>
            <pc:docMk/>
            <pc:sldMk cId="3708542869" sldId="450"/>
            <ac:spMk id="32" creationId="{D600467E-FE8D-45E4-AD4F-66D4242722C0}"/>
          </ac:spMkLst>
        </pc:spChg>
        <pc:spChg chg="add mod">
          <ac:chgData name="Trong-Thuc Hoang" userId="74af82dad18fbf6c" providerId="LiveId" clId="{8372D42A-D0C1-4E4C-865A-97CA549E688F}" dt="2021-09-30T18:13:25.500" v="5948" actId="1076"/>
          <ac:spMkLst>
            <pc:docMk/>
            <pc:sldMk cId="3708542869" sldId="450"/>
            <ac:spMk id="34" creationId="{100E7CBA-D983-45A9-B471-124E00256C6E}"/>
          </ac:spMkLst>
        </pc:spChg>
        <pc:spChg chg="add mod">
          <ac:chgData name="Trong-Thuc Hoang" userId="74af82dad18fbf6c" providerId="LiveId" clId="{8372D42A-D0C1-4E4C-865A-97CA549E688F}" dt="2021-09-30T18:13:16.426" v="5945" actId="14100"/>
          <ac:spMkLst>
            <pc:docMk/>
            <pc:sldMk cId="3708542869" sldId="450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0:54.817" v="5908" actId="1076"/>
          <ac:spMkLst>
            <pc:docMk/>
            <pc:sldMk cId="3708542869" sldId="450"/>
            <ac:spMk id="46" creationId="{5C571606-AF5F-4C47-AC1F-10FEFC1DD4EF}"/>
          </ac:spMkLst>
        </pc:spChg>
        <pc:picChg chg="del">
          <ac:chgData name="Trong-Thuc Hoang" userId="74af82dad18fbf6c" providerId="LiveId" clId="{8372D42A-D0C1-4E4C-865A-97CA549E688F}" dt="2021-09-30T18:10:21.268" v="5899" actId="478"/>
          <ac:picMkLst>
            <pc:docMk/>
            <pc:sldMk cId="3708542869" sldId="450"/>
            <ac:picMk id="11" creationId="{CAF3883D-A890-4CC1-AB98-6594D3CAC245}"/>
          </ac:picMkLst>
        </pc:picChg>
        <pc:picChg chg="add mod ord">
          <ac:chgData name="Trong-Thuc Hoang" userId="74af82dad18fbf6c" providerId="LiveId" clId="{8372D42A-D0C1-4E4C-865A-97CA549E688F}" dt="2021-09-30T18:11:46.259" v="5914" actId="1076"/>
          <ac:picMkLst>
            <pc:docMk/>
            <pc:sldMk cId="3708542869" sldId="450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19" creationId="{89F12B84-E246-40DF-AED6-337D9A69D576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0" creationId="{EEA801F0-C532-49CE-B07D-85FB4F541148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2" creationId="{00063C92-6CDB-43EA-A61E-06466F1FC724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3" creationId="{7488F97E-C77D-4879-BC25-BCC5FBC181E3}"/>
          </ac:cxnSpMkLst>
        </pc:cxnChg>
        <pc:cxnChg chg="add mod">
          <ac:chgData name="Trong-Thuc Hoang" userId="74af82dad18fbf6c" providerId="LiveId" clId="{8372D42A-D0C1-4E4C-865A-97CA549E688F}" dt="2021-09-30T18:13:23.365" v="5947" actId="1076"/>
          <ac:cxnSpMkLst>
            <pc:docMk/>
            <pc:sldMk cId="3708542869" sldId="450"/>
            <ac:cxnSpMk id="29" creationId="{8929A478-A315-42BC-BE37-94059083E15C}"/>
          </ac:cxnSpMkLst>
        </pc:cxnChg>
        <pc:cxnChg chg="add mod">
          <ac:chgData name="Trong-Thuc Hoang" userId="74af82dad18fbf6c" providerId="LiveId" clId="{8372D42A-D0C1-4E4C-865A-97CA549E688F}" dt="2021-09-30T18:13:25.500" v="5948" actId="1076"/>
          <ac:cxnSpMkLst>
            <pc:docMk/>
            <pc:sldMk cId="3708542869" sldId="450"/>
            <ac:cxnSpMk id="33" creationId="{86999109-9824-491A-BBF3-B085E5937B30}"/>
          </ac:cxnSpMkLst>
        </pc:cxnChg>
        <pc:cxnChg chg="add mod">
          <ac:chgData name="Trong-Thuc Hoang" userId="74af82dad18fbf6c" providerId="LiveId" clId="{8372D42A-D0C1-4E4C-865A-97CA549E688F}" dt="2021-09-30T18:13:16.426" v="5945" actId="14100"/>
          <ac:cxnSpMkLst>
            <pc:docMk/>
            <pc:sldMk cId="3708542869" sldId="450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5:31.712" v="6012" actId="1076"/>
        <pc:sldMkLst>
          <pc:docMk/>
          <pc:sldMk cId="895158619" sldId="451"/>
        </pc:sldMkLst>
        <pc:spChg chg="del">
          <ac:chgData name="Trong-Thuc Hoang" userId="74af82dad18fbf6c" providerId="LiveId" clId="{8372D42A-D0C1-4E4C-865A-97CA549E688F}" dt="2021-09-30T18:13:56.717" v="5970" actId="478"/>
          <ac:spMkLst>
            <pc:docMk/>
            <pc:sldMk cId="895158619" sldId="451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4:08.837" v="5976" actId="478"/>
          <ac:spMkLst>
            <pc:docMk/>
            <pc:sldMk cId="895158619" sldId="451"/>
            <ac:spMk id="30" creationId="{F491BB1C-F305-4724-B792-8C57946F7570}"/>
          </ac:spMkLst>
        </pc:spChg>
        <pc:spChg chg="del">
          <ac:chgData name="Trong-Thuc Hoang" userId="74af82dad18fbf6c" providerId="LiveId" clId="{8372D42A-D0C1-4E4C-865A-97CA549E688F}" dt="2021-09-30T18:13:55.314" v="5969" actId="478"/>
          <ac:spMkLst>
            <pc:docMk/>
            <pc:sldMk cId="895158619" sldId="451"/>
            <ac:spMk id="31" creationId="{7A88DCA5-564A-4F78-A511-D13FAB709404}"/>
          </ac:spMkLst>
        </pc:spChg>
        <pc:spChg chg="del">
          <ac:chgData name="Trong-Thuc Hoang" userId="74af82dad18fbf6c" providerId="LiveId" clId="{8372D42A-D0C1-4E4C-865A-97CA549E688F}" dt="2021-09-30T18:13:54.487" v="5968" actId="478"/>
          <ac:spMkLst>
            <pc:docMk/>
            <pc:sldMk cId="895158619" sldId="451"/>
            <ac:spMk id="32" creationId="{D600467E-FE8D-45E4-AD4F-66D4242722C0}"/>
          </ac:spMkLst>
        </pc:spChg>
        <pc:spChg chg="mod">
          <ac:chgData name="Trong-Thuc Hoang" userId="74af82dad18fbf6c" providerId="LiveId" clId="{8372D42A-D0C1-4E4C-865A-97CA549E688F}" dt="2021-09-30T18:15:31.712" v="6012" actId="1076"/>
          <ac:spMkLst>
            <pc:docMk/>
            <pc:sldMk cId="895158619" sldId="451"/>
            <ac:spMk id="34" creationId="{100E7CBA-D983-45A9-B471-124E00256C6E}"/>
          </ac:spMkLst>
        </pc:spChg>
        <pc:spChg chg="mod">
          <ac:chgData name="Trong-Thuc Hoang" userId="74af82dad18fbf6c" providerId="LiveId" clId="{8372D42A-D0C1-4E4C-865A-97CA549E688F}" dt="2021-09-30T18:15:29.931" v="6011" actId="1076"/>
          <ac:spMkLst>
            <pc:docMk/>
            <pc:sldMk cId="895158619" sldId="451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5:12.292" v="6005" actId="1076"/>
          <ac:spMkLst>
            <pc:docMk/>
            <pc:sldMk cId="895158619" sldId="451"/>
            <ac:spMk id="46" creationId="{5C571606-AF5F-4C47-AC1F-10FEFC1DD4EF}"/>
          </ac:spMkLst>
        </pc:spChg>
        <pc:picChg chg="add mod ord">
          <ac:chgData name="Trong-Thuc Hoang" userId="74af82dad18fbf6c" providerId="LiveId" clId="{8372D42A-D0C1-4E4C-865A-97CA549E688F}" dt="2021-09-30T18:15:27.211" v="6010" actId="1076"/>
          <ac:picMkLst>
            <pc:docMk/>
            <pc:sldMk cId="895158619" sldId="451"/>
            <ac:picMk id="17" creationId="{015CA2EF-F4BB-4FC3-8845-0BF2EB694BAD}"/>
          </ac:picMkLst>
        </pc:picChg>
        <pc:picChg chg="add mod ord">
          <ac:chgData name="Trong-Thuc Hoang" userId="74af82dad18fbf6c" providerId="LiveId" clId="{8372D42A-D0C1-4E4C-865A-97CA549E688F}" dt="2021-09-30T18:15:25.408" v="6009" actId="1076"/>
          <ac:picMkLst>
            <pc:docMk/>
            <pc:sldMk cId="895158619" sldId="451"/>
            <ac:picMk id="18" creationId="{2E786D53-6CBB-4962-A937-DD23AD8C94FF}"/>
          </ac:picMkLst>
        </pc:picChg>
        <pc:picChg chg="del">
          <ac:chgData name="Trong-Thuc Hoang" userId="74af82dad18fbf6c" providerId="LiveId" clId="{8372D42A-D0C1-4E4C-865A-97CA549E688F}" dt="2021-09-30T18:13:52.857" v="5967" actId="478"/>
          <ac:picMkLst>
            <pc:docMk/>
            <pc:sldMk cId="895158619" sldId="451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3:57.365" v="5971" actId="478"/>
          <ac:cxnSpMkLst>
            <pc:docMk/>
            <pc:sldMk cId="895158619" sldId="451"/>
            <ac:cxnSpMk id="29" creationId="{8929A478-A315-42BC-BE37-94059083E15C}"/>
          </ac:cxnSpMkLst>
        </pc:cxnChg>
        <pc:cxnChg chg="del mod">
          <ac:chgData name="Trong-Thuc Hoang" userId="74af82dad18fbf6c" providerId="LiveId" clId="{8372D42A-D0C1-4E4C-865A-97CA549E688F}" dt="2021-09-30T18:13:58.237" v="5972" actId="478"/>
          <ac:cxnSpMkLst>
            <pc:docMk/>
            <pc:sldMk cId="895158619" sldId="451"/>
            <ac:cxnSpMk id="33" creationId="{86999109-9824-491A-BBF3-B085E5937B30}"/>
          </ac:cxnSpMkLst>
        </pc:cxnChg>
        <pc:cxnChg chg="del mod">
          <ac:chgData name="Trong-Thuc Hoang" userId="74af82dad18fbf6c" providerId="LiveId" clId="{8372D42A-D0C1-4E4C-865A-97CA549E688F}" dt="2021-09-30T18:13:59.163" v="5973" actId="478"/>
          <ac:cxnSpMkLst>
            <pc:docMk/>
            <pc:sldMk cId="895158619" sldId="451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6:46.536" v="6078" actId="1076"/>
        <pc:sldMkLst>
          <pc:docMk/>
          <pc:sldMk cId="2961779750" sldId="452"/>
        </pc:sldMkLst>
        <pc:spChg chg="mod">
          <ac:chgData name="Trong-Thuc Hoang" userId="74af82dad18fbf6c" providerId="LiveId" clId="{8372D42A-D0C1-4E4C-865A-97CA549E688F}" dt="2021-09-30T18:16:46.536" v="6078" actId="1076"/>
          <ac:spMkLst>
            <pc:docMk/>
            <pc:sldMk cId="2961779750" sldId="452"/>
            <ac:spMk id="34" creationId="{100E7CBA-D983-45A9-B471-124E00256C6E}"/>
          </ac:spMkLst>
        </pc:spChg>
        <pc:spChg chg="del">
          <ac:chgData name="Trong-Thuc Hoang" userId="74af82dad18fbf6c" providerId="LiveId" clId="{8372D42A-D0C1-4E4C-865A-97CA549E688F}" dt="2021-09-30T18:15:44.044" v="6016" actId="478"/>
          <ac:spMkLst>
            <pc:docMk/>
            <pc:sldMk cId="2961779750" sldId="452"/>
            <ac:spMk id="36" creationId="{DD9CEE69-46A2-42E5-B410-8CD8D77D2023}"/>
          </ac:spMkLst>
        </pc:spChg>
        <pc:picChg chg="add mod ord">
          <ac:chgData name="Trong-Thuc Hoang" userId="74af82dad18fbf6c" providerId="LiveId" clId="{8372D42A-D0C1-4E4C-865A-97CA549E688F}" dt="2021-09-30T18:16:14.417" v="6025" actId="1076"/>
          <ac:picMkLst>
            <pc:docMk/>
            <pc:sldMk cId="2961779750" sldId="452"/>
            <ac:picMk id="11" creationId="{4FB2C660-90D6-435B-B4EE-1BE5B7E6E9FE}"/>
          </ac:picMkLst>
        </pc:picChg>
        <pc:picChg chg="del">
          <ac:chgData name="Trong-Thuc Hoang" userId="74af82dad18fbf6c" providerId="LiveId" clId="{8372D42A-D0C1-4E4C-865A-97CA549E688F}" dt="2021-09-30T18:15:42.079" v="6014" actId="478"/>
          <ac:picMkLst>
            <pc:docMk/>
            <pc:sldMk cId="2961779750" sldId="452"/>
            <ac:picMk id="17" creationId="{015CA2EF-F4BB-4FC3-8845-0BF2EB694BAD}"/>
          </ac:picMkLst>
        </pc:picChg>
        <pc:picChg chg="del">
          <ac:chgData name="Trong-Thuc Hoang" userId="74af82dad18fbf6c" providerId="LiveId" clId="{8372D42A-D0C1-4E4C-865A-97CA549E688F}" dt="2021-09-30T18:15:43.274" v="6015" actId="478"/>
          <ac:picMkLst>
            <pc:docMk/>
            <pc:sldMk cId="2961779750" sldId="452"/>
            <ac:picMk id="18" creationId="{2E786D53-6CBB-4962-A937-DD23AD8C94F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 MiB card to card (KB/s)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7.37</c:v>
                </c:pt>
                <c:pt idx="1">
                  <c:v>10.53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2033-E569-469B-8AC2-4E5C1BF167E5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78D98-5ADF-47DD-97FF-EFBD9071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ldNum" idx="12"/>
          </p:nvPr>
        </p:nvSpPr>
        <p:spPr>
          <a:xfrm>
            <a:off x="11284906" y="6448425"/>
            <a:ext cx="90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488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chart" Target="../charts/char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ustomShape 2">
            <a:extLst>
              <a:ext uri="{FF2B5EF4-FFF2-40B4-BE49-F238E27FC236}">
                <a16:creationId xmlns:a16="http://schemas.microsoft.com/office/drawing/2014/main" id="{8E1DDF91-6A44-D4D7-7471-7AE241499D0B}"/>
              </a:ext>
            </a:extLst>
          </p:cNvPr>
          <p:cNvSpPr/>
          <p:nvPr/>
        </p:nvSpPr>
        <p:spPr>
          <a:xfrm>
            <a:off x="-6000" y="2079927"/>
            <a:ext cx="12198000" cy="156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CustomShape 1"/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[YYYY/MM]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0" y="2079928"/>
            <a:ext cx="12186000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「Course」</a:t>
            </a:r>
            <a:r>
              <a:rPr lang="en-US" altLang="ja-JP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endParaRPr lang="en-US" altLang="ja-JP" sz="4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ja-JP" sz="48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[Course name]</a:t>
            </a: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US" sz="4800" strike="noStrike" spc="-1" dirty="0">
                <a:solidFill>
                  <a:srgbClr val="000000"/>
                </a:solidFill>
                <a:latin typeface="Times New Roman"/>
              </a:rPr>
              <a:t/>
            </a:r>
            <a:endParaRPr lang="en-US" sz="4800" b="0" i="1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32DAB-B18D-766D-7494-FC208ADB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55EAE-0C29-D6E4-77ED-04D11CA4E1E2}"/>
              </a:ext>
            </a:extLst>
          </p:cNvPr>
          <p:cNvSpPr txBox="1"/>
          <p:nvPr/>
        </p:nvSpPr>
        <p:spPr>
          <a:xfrm>
            <a:off x="4341928" y="5504324"/>
            <a:ext cx="3502144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[Author]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6D0CA2DB-BAF7-3DF1-4A25-671F9EC2334A}"/>
              </a:ext>
            </a:extLst>
          </p:cNvPr>
          <p:cNvSpPr/>
          <p:nvPr/>
        </p:nvSpPr>
        <p:spPr>
          <a:xfrm>
            <a:off x="-6000" y="3986473"/>
            <a:ext cx="12198000" cy="706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 Lesson 5 」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 err="1">
                <a:solidFill>
                  <a:srgbClr val="000000"/>
                </a:solidFill>
                <a:latin typeface="Times New Roman"/>
                <a:ea typeface="DejaVu Sans"/>
              </a:rPr>
              <a:t>  Secure file transfer and results</a:t>
            </a:r>
            <a:endParaRPr lang="en-US" sz="4000" b="0" i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839130"/>
            <a:ext cx="11381400" cy="4030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Today’s lesson purpose: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Use the key from the handshake: an encrypted channel that streams a file of any size from one board's SD card to the other's.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Make the radio link and the SD card reliable — and learn from the bugs we hit.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Measure where the time goes, make it faster, and see how each question behind the project was answered.</a:t>
            </a:r>
          </a:p>
          <a:p>
            <a:r>
              <a:rPr sz="1800" b="0">
                <a:solidFill>
                  <a:srgbClr val="808080"/>
                </a:solidFill>
                <a:latin typeface="Times New Roman"/>
              </a:rPr>
              <a:t>Code: fpga/sw/export/common (edhoc_app_data, edhoc_rf_link, sd_card, fat32, edhoc_file_xfer)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Channel </a:t>
            </a:r>
            <a:r>
              <a:rPr lang="en-US" sz="3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(1/4) Keys for the application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8640" y="1097280"/>
            <a:ext cx="2011680" cy="91440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PRK_out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(EDHOC)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560320" y="1554480"/>
            <a:ext cx="7315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291840" y="1143000"/>
            <a:ext cx="237744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PRK_exporter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669280" y="1188720"/>
            <a:ext cx="731520" cy="36576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669280" y="1554480"/>
            <a:ext cx="731520" cy="45720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400800" y="868680"/>
            <a:ext cx="420624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K_app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= Exporter(32768)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1691640"/>
            <a:ext cx="420624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IV_app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= Exporter(32769)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2743200"/>
            <a:ext cx="11430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Same suite, same keys on both boards — nothing secret is sent.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AEAD is the suite's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application AEAD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AES-CCM-16-64-128, AES-128/256-GCM or ChaCha20/Poly1305; key, IV and tag sizes are read at run time, so one code path serves every suite.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file demo runs with AuthKEM TBD3: AES-256-GCM, 32-byte key.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Channel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(2/4) One record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49440"/>
                <a:gridCol w="24688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Part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Sent?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header (5 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direction (0 = A→B, 1 = B→A) ‖ 32-bit sequence number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 — both sides know 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nonce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IV_app XOR header (in the last 5 bytes)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ciphertext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AEAD(K_app, nonce, aad = header, plaintext ≤ 206 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tag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 or 16 bytes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5760" y="3474720"/>
            <a:ext cx="7863840" cy="1681834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94" b="1">
                <a:solidFill>
                  <a:srgbClr val="808080"/>
                </a:solidFill>
                <a:latin typeface="Consolas"/>
              </a:rPr>
              <a:t>common/src/edhoc_app_data.c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static void mk_nonce(const struct app_chan *ch, uint8_t *nonce, const uint8_t *hdr)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    uint32_t off = ch-&gt;iv_len - APP_HDR_LEN;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    memcpy(nonce, ch-&gt;base_iv, ch-&gt;iv_len);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    for (uint32_t i = 0; i &lt; APP_HDR_LEN; i++)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        nonce[off + i] ^= hdr[i];</a:t>
            </a:r>
          </a:p>
          <a:p>
            <a:pPr algn="l">
              <a:lnSpc>
                <a:spcPct val="100000"/>
              </a:lnSpc>
            </a:pPr>
            <a:r>
              <a:rPr sz="1194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3474720"/>
            <a:ext cx="3566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two directions never share a nonce.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 lost, repeated or reordered record fails its tag.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Channel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(3/4) Using it from your code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5956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common/include/edhoc_app_data.h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struct app_chan ch;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app_data_init(&amp;ch, suite, &amp;prk_out, is_initiator);    // keys from PRK_out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app_data_send(&amp;ch, buf, len, tx, sock);               // len &lt;= APP_PT_MAX (206)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app_data_recv(&amp;ch, buf, sizeof(buf), &amp;got, rx, sock); // decrypt + verify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2834640"/>
            <a:ext cx="11430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tx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rx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are the same transport functions as the handshake (radio or UART).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Records are at most 206 bytes: 206 + 16-byte tag fills exactly two radio fragments (section 2).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send and receive also adds to an encrypt / decrypt cycle counter — the </a:t>
            </a:r>
            <a:r>
              <a:rPr sz="1600" b="0">
                <a:solidFill>
                  <a:srgbClr val="8B1A1A"/>
                </a:solidFill>
                <a:latin typeface="Consolas"/>
              </a:rPr>
              <a:t>PERF encrypt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600" b="0">
                <a:solidFill>
                  <a:srgbClr val="8B1A1A"/>
                </a:solidFill>
                <a:latin typeface="Consolas"/>
              </a:rPr>
              <a:t>PERF decrypt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Channel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(4/4) Demo traffic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772400" cy="201396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initiator, TBD3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channel up (aead=3 key=32 iv=12 tag=16)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sent    'REQ 0 FROM INITIATOR'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got     'ECHO[REQ 0 FROM INITIATOR]'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sent    'REQ 1 FROM INITIATOR'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got     'ECHO[REQ 1 FROM INITIATOR]'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encrypt      89688 cyc 0.001195 s 60 bytes 50209 B/s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 DATA OK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After every handshake: three requests and echoes both ways prove both keys and both directions.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Then, depending on the build: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400" b="0">
                <a:solidFill>
                  <a:srgbClr val="8B1A1A"/>
                </a:solidFill>
                <a:latin typeface="Consolas"/>
              </a:rPr>
              <a:t>APP_FILE_BYTES=n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— stream n generated bytes (checked by regenerating them)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400" b="0">
                <a:solidFill>
                  <a:srgbClr val="8B1A1A"/>
                </a:solidFill>
                <a:latin typeface="Consolas"/>
              </a:rPr>
              <a:t>-DAPP_SD_XFER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— send SEND.BIN card to card (section 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The MRF24J40 and its limits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438912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Property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Consequence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Standard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IEEE 802.15.4, 2.4 GHz, channel 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shared band with Wi-Fi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Bit rate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250 kbit/s (32 µs per byte)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≈ 4 ms on air for a full frame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Frame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127 B → 116 B payload after the 802.15.4 header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 record needs 2 frames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Receive buffer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one frame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the sender must wait until the receiver read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Host interface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SPI at 4.7 MHz over PMOD wires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bit errors happen (next slides)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20624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Hardware ACK: the radio confirms the frame reached the peer's receive buffer.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It does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not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confirm the peer's software read it — that needs our own 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Fragments and stop-and-wait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13080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common/include/edhoc_rf_link.h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frame payload = [type][seq][flags][data ... up to 111 B][crc16]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type  'D' data fragment   flags bit0 = first, bit1 = last of the message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     'A' acknowledgement of fragment seq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2331720"/>
            <a:ext cx="2468880" cy="82296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A → B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'D' seq 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91840" y="2331720"/>
            <a:ext cx="246888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B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read, CRC ok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926080" y="2743200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126480" y="2331720"/>
            <a:ext cx="2468880" cy="82296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B → A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'A' seq k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760720" y="2743200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8961120" y="2331720"/>
            <a:ext cx="2468880" cy="82296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A → B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'D' seq k+1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595360" y="2743200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65760" y="3474720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next fragment goes out only after the 'A' for the previous one.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No 'A' within 30 ms → send the same fragment again; the receiver re-acks a repeat and drops it.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Simple and safe with a one-frame receive buffer; the price is one round trip per fragment.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One radio frame, byte by byte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680960"/>
                <a:gridCol w="246888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Bytes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Written by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frame control: data frame, ACK request, PAN ID compression, short addresses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mrf24j40.c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802.15.4 sequence number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mrf24j40.c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PAN ID 0xABCD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mrf24j40.c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 + 2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destination / source short address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mrf24j40.c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link header: type 'D' or 'A', seq, flags (bit 0 FIRST, bit 1 LAST)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edhoc_rf_link.c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≤ 111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data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edhoc_rf_link.c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CRC-16/CCITT over link header + data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edhoc_rf_link.c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FCS (802.15.4 CRC)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radio chip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89204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9 + 3 + 111 + 2 + 2 =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127 bytes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, the largest 802.15.4 frame.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Two checksums: the FCS covers the air, our CRC-16 also covers the SPI wires on both sides (Problem 1). Our 'A' frame is 16 bytes: header, link header, CRC, FCS.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Splitting and rebuilding a message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6400800" cy="2114374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029" b="1">
                <a:solidFill>
                  <a:srgbClr val="808080"/>
                </a:solidFill>
                <a:latin typeface="Consolas"/>
              </a:rPr>
              <a:t>common/src/edhoc_rf_link.c (shortened)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int32_t rf_link_recv(uint8_t *data, uint32_t cap)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len = recv_frag(f);                    // next 'D' in order, already ACKed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if (!(f[2] &amp; F_FIRST)) return -2;      // must start a message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for (;;) {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    copy f[3 .. len) to data + got;    // -2 if it would pass cap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    if (f[2] &amp; F_LAST) return got;     // message complete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    len = recv_frag(f);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    if (f[2] &amp; F_FIRST) return -2;     // a new message inside this one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1029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949440" y="86868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15544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Bytes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Fragments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app record: 206 B + 16-B tag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111 FIRST, 111 LAST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length / CRC record: 4 B + tag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 (FIRST + LAST)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RFC 9529 message_2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TBD3 message_4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1,604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14 × 111 + 50 = 15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3657600"/>
            <a:ext cx="11430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seq is 8 bits and wraps at 256: safe, because only one fragment is ever unconfirmed.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 repeat of the fragment accepted last (its 'A' was lost) is acknowledged again and dropped, so data is never delivered twice.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first fragment of the peer's next message also confirms our last one (implicit ACK,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take_reply()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Problem 1: corrupted bytes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92640"/>
              </a:tblGrid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Symptom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first 1 MiB stream failed after ~80 s with an AEAD tag error (113) — no SD card involved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Observation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radio had acknowledged the frame, so its FCS was valid; the bytes the receiver decrypted were not the bytes sent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Cause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 bit flips now and then on the SPI wires between CPU and radio. The radio computes its FCS after the flip, so it cannot see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our own CRC-16 per frame (seal() / poll_frame() in edhoc_rf_link.c), computed before SPI on the way out and checked after SPI on the way in; a bad frame gets no 'A' and is sent again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Check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RF: line at the end of every run counts crc_err. A long transfer with crc_err &gt; 0 that still ends in XFER RECV … OK shows the CRC catching and recovering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Lesson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check data end to end yourself; a link layer's checksum covers only its own part of the path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Problem 2: a radio goes deaf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92640"/>
              </a:tblGrid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Symptom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 the CRC in place, the stream then stopped for good after ~420 KB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Observation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sender repeated one fragment 9,140 times; the receiver received nothing at 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Cause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inference, not observed directly: a flipped SPI write left a radio control register wrong (e.g. the channel). A data CRC cannot repair that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 watchdog (heal_if_stuck): no progress for 2 s → reset and re-program the radio, keeping all sequence numbers. It must run in every waiting loop — the first version missed the transmit retry loop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Check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RF: line counts reinits. The responder shows a few while it waits for the initiator to be loaded (2 s each) — harmless; in a long transfer, reinits &gt; 0 with a completed transfer shows recovery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Lesson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recover from stuck hardware instead of trusting it: every wait needs a way out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Problem 3: both sides repeating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92640"/>
              </a:tblGrid>
              <a:tr h="75764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Symptom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with DEBUG=1 builds the pair hung right after the handshake; also with a normal build when the initiator paused 0.5 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Observation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read over JTAG: both boards in the transmit loop, each repeating one frame ~40 times a second, never acknowledged (TX status 0xC1); the watchdog did not help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Cause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 radio holding an unread frame in its one-frame FIFO was seen to acknowledge nothing — and neither side read its FIFO while repeating. Same root: a board that had finished left its peer repeating the last frame forever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take_reply() reads the FIFO between attempts (the peer's 'A' or next message ends the repeat); a finished board keeps answering (transport_idle())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Check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comment out the take_reply() call in transmit(), build suite 2 method 3 with DEBUG=1, run the pair: it stops in the first echo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Restore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from fpga/sw/export: git checkout common/src/edhoc_rf_link.c, rebuild both images, rerun the same command: PASS. Compare the two logs at the point where the broken build stopped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Lesson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 link layer must keep listening while it waits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Radio Link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What each fix changed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6751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Link version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1 MiB radio stream (TBD3)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no CRC, no watchdog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AEAD error after ~80 s (Problem 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+ CRC per frame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stalls after ~420 KB: deaf radio (Problem 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+ 2 s watchdog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completes (~135 s, 0 bad bytes) — hangs if both ends repeat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+ FIFO read while repeating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completes (~99 s), also with a slow peer (Problem 3)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657600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same link carries the handshakes of Lessons 3 and 4, so every pair uses these fixes.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Lesson: on real wires,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check data end to end and recover from stuck hardware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— do not trust the link layer of the chip alone.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What is on the card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19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11480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Sectors (LBA)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Written by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MBR partition table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mksd.sh / sd_prep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2048 … 67583 (partition 1, 32 MiB, raw)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firmware image for SD boot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sd_boot.sh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67584 … end (partition 2, FAT32)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SEND.BIN (board A), RECV.BIN (board 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your PC / the board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91840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End-user flow: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copy any file onto the card as SEND.BIN with a PC, put the card in board A, run — board B writes RECV.BIN on its card.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FAT32, so any PC reads and writes the files; the boot area stays raw.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Files up to 4 GiB (FAT32 limit); RAM use does not depend on the size.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2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Preparing a card — with or without a card reader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89839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 — on a PC with a card reader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sudo fpga/sw/export/tools/mksd.sh /dev/sdX   # erases the card: MBR + 32 MiB boot + FAT32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2E7D32"/>
                </a:solidFill>
                <a:latin typeface="Consolas"/>
              </a:rPr>
              <a:t># then copy your file as SEND.BIN onto the FAT32 partition (label EDHOC)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103120"/>
            <a:ext cx="1143000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75" b="1">
                <a:solidFill>
                  <a:srgbClr val="808080"/>
                </a:solidFill>
                <a:latin typeface="Consolas"/>
              </a:rPr>
              <a:t>Run this — no card reader: from the board, over JTAG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cd fpga/sw/export/tests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make sd_prep EXTRA_CFLAGS="-DSD_PREP_FORMAT -DSD_PREP_SEND=1048576"   # format + 1 MiB test file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../common/board/run_one.sh build/sd_prep.elf 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383280"/>
            <a:ext cx="5943600" cy="1208277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card: 61067264 sectors (29818 MiB)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formatting...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format OK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SEND.BIN: 1048576 bytes, CRC cffbfb2e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SD PREP 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33832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sd_prep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writes the same layout as mksd.sh, plus a test SEND.BIN of known pseudo-random bytes.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400" b="0">
                <a:solidFill>
                  <a:srgbClr val="8B1A1A"/>
                </a:solidFill>
                <a:latin typeface="Consolas"/>
              </a:rPr>
              <a:t>-DSD_PREP_VERIFY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later checks RECV.BIN on board B against the same bytes.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3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FAT32 on disk: from cluster to sector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868680"/>
            <a:ext cx="1188720" cy="82296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MBR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LBA 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54480" y="868680"/>
            <a:ext cx="2011680" cy="82296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boot image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2048 … 67583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66160" y="868680"/>
            <a:ext cx="210312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reserved 32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boot sector, FSInfo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0" y="868680"/>
            <a:ext cx="109728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 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66560" y="868680"/>
            <a:ext cx="109728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 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63840" y="868680"/>
            <a:ext cx="329184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data: cluster 2, 3, 4 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1920240"/>
            <a:ext cx="11430000" cy="128574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fat_lba   = part_lba + reserved                  part_lba = 67584, reserved = 32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data_lba  = fat_lba + nfats * fat_sz             two FAT copies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LBA of cluster c       = data_lba + (c - 2) * spc            spc = sectors per cluster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FAT entry of cluster c = sector fat_lba + c / 128, byte (c % 128) * 4, low 28 bits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                       0 = free,  2 ... = next cluster,  0x0FFFFFFF = end of chain</a:t>
            </a:r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365760" y="3434587"/>
          <a:ext cx="11430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097280"/>
                <a:gridCol w="1645920"/>
                <a:gridCol w="228600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Card (formatted by sd_prep, cluster size as Windows picks it)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spc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Cluster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1 MiB file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board A, 31 GB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16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64 clusters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board B, 3.6 GB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256 clusters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365760" y="580644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All values come from the boot sector at part_lba (bytes 11, 13, 14, 16, 32, 36, 44, 48): fat32_mount() reads them and nothing else.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2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Fragmented files: following the cluster chain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28574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root-directory entry, 32 bytes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53 45 4E 44 20 20 20 20 42 49 4E   "SEND    BIN"   name, 8.3 form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20                                 attribute: archive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... bytes 20-21 / 26-27            first cluster, high / low 16 bits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... bytes 28-31                    file size, little endian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2428746"/>
            <a:ext cx="1645920" cy="68580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dir entry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first = 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13432" y="2428746"/>
            <a:ext cx="16459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FAT[5] = 6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011679" y="2767075"/>
            <a:ext cx="301753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261104" y="2428746"/>
            <a:ext cx="16459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FAT[6] = 7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959352" y="2767075"/>
            <a:ext cx="301752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208776" y="2428746"/>
            <a:ext cx="16459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FAT[7] = 12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907024" y="2767075"/>
            <a:ext cx="301752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156448" y="2428746"/>
            <a:ext cx="16459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FAT[12] = 13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854696" y="2767075"/>
            <a:ext cx="301752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0104119" y="2428746"/>
            <a:ext cx="16459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FAT[13]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0x0FFFFFFF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802367" y="2767075"/>
            <a:ext cx="301752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365760" y="3429000"/>
            <a:ext cx="6766560" cy="1103041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64" b="1">
                <a:solidFill>
                  <a:srgbClr val="808080"/>
                </a:solidFill>
                <a:latin typeface="Consolas"/>
              </a:rPr>
              <a:t>fat32_read()</a:t>
            </a:r>
          </a:p>
          <a:p>
            <a:pPr algn="l">
              <a:lnSpc>
                <a:spcPct val="100000"/>
              </a:lnSpc>
            </a:pPr>
            <a:r>
              <a:rPr sz="1164">
                <a:solidFill>
                  <a:srgbClr val="1F1F1F"/>
                </a:solidFill>
                <a:latin typeface="Consolas"/>
              </a:rPr>
              <a:t>if (f-&gt;pos &amp;&amp; f-&gt;pos % cb == 0) {        // crossed into the next cluster</a:t>
            </a:r>
          </a:p>
          <a:p>
            <a:pPr algn="l">
              <a:lnSpc>
                <a:spcPct val="100000"/>
              </a:lnSpc>
            </a:pPr>
            <a:r>
              <a:rPr sz="1164">
                <a:solidFill>
                  <a:srgbClr val="1F1F1F"/>
                </a:solidFill>
                <a:latin typeface="Consolas"/>
              </a:rPr>
              <a:t>    fat_get(f-&gt;clus, &amp;f-&gt;clus);          // read its FAT entry</a:t>
            </a:r>
          </a:p>
          <a:p>
            <a:pPr algn="l">
              <a:lnSpc>
                <a:spcPct val="100000"/>
              </a:lnSpc>
            </a:pPr>
            <a:r>
              <a:rPr sz="1164">
                <a:solidFill>
                  <a:srgbClr val="1F1F1F"/>
                </a:solidFill>
                <a:latin typeface="Consolas"/>
              </a:rPr>
              <a:t>    if (!valid(f-&gt;clus)) return FAT_ENOFS;</a:t>
            </a:r>
          </a:p>
          <a:p>
            <a:pPr algn="l">
              <a:lnSpc>
                <a:spcPct val="100000"/>
              </a:lnSpc>
            </a:pPr>
            <a:r>
              <a:rPr sz="1164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4754880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Reading follows any chain: a SEND.BIN a PC wrote in pieces works (host test "copy fragmented SEND.BIN"). Cost: one FAT sector per cluster, 63 extra reads for 1 MiB on card A (3 %).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Writing takes one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contiguous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run of free clusters: no FAT reads while streaming, the chain is written at commit.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Limit: a card whose free space exists only in pieces answers “no room” (FAT_ENOSPC). Copy the files off and reformat.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The SD driver and two bugs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23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299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955279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Command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Wake up in SPI mode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≥ 74 clocks, then CMD0 (go idle) — </a:t>
                      </a: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retried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Check voltage / version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CMD8 → echo 0x1AA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Initialise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ACMD41 until ready; CMD58 → block addressing (SDHC)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Read / write one sector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CMD17 / CMD24, 512 B + CRC-16, then wait while busy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91840"/>
            <a:ext cx="11430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Bug 1: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after power-up the card answers the first CMD0 with one junk byte (Lesson 2) → retry CMD0.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Bug 2: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after a write the card holds the data line low while busy. The code waited only while it read exactly 0x00; the line is released in the middle of a byte (e.g. 0x0f), so the next command was sent too early and failed. Fix: wait until it reads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0xFF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Both found on the board with a 30-line diagnostic that printed every raw byte.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Check bug 1: let CMD0 run once (</a:t>
            </a:r>
            <a:r>
              <a:rPr sz="1400" b="0">
                <a:solidFill>
                  <a:srgbClr val="8B1A1A"/>
                </a:solidFill>
                <a:latin typeface="Consolas"/>
              </a:rPr>
              <a:t>t &lt; 1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in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tests/src/periph_spi.c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), pull the card out and push it back in (this power-cycles only the card), run spi_test → R1 = 3f FAIL. Restore with </a:t>
            </a:r>
            <a:r>
              <a:rPr sz="1400" b="0">
                <a:solidFill>
                  <a:srgbClr val="8B1A1A"/>
                </a:solidFill>
                <a:latin typeface="Consolas"/>
              </a:rPr>
              <a:t>git checkout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 Check bug 2: sd_prep's verify reads back every written sector (section 4).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One sector over SPI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2587244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reading the FAT32 boot sector of the card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-&gt; 51 00 01 08 00 01          CMD17 read block: 0x40 | 17, LBA 0x00010800 = 67584, CRC byte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&lt;- FF 00                      R1 = 0x00: command accepted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&lt;- FF ... FF FE               start token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&lt;- 512 data bytes, CRC-16     we check the CRC-16 ourselves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-&gt; 58 &lt;LBA, 4 B&gt; 01           CMD24 write block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&lt;- 00                         R1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-&gt; FE, 512 data bytes, CRC-16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&lt;- xxx0 0101 (0x05)           data response: accepted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&lt;- 00 00 ... 0F FF            busy while the card programs: wait for FF (bug 2)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730244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Every command is 6 bytes: 0x40 | index, a 32-bit argument, CRC-7 + stop bit. In SPI mode only CMD0 (</a:t>
            </a:r>
            <a:r>
              <a:rPr sz="1400" b="0">
                <a:solidFill>
                  <a:srgbClr val="8B1A1A"/>
                </a:solidFill>
                <a:latin typeface="Consolas"/>
              </a:rPr>
              <a:t>95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 and CMD8 (</a:t>
            </a:r>
            <a:r>
              <a:rPr sz="1400" b="0">
                <a:solidFill>
                  <a:srgbClr val="8B1A1A"/>
                </a:solidFill>
                <a:latin typeface="Consolas"/>
              </a:rPr>
              <a:t>87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 need a real CRC.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SDHC / SDXC cards take the sector number; old SDSC cards a byte address (LBA × 512). The CCS bit of CMD58 says which.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One sector per command: multi-block commands would save little, since the SD part is 5.7 s (read) and 6.5 s (write) of the 99.6 s transfer.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FAT32 in 512 bytes of RAM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One 512-byte sector buffer for everything: no FAT cache, no cluster buffer — the 64 KiB RAM cannot afford more.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Read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SEND.BIN: find it in the root directory (8.3 name), follow its cluster chain sector by sector.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Write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RECV.BIN: reserve one contiguous run of free clusters, write the data, then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commit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in a safe order: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566160"/>
            <a:ext cx="25603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1.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data sectors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37560" y="3566160"/>
            <a:ext cx="25603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2.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FAT chain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(both FAT copies)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17520" y="4023360"/>
            <a:ext cx="32004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217920" y="3566160"/>
            <a:ext cx="25603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3.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directory entry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97880" y="4023360"/>
            <a:ext cx="32004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098280" y="3566160"/>
            <a:ext cx="25603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4.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free the old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RECV.BIN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778240" y="4023360"/>
            <a:ext cx="32004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65760" y="4709160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Rejected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before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commit (bad record, wrong CRC, lost link): only free clusters were written, so every file — including the old RECV.BIN — is unchanged.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Commit itself is several sector writes. An I/O error or power loss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during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commit can leave lost clusters or a half-written chain: run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fsck.fat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on a PC. This is not a power-loss-safe file system.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 Card &amp; FAT32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Testing the FAT32 code on the PC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315200" cy="2618232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cd tests &amp;&amp; make fat32-host-test   (excerpt of 15 checks)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copy fragmented SEND.BIN over old RECV.BIN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RECV.BIN == SEND.BIN (pyfatfs)    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fsck.fat clean                    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uncommitted write leaves files unchanged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empty SEND.BIN -&gt; new RECV.BIN    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1000-byte SEND.BIN -&gt; new RECV.BIN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format a junk card                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MBR: p1 raw at 2048, p2 FAT32 at 67584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copy on the formatted card        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missing file -&gt; FAT_ENOENT                  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FAT32 HOST TEST: PASS (0 failures)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86868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Same fat32.c, with sd_read / sd_write going to a disk-image file.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Images made by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mkfs.vfat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checked by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fsck.fat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and an independent FAT library (pyfatfs).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Does the test catch bugs? Two deliberately broken builds (no FAT mirroring, old chain not freed) both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FAIL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fsck.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What goes over the air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28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299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217920"/>
                <a:gridCol w="37490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Record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Plaintext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4-byte length (0xFFFFFFFF = sender has no SEND.BIN)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receiver reserves space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 … 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the file, 206 bytes per record, last one shorter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data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 + 1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4-byte CRC-32 of the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end-to-end check, card to card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108960"/>
            <a:ext cx="11430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record is AEAD-protected (section 1) — that is the security. The CRC-32 checks the whole chain: SD read → radio → SD write.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Neither side holds more than one record and one sector: the same image moves 1 KB or 100 MB.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Receiver busy writing the card? The link just repeats fragments until it reads again — no extra flow control needed.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From file bytes to radio frames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868680"/>
            <a:ext cx="196596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SD sector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512 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97479" y="868680"/>
            <a:ext cx="196596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fat32_read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206 B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331720" y="1298448"/>
            <a:ext cx="365759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029200" y="868680"/>
            <a:ext cx="1965960" cy="86868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AEAD record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206 + 16 = 222 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663440" y="1298448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360919" y="868680"/>
            <a:ext cx="196596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rf_link_send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2 × 111 B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995159" y="1298448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92640" y="868680"/>
            <a:ext cx="196596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radio frame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127 B each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326880" y="1298448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365760" y="201168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0"/>
                <a:gridCol w="29260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1 MiB, card A → card B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Count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SD sectors read on A / written on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2,048 / 2,048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records: 5,090 × 206 B + 1 × 36 B, plus the length and CRC records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5,093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data frames ('D'), and as many 'A' frames back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10,183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time per data frame: 99.6 s / 10,183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≈ 9.8 ms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365760" y="4617720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Records do not line up with sectors (512 = 2 × 206 + 100): fat32_read copies across sector borders, and the one-sector buffer still reads each sector once.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No buffer grows with the file: one record, a few frames and one sector, the same for 1 KB or 4 GB.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A check at every step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20040" y="91440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SEND.BIN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SD read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CRC-16 per sector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46120" y="91440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record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AEAD encrypt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—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971800" y="1417320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172200" y="91440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fragments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radio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CRC-16 + FCS per frame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97880" y="1417320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098280" y="91440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reassembly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seq, FIRST / LAST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order, nothing lost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823960" y="1417320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320040" y="2331720"/>
            <a:ext cx="2651760" cy="100584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record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AEAD decrypt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tag: authentic, in order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46120" y="2331720"/>
            <a:ext cx="2651760" cy="100584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file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CRC-32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whole file, card to card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971800" y="2834639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172200" y="233172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RECV.BIN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SD write + commit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data response 0x05, then commit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897880" y="2834639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098280" y="2331720"/>
            <a:ext cx="2651760" cy="1005840"/>
          </a:xfrm>
          <a:prstGeom prst="roundRect">
            <a:avLst/>
          </a:prstGeom>
          <a:solidFill>
            <a:srgbClr val="FCE4D6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readback</a:t>
            </a:r>
            <a:r>
              <a:rPr sz="1300" b="0">
                <a:solidFill>
                  <a:srgbClr val="000000"/>
                </a:solidFill>
                <a:latin typeface="Times New Roman"/>
              </a:rPr>
              <a:t>: sd_prep verify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every byte compared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823960" y="2834639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365760" y="38862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029200"/>
                <a:gridCol w="31089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Console line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Proves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Does not prove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XFER SENT (board 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 read its file and every record was accepted by the link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anything about B's card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… CRC cffbfb2e OK (board B)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 received exactly the bytes of SEND.BIN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that they were stored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XFER RECV … -&gt; RECV.BIN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 also committed RECV.BIN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that the card holds them correctly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sd_prep: 0 bytes differ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stored file, read back, is right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Build and run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936495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cd fpga/sw/export/edhoc-authkem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make edhoc_authkem_initiator edhoc_authkem_responder SUITE=TBD3 EXTRA_CFLAGS=-DAPP_SD_XFER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../common/board/run_pair.sh xfer build-tbd3/edhoc_authkem_initiator.elf 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                                build-tbd3/edhoc_authkem_responder.elf 1500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2E7D32"/>
                </a:solidFill>
                <a:latin typeface="Consolas"/>
              </a:rPr>
              <a:t># then check board B's card: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cd ../tests &amp;&amp; make sd_prep EXTRA_CFLAGS=-DSD_PREP_VERIFY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BOARD=responder ../common/board/run_one.sh build/sd_prep.elf 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079495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Works with every suite of Lessons 3 and 4 (</a:t>
            </a:r>
            <a:r>
              <a:rPr sz="1600" b="0">
                <a:solidFill>
                  <a:srgbClr val="8B1A1A"/>
                </a:solidFill>
                <a:latin typeface="Consolas"/>
              </a:rPr>
              <a:t>edhoc-wolfssl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takes the same </a:t>
            </a:r>
            <a:r>
              <a:rPr sz="1600" b="0">
                <a:solidFill>
                  <a:srgbClr val="8B1A1A"/>
                </a:solidFill>
                <a:latin typeface="Consolas"/>
              </a:rPr>
              <a:t>-DAPP_SD_XFER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Board A needs SEND.BIN on its card; board B needs a FAT32 partition.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Real run: 1 MiB from card A to card B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208277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board A (initiator)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XFER: sending SEND.BIN, 1048576 bytes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xfer_send    7465350439 cyc 99.538005 s 1048576 bytes 10534 B/s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xfer_sd_part      427826394 cyc 5.704351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XFER SENT: 1048576 bytes, CRC cffbfb2e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514600"/>
            <a:ext cx="11430000" cy="1208277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board B (responder)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XFER: receiving 1048576 bytes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xfer_recv    7469254102 cyc 99.590054 s 1048576 bytes 10528 B/s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xfer_sd_part      490423540 cyc 6.538980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XFER RECV: 1048576 bytes -&gt; RECV.BIN, CRC cffbfb2e 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160520"/>
            <a:ext cx="6858000" cy="100685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board B, sd_prep verify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card: 7569408 sectors (3696 MiB)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RECV.BIN: 1048576 bytes, CRC cffbfb2e, 0 bytes differ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SD PREP 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4160520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1 MiB in 99.6 s = 10.5 KB/s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post-quantum TBD3 keys, AES-256-GCM.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SD time: 5.7 s read + 6.5 s write — the radio sets the pace.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When something is missing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5577840" cy="85191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AAAAAA"/>
                </a:solidFill>
                <a:latin typeface="Consolas"/>
              </a:rPr>
              <a:t>board A, card without FAT32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XFER: SD card not usable (-2)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FF8080"/>
                </a:solidFill>
                <a:latin typeface="Consolas"/>
              </a:rPr>
              <a:t>XFER FAIL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868680"/>
            <a:ext cx="5760720" cy="85191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AAAAAA"/>
                </a:solidFill>
                <a:latin typeface="Consolas"/>
              </a:rPr>
              <a:t>board B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XFER: peer has no SEND.BIN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FF8080"/>
                </a:solidFill>
                <a:latin typeface="Consolas"/>
              </a:rPr>
              <a:t>XFER FAIL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2103120"/>
            <a:ext cx="11430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sender announces “no file” (length 0xFFFFFFFF) instead of going silent: both boards stop cleanly in 3 s, no 5-minute timeout.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If board B's card fails, it still receives and checks the whole stream (CRC) and reports “not stored” — both sides stay in step.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 wrong CRC or a broken record: RECV.BIN is not written, the old one stays.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When storage fails: a real run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5577840" cy="100685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Example output — board 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XFER: sending SEND.BIN, 1048576 bytes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XFER SENT: 1048576 bytes, CRC cffbfb2e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 DATA OK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868680"/>
            <a:ext cx="5852160" cy="1298448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AAAAAA"/>
                </a:solidFill>
                <a:latin typeface="Consolas"/>
              </a:rPr>
              <a:t>Example output — board B, same run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E6E6E6"/>
                </a:solidFill>
                <a:latin typeface="Consolas"/>
              </a:rPr>
              <a:t>XFER: receiving 1048576 bytes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E6E6E6"/>
                </a:solidFill>
                <a:latin typeface="Consolas"/>
              </a:rPr>
              <a:t>XFER: SD write failed at 618 (-1)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E6E6E6"/>
                </a:solidFill>
                <a:latin typeface="Consolas"/>
              </a:rPr>
              <a:t>XFER: received 1048576 bytes, CRC cffbfb2e OK, not stored (-1)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FF8080"/>
                </a:solidFill>
                <a:latin typeface="Consolas"/>
              </a:rPr>
              <a:t>XFER FAIL 3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FF8080"/>
                </a:solidFill>
                <a:latin typeface="Consolas"/>
              </a:rPr>
              <a:t>APP DATA FAIL: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651760"/>
            <a:ext cx="11430000" cy="548640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AAAAAA"/>
                </a:solidFill>
                <a:latin typeface="Consolas"/>
              </a:rPr>
              <a:t>Example output — run_pair.sh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FF8080"/>
                </a:solidFill>
                <a:latin typeface="Consolas"/>
              </a:rPr>
              <a:t>xferfix2 FAIL hs=1.236142s ... prk=match 122s no-APP-OK(xferfix2.res.log)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3429000"/>
            <a:ext cx="11430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communication path worked: the handshake, every record and the file CRC are fine.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Storage failed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the first sector write (offset 618 = 3 records, past 512 B) was refused, so B kept receiving and checking but did not store.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Board A's “XFER SENT … APP DATA OK” is true and still not success. Judge a transfer by board B's last lines — and then read the file back (sd_prep verify).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Next steps: power-cycle and rerun; if it repeats, try another card or reformat it (sd_prep -DSD_PREP_FORMAT). Such failures can be intermittent — a card that failed once may pass the next run, which is why the readback step exists.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End-to-End Transfer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Larger files: how to run the experiment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  <a:gridCol w="3291840"/>
              </a:tblGrid>
              <a:tr h="56170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How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Watch out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1. Make the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copy it as SEND.BIN with a card reader, or sd_prep -DSD_PREP_SEND=&lt;bytes&gt;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FAT32: up to 4 GiB per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Room on card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free space ≥ file size, in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one contiguous run</a:t>
                      </a:r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 (section 3)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else “no room” (FAT_ENOSPC): reformat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Timeout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4th argument of run_pair.sh: size / 10 KB/s + 60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 MiB ≈ 100 s → 200 s is safe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4. Run, keep logs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LOGDIR=xfer_runs ../common/board/run_pair.sh …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one log pair per run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5. Verify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sd_prep -DSD_PREP_VERIFY on board B (or sha256sum on a PC)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0 bytes differ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6. Compare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PERF xfer_send / xfer_recv B/s and the STACK lines per size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RAM use should not grow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98348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Units here: 1 MiB = 1,048,576 B; KB/s = 1,000 B/s; PERF prints B/s. Measured: 1 MiB in 99.6 s. Anything larger in these slides is an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estimate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from that rate until you measure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Making It Faster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(1/6) Measure first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Per radio frame (sender, 111 B of data)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radio TX + hardware 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7.0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waiting for our 'A'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1.75 ms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AES-256-GCM encryption (before tuning)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3.1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2926080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Cycle counters around each step, in a temporary instrumented build — not guesses. Numbers on this slide come from that build, not from TIMING=1.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Encrypting one 206-byte record took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6.5 ms = 490,000 cycles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 That is far too slow for AES: something was wrong.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On-board micro-benchmark: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65760" y="4754880"/>
          <a:ext cx="11430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AES-256 block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GHASH multiply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Key schedule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GCM, 192 B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14,123 cyc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19,777 cyc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6,231 cyc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490,695 cyc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Making It Faster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(2/6) The multiply trap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89839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before (GHASH, aes_gcm.c)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uint64_t m = 0 - (bit &amp; 1);      // all ones if bit is set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zh ^= vh &amp; m;                    // GCC turns this into  bit * vh  -&gt; mul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011680"/>
            <a:ext cx="1143000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75" b="1">
                <a:solidFill>
                  <a:srgbClr val="808080"/>
                </a:solidFill>
                <a:latin typeface="Consolas"/>
              </a:rPr>
              <a:t>after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static inline uint64_t top_mask(uint64_t x) { return (uint64_t)((int64_t)x &gt;&gt; 63); }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uint64_t m = top_mask(xh);       // arithmetic shift: no multiply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zh ^= vh &amp; m;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383280"/>
            <a:ext cx="11430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GCC recognises </a:t>
            </a:r>
            <a:r>
              <a:rPr sz="1600" b="0">
                <a:solidFill>
                  <a:srgbClr val="8B1A1A"/>
                </a:solidFill>
                <a:latin typeface="Consolas"/>
              </a:rPr>
              <a:t>(0 - bit) &amp; v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and emits </a:t>
            </a:r>
            <a:r>
              <a:rPr sz="1600" b="0">
                <a:solidFill>
                  <a:srgbClr val="8B1A1A"/>
                </a:solidFill>
                <a:latin typeface="Consolas"/>
              </a:rPr>
              <a:t>bit * v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— usually faster. But this core's multiplier is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bit-serial: ~64 cycles per mul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Two muls per bit × 128 bits per GHASH block: 128 of every 155 cycles were multiplies.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Result: GHASH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19,777 → 3,326 cycles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(6×). Same trap fixed in the CRC-32 code. Check with </a:t>
            </a:r>
            <a:r>
              <a:rPr sz="1600" b="0">
                <a:solidFill>
                  <a:srgbClr val="8B1A1A"/>
                </a:solidFill>
                <a:latin typeface="Consolas"/>
              </a:rPr>
              <a:t>objdump -d … | grep mul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Making It Faster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(3/6) Table-based AES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byte-by-byte AES rounds became the 32-bit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T-table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form: each round is 16 table look-ups and XORs on whole columns.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One 1 KB table, built at first use from the S-box; the other three are its byte rotations.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6517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554480"/>
                <a:gridCol w="155448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Cycles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Before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After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Speed-up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AES-256 block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14,123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2,224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6.3×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GHASH multiply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19,777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3,326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5.9×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AES-256-GCM, 192-byte record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490,695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91,741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5.3×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484632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All known-answer tests (NIST GCM, RFC 3610, RFC 9529) still PASS. Bulk speed on the board now: encrypt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162 KB/s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, decrypt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153 KB/s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Cost: 1 KB of RAM — the largest builds still fit.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Making It Faster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(4/6) The radio side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394960"/>
                <a:gridCol w="1828800"/>
              </a:tblGrid>
              <a:tr h="48332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Change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Kept?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Burst SPI: whole FIFO in one command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 SPI byte per data byte instead of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 CSMA back-off before sending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two nodes taking turns: no one to avoid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206-byte records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fill both radio fragments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Turbo mode 625 kbit/s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~2/3 of frames lost on these modules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Channel 26 (above Wi-Fi)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much worse than channel 11 here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SPI at 9.4 MHz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byte errors in the burst test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480560"/>
            <a:ext cx="11430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Each change tested on the boards; channel 11 has interference spells, so every experiment was compared with a control run made at the same time.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Making It Faster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(5/6) Result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41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274320" y="822960"/>
          <a:ext cx="5120640" cy="5303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5669280" y="914400"/>
          <a:ext cx="6309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16459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1 MiB, card A → card B, TBD3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Before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After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142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99.6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Throughput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7.37 KB/s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10.53 KB/s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Bytes wrong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100 MiB (estimate, not measured)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≈ 4 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≈ 2.8 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5669280" y="3749039"/>
            <a:ext cx="6309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+43 %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: 104 s after these changes, 99.6 s with the link fix of section 2 (Problem 3). Handshakes got a little faster too (TBD3 1.37 → 1.25 s).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Check yourself: a TIMING=1 build prints PERF encrypt / decrypt in B/s; compare with the micro-benchmark of (1/6).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Making It Faster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(6/6) Where the limit is now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Raw radio, no ACK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Time per frame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full frame (116 B payload)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6.3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tiny frame (5 B payload)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2.5 ms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2468880"/>
            <a:ext cx="11430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From the slope: 32 µs per byte (250 kbit/s) plus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≈ 1.8 ms fixed per frame inside the radio chip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Software is now ~1 ms of the ~9 ms per frame. The radio chip sets the speed.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 sliding window could save the ~19 % spent waiting for 'A' — risky with a one-frame receive buffer (Problem 3 in section 2 shows why).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Much faster needs different hardware, e.g. a wired link between the boards (UART on PMOD JB at Mbaud rates).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Questions Behind the Project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The questions, and where they are answered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669280"/>
                <a:gridCol w="1188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Question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Short answer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Lesson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Does EDHOC fit a small Rocket SoC with 32 KiB?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Only method 3 of suites 0/1/4; the rest need up to 61 KB → 64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Why not 100 MHz?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this implementation failed timing at 100 MHz and closes at 75 MHz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Do all methods and suites work?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methods 0–3 × 9 suites run on two boards; the two RFC 9529 traces match byte for byte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Does post-quantum EDHOC need a PSK?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no shared PSK; still trusted credentials and long-term ML-KEM private keys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Is there a highest-security option?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TBD3, the strongest configured here: AES-256-GCM + ML-KEM-1024 + SHA-384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Where do large files live, how much RAM?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FAT32 on the SD card, streamed: RAM use is flat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How long does each step take?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TIMING=1 prints PERF lines per step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3, 4, 5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The questions were asked during the project; </a:t>
            </a:r>
            <a:r>
              <a:rPr sz="1600" b="0" i="1">
                <a:solidFill>
                  <a:srgbClr val="808080"/>
                </a:solidFill>
                <a:latin typeface="Times New Roman"/>
              </a:rPr>
              <a:t>deviations.txt</a:t>
            </a:r>
            <a:r>
              <a:rPr sz="1600" b="0">
                <a:solidFill>
                  <a:srgbClr val="808080"/>
                </a:solidFill>
                <a:latin typeface="Times New Roman"/>
              </a:rPr>
              <a:t> keeps the dated questions and answers.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Questions Behind the Project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Limits to know before you reuse this code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2999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389120"/>
                <a:gridCol w="3749039"/>
              </a:tblGrid>
              <a:tr h="57476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Limit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What to do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Random numbers (RFC 9528 §9.2)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this SoC has no TRNG; demo seeds come from the cycle counter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connect edhoc_platform_entropy() to real entropy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Post-quantum drafts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TBD1–3 unassigned; draft -01 may change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labels: one define; a new revision: full review + reference model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Radio speed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250 kbit/s chip, ~10.5 KB/s end to end; 100 MiB ≈ 2.8 h (estimate)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 wired link (UART on PMOD JB) for much more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SD storage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commit is not power-loss safe; RECV.BIN needs contiguous free space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verify by readback; fsck.fat after a crash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 KiB chips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only method 3 of suites 0/1/4 fits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use those builds, or give the chip more RAM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Boot from SD after power-up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the boot ROM sends CMD0 only once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load over JTAG (Lesson 2), or add a CMD0 retry to sdboot and rebuild the bitstream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Questions Behind the Project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Reproduce everything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1188720"/>
                <a:gridCol w="365760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Lesson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1. Clone [GitHub URL], build the bitstream, program both boards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timing met, jtag_test 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2. Toolchain, peripheral + crypto tests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every test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3. EDHOC pairs, RFC 9529 test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PASS per pair, RFC9529 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4. AuthKEM TBD1–3, reference model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prk=match, REFERENCE MODEL: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5. Prepare cards, transfer, verify RECV.BIN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XFER RECV … OK, then 0 bytes differ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20624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number in these lessons comes from such runs; the log format (PERF / STACK lines) and the scripts (run_pair.sh, perf_table.py) let you compare yours line by line.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8B1A1A"/>
                </a:solidFill>
                <a:latin typeface="Consolas"/>
              </a:rPr>
              <a:t>VERBOSE=1 run_pair.sh ...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shows both consoles live; a DEBUG=1 build adds every intermediate value.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 Channel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Radio Link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SD Card &amp; FAT32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End-to-End Transfer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Making It Faster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Questions Behind the Project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Exercises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1: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137160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Send a real file (a PDF, an image) from card A to card B with TBD3. Compare the two files on a PC (sha256sum).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37744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2: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283464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Build the radio link without the CRC (remove </a:t>
            </a:r>
            <a:r>
              <a:rPr sz="1600" b="0">
                <a:solidFill>
                  <a:srgbClr val="8B1A1A"/>
                </a:solidFill>
                <a:latin typeface="Consolas"/>
              </a:rPr>
              <a:t>seal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and the check). Stream 1 MiB. What fails, after how long? Restore the file afterwards.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4048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3: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29768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Measure KB/s for 64 KiB, 256 KiB and 1 MiB. Is the speed constant? Estimate the time for 100 MB.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What to put in the report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" y="1005840"/>
            <a:ext cx="11247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1: both consoles, the two sha256 values, the time and KB/s.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2: the console at the failure and your explanation.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3: a table and a chart of size vs. time; your 100 MB estimate.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Answer notes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9319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Exercise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What 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1. Real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identical sha256 on both files; ≈ 100 s per MiB plus a few seconds of handshake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CRC-32 and AEAD protect the path; the radio sets the pace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No CRC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sooner or later an AEAD failure on B (record at &lt;n&gt; failed (113)) — or, on a lucky run, none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 flipped SPI bit is no longer caught before the AEAD sees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Sizes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about the same B/s for every size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cost is per frame; nothing in RAM grows with the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023360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Restore after exercise 2: from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fpga/sw/export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b="0">
                <a:solidFill>
                  <a:srgbClr val="8B1A1A"/>
                </a:solidFill>
                <a:latin typeface="Consolas"/>
              </a:rPr>
              <a:t>git checkout common/src/edhoc_rf_link.c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rebuild both images, rerun: XFER RECV … OK.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Negative cases to recognise: no SEND.BIN → both stop with XFER FAIL 3 in seconds; B's card fails → B says “not stored” while A says SENT (section 4, (7/8)); a broken record → B rejects it and keeps the old RECV.BIN.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508270"/>
            <a:ext cx="11381400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1">
                <a:solidFill>
                  <a:srgbClr val="000000"/>
                </a:solidFill>
                <a:latin typeface="Times New Roman"/>
              </a:rPr>
              <a:t>Today’s lesson highlight: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PRK_out → EDHOC_Exporter → K_app / IV_app; 206-byte AEAD records, nonce from direction + sequence number.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Radio link made reliable with a CRC per frame, a 2-second radio watchdog and reading the FIFO while repeating; SD driver fixed (CMD0 retry, busy wait).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FAT32 in one 512-byte buffer: SEND.BIN → RECV.BIN, committed only when the CRC matches.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1 MiB card to card with TBD3: 99.6 s, 0 bytes wrong; +43 % after removing hidden multiplies, table AES and the link fix.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 transfer succeeded only when board B says RECV … OK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and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the read-back matches — the sender's “SENT” is not enough.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Before real use: a real entropy source, and final post-quantum code points.</a:t>
            </a:r>
          </a:p>
          <a:p>
            <a:pPr algn="ctr"/>
            <a:r>
              <a:rPr sz="2000" b="1" i="1">
                <a:solidFill>
                  <a:srgbClr val="000000"/>
                </a:solidFill>
                <a:latin typeface="Times New Roman"/>
              </a:rPr>
              <a:t>End of the course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Thank you for following all five lessons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CustomShape 1"/>
          <p:cNvSpPr/>
          <p:nvPr/>
        </p:nvSpPr>
        <p:spPr>
          <a:xfrm>
            <a:off x="0" y="2338920"/>
            <a:ext cx="12192000" cy="19328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2"/>
          <p:cNvSpPr/>
          <p:nvPr/>
        </p:nvSpPr>
        <p:spPr>
          <a:xfrm>
            <a:off x="2920320" y="2834640"/>
            <a:ext cx="612900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6089D392-ACF8-401D-9835-6E74EF9B11A4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E74905CF-9580-4841-AAEC-D6B501EE967B}"/>
              </a:ext>
            </a:extLst>
          </p:cNvPr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" name="Picture 4" descr="http://vlsilab.ee.uec.ac.jp/images/logo.png">
            <a:extLst>
              <a:ext uri="{FF2B5EF4-FFF2-40B4-BE49-F238E27FC236}">
                <a16:creationId xmlns:a16="http://schemas.microsoft.com/office/drawing/2014/main" id="{9DE8A4C6-EF40-4C98-86CA-0B5033F2A7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BB2AFDE3-18E3-0A42-6CD0-087EBB1FC018}"/>
              </a:ext>
            </a:extLst>
          </p:cNvPr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[YYYY/MM]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98291-B7AA-935C-34F3-91DF98E1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70652</TotalTime>
  <Words>2438</Words>
  <Application>Microsoft Office PowerPoint</Application>
  <PresentationFormat>Widescreen</PresentationFormat>
  <Paragraphs>376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Hoang Trong-Thuc</dc:creator>
  <dc:description/>
  <cp:lastModifiedBy>Hùng Nguyễn</cp:lastModifiedBy>
  <cp:revision>1425</cp:revision>
  <dcterms:created xsi:type="dcterms:W3CDTF">2017-10-20T03:42:18Z</dcterms:created>
  <dcterms:modified xsi:type="dcterms:W3CDTF">2024-12-23T00:14:11Z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  <property fmtid="{D5CDD505-2E9C-101B-9397-08002B2CF9AE}" pid="12" name="MSIP_Label_ddc55989-3c9e-4466-8514-eac6f80f6373_Enabled">
    <vt:lpwstr>True</vt:lpwstr>
  </property>
  <property fmtid="{D5CDD505-2E9C-101B-9397-08002B2CF9AE}" pid="13" name="MSIP_Label_ddc55989-3c9e-4466-8514-eac6f80f6373_SiteId">
    <vt:lpwstr>18a7fec8-652f-409b-8369-272d9ce80620</vt:lpwstr>
  </property>
  <property fmtid="{D5CDD505-2E9C-101B-9397-08002B2CF9AE}" pid="14" name="MSIP_Label_ddc55989-3c9e-4466-8514-eac6f80f6373_Owner">
    <vt:lpwstr>trongthuc.hoang@aist.go.jp</vt:lpwstr>
  </property>
  <property fmtid="{D5CDD505-2E9C-101B-9397-08002B2CF9AE}" pid="15" name="MSIP_Label_ddc55989-3c9e-4466-8514-eac6f80f6373_SetDate">
    <vt:lpwstr>2021-05-28T03:48:12.5094358Z</vt:lpwstr>
  </property>
  <property fmtid="{D5CDD505-2E9C-101B-9397-08002B2CF9AE}" pid="16" name="MSIP_Label_ddc55989-3c9e-4466-8514-eac6f80f6373_Name">
    <vt:lpwstr>No Restrictions</vt:lpwstr>
  </property>
  <property fmtid="{D5CDD505-2E9C-101B-9397-08002B2CF9AE}" pid="17" name="MSIP_Label_ddc55989-3c9e-4466-8514-eac6f80f6373_Application">
    <vt:lpwstr>Microsoft Azure Information Protection</vt:lpwstr>
  </property>
  <property fmtid="{D5CDD505-2E9C-101B-9397-08002B2CF9AE}" pid="18" name="MSIP_Label_ddc55989-3c9e-4466-8514-eac6f80f6373_ActionId">
    <vt:lpwstr>f281bafe-9fd8-4238-8644-0700f27cf471</vt:lpwstr>
  </property>
  <property fmtid="{D5CDD505-2E9C-101B-9397-08002B2CF9AE}" pid="19" name="MSIP_Label_ddc55989-3c9e-4466-8514-eac6f80f6373_Extended_MSFT_Method">
    <vt:lpwstr>Manual</vt:lpwstr>
  </property>
  <property fmtid="{D5CDD505-2E9C-101B-9397-08002B2CF9AE}" pid="20" name="Sensitivity">
    <vt:lpwstr>No Restrictions</vt:lpwstr>
  </property>
</Properties>
</file>