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module-to-JC signal wiring in section 4 (6/9)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chipyard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41397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SoC you will build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is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one small Rocket,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EdhocRocket64Config: 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WithL1ICacheSets / WithL1DCacheSets(128)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 at 0x8000_0000, no DDR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WithMbusScratchpad(64 &lt;&lt; 10), WithNoMemPort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75 MHz for every bus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WithTinyArty100TTweaks(75)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WithDefaultPeripherals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Pins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SD on JA, UART1 on JB, radio on JC, JTAG on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+ shell overlays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Section 3 shows each setting in the code, section 4 the pins, section 5 the build, section 6 how to check every peripheral on the board.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How much of the 64 KiB each build uses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Bytes per cipher suite: the image and the stack reserve of its largest build (EDHOC suites 0–25 in Lesson 3, post-quantum TBD1–3 in Lesson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of the course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largest are suite 25 (60,753 B) and TBD3 (61,471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39496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Default flags: TRANSPORT=rf; no TIMING, DEBUG or APP options.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The 75 MHz clock: where it is set, how to check 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Hardware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new WithTinyArty100TTweaks(75) ++   // every bus clock, in MHz (Configs.scala)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691639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Firmware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PERF_CPU_HZ / F_CPU = 75000000      // UART, SPI and timing math (firmware)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606039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 change the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Then expect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Change the number in Configs.scala and in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Build the bitstream (section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about 1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Read report/timing.txt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0 failing endpoints, or the bitstream is not usable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Program, then run the bring-up tests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75 MHz meets timing in this flow (Vivado 2024.2). Exercise 3 asks you to try a faster clock.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you can skip it: firmware is loaded over JTAG in seconds (section 6).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selects this map (radio on JC, UART1 on JB).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this tree changes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Radio adapter: module pins to PMOD JC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103120"/>
                <a:gridCol w="21031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MRF24J40MA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Direction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JC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 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 SDI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in (MOSI)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  SDO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out (MISO)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  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interrupt (polled by GPIO 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reset, active low (GPIO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  VIN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3.3 V supply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JC6 (or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11, 12 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JC5 (or 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 WAKE, 9  NC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used by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Connect the module signals to the JC pins shown here; check the module pin numbers against the MRF24J40MA data sheet.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JC column is fixed by the bitstream (section 4, (5/9)).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Your numbers should be close to these; the scratchpad must use 16 RAMB36.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14767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14761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14759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0.002    0.000                      0                24148     0.037    0.000                      0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0.002    0.000            0      23458     0.037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41.450    0.000            0        548     0.109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85288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If WNS is slightly negative: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has little margin in this design: a change of pins or flow can move WNS a little below 0 (e.g. −0.17 ns). Then do not rebuild from scratch.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this in Vivado (Tcl console),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obj/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folder of the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2153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 -tns_cleanup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file mkdir report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report/timing.txt ;# check WNS and WHS &gt;=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setup and hold met (WNS, WHS ≥ 0); then accept the bitstream as in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Extra clock uncertainty did not improve the measured implementation; do not assume it will repair a timing failure.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(e.g.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Right after power-up the card can answer the first CMD0 with one junk byte (e.g. 0x3f). The boot ROM, this test and the firmware send CMD0 again; the second answer is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root;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Check: put the card into JA, press RESET (also right after inserting the card). Expect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GPIO TEST: PASS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 the console within a few seconds. The boot ROM’s own lines (INIT … BOOT) come first at another baud rate and look garbled at 57600.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Only garbled lines, no PASS: the boot ROM found no valid image at LBA 2048. Write it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card reader? First format the card with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(Lesson 5).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</a:t>
            </a:r>
            <a:r>
              <a:rPr sz="1300" b="0">
                <a:solidFill>
                  <a:srgbClr val="8B1A1A"/>
                </a:solidFill>
                <a:latin typeface="Consolas"/>
              </a:rPr>
              <a:t>cp build/gpio_test.bin build/boot.bin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300" b="0">
                <a:solidFill>
                  <a:srgbClr val="8B1A1A"/>
                </a:solidFill>
                <a:latin typeface="Consolas"/>
              </a:rPr>
              <a:t>make -B sd_prep EXTRA_CFLAGS=-DSD_PREP_BOOT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Load it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BOARD=initiator ../common/board/run_one.sh build/sd_prep.elf 30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press RESET.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Copy the config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WithTinyArty100TTweaks(100)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build it. Read the Design Timing Summary: would you accept this bitstream?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Design Timing Summary lines and your decision, with the rule from section 5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WNS clearly negative (about −3.2 ns in this flow) and thousands of failing endpoints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build itself still finishes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reject it: the critical path inside the Rocket core needs about 13 ns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build of the course fits the 64 KiB scratchpad (largest 61.5 KB with its stack); the clock is set in one place and checked in report/timing.txt.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