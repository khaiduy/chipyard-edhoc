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  <p:sldId id="919" r:id="rId66"/>
    <p:sldId id="920" r:id="rId67"/>
    <p:sldId id="921" r:id="rId68"/>
    <p:sldId id="922" r:id="rId69"/>
    <p:sldId id="923" r:id="rId70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Image (code + data)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42505</c:v>
                </c:pt>
                <c:pt idx="1">
                  <c:v>42505</c:v>
                </c:pt>
                <c:pt idx="2">
                  <c:v>43977</c:v>
                </c:pt>
                <c:pt idx="3">
                  <c:v>43977</c:v>
                </c:pt>
                <c:pt idx="4">
                  <c:v>41863</c:v>
                </c:pt>
                <c:pt idx="5">
                  <c:v>43603</c:v>
                </c:pt>
                <c:pt idx="6">
                  <c:v>46595</c:v>
                </c:pt>
                <c:pt idx="7">
                  <c:v>47673</c:v>
                </c:pt>
                <c:pt idx="8">
                  <c:v>48209</c:v>
                </c:pt>
                <c:pt idx="9">
                  <c:v>32718</c:v>
                </c:pt>
                <c:pt idx="10">
                  <c:v>32878</c:v>
                </c:pt>
                <c:pt idx="11">
                  <c:v>37663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 reserve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5376</c:v>
                </c:pt>
                <c:pt idx="1">
                  <c:v>5376</c:v>
                </c:pt>
                <c:pt idx="2">
                  <c:v>8448</c:v>
                </c:pt>
                <c:pt idx="3">
                  <c:v>8448</c:v>
                </c:pt>
                <c:pt idx="4">
                  <c:v>5376</c:v>
                </c:pt>
                <c:pt idx="5">
                  <c:v>8448</c:v>
                </c:pt>
                <c:pt idx="6">
                  <c:v>8448</c:v>
                </c:pt>
                <c:pt idx="7">
                  <c:v>11008</c:v>
                </c:pt>
                <c:pt idx="8">
                  <c:v>12544</c:v>
                </c:pt>
                <c:pt idx="9">
                  <c:v>22016</c:v>
                </c:pt>
                <c:pt idx="10">
                  <c:v>22016</c:v>
                </c:pt>
                <c:pt idx="11">
                  <c:v>23808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7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8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1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EDHOC SoC on Arty A7-100T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lecture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Turn the EDHOC hardware requirement into a Chipyard SoC: 64-bit Rocket, 8 KiB caches, 64 KiB on-chip RAM, GPIO / UART / JTAG / SPI.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Set up your PC and boards from a fresh clone, then map the SoC onto two Arty A7-100T boards: SD card, radio, UART and JTAG on the four PMOD ports.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 the bitstream, close timing at 75 MHz, program both boards and check every peripheral with a test program.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Repository: github.com/Khaiduy/chipyard-edhoc (private: ask the author for access)   ·   paths are relative to its root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(1/11) The learning path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Clone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002536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Prepare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hardware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0253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L1, L2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73736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3685032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Run a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handshake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5032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419856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5367528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Understand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the bytes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8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102352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7050024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Transfer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 file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50024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L5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784848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8732520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Measure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3252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L3–L5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467344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10415016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Diagnose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failures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1501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L2–L5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014984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365760" y="246888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the course you can, with only these slides and the repository: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configure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your own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two boards (cables, consoles, wiring);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run one classical (RFC 9528) and one post-quantum (AuthKEM) handshake and explain the important output lines;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send a file from one SD card to the other and prove it arrived intact;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find the cause of a deliberately broken build or link, and restore it.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55778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Lesson map: 1 hardware SoC · 2 software and first runs · 3 EDHOC · 4 post-quantum EDHOC · 5 file transfer, performance, diagnosis.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(2/11) Equipment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731520"/>
                <a:gridCol w="594360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Arty A7-100T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one board per party (initiator A, responder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micro-USB cable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power, FPGA programming and the console of each Arty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FTDI C232HM-DDHSL-0 USB–JTAG cable (3.3 V)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core debug on PMOD JD; leave its red VCC wire unconnected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PmodMicroSD + microSD card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JA; any SDHC / SDXC card — it gets erased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MRF24J40MA 802.15.4 module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JC; module-to-JC signal wiring in section 4 (6/9)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card reader (optional)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your own files; without one, sd_prep does it over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jumper wires (optional)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wired UART1 link on PMOD JB (GND, TX↔RX crossed); 3× faster than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035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Wiring of every PMOD, pin by pin: section 4 (2/9).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(3/11) How everything is connected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63" name="Picture 62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804672"/>
            <a:ext cx="6692630" cy="5486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Same wiring on both boards; the 3 UART wires on JB are optional (TRANSPORT=uart). Pin by pin: section 4 (2/9).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(4/11) Software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194560"/>
                <a:gridCol w="4114800"/>
              </a:tblGrid>
              <a:tr h="4064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Software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Tested version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Needed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Ubuntu (x86-64)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24.04 LTS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host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Vivado ML Standard (free) or Vivado Lab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2024.2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building (route A) and programming the FPGAs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Java 17, dtc, jq, firtool (no conda)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17 / 1.61.0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route A only: Chipyard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riscv64-unknown-elf-gcc, rv64imac / lp64 multilib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15.1.0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all firmware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with RISC-V and FTDI support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0.12.0+dev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loading firmware over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Python 3 (in a venv, command below)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3.12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host tests, timing tables,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pip: pyfatfs pycryptodome cryptography kyber-py setuptools&lt;81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AuthKEM reference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dosfstools (mkfs.vfat, fsck.fat)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mksd.sh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617720"/>
            <a:ext cx="11430000" cy="80543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once; plain pip install is refused on Ubuntu 24.04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python3 -m venv ~/edhoc-venv &amp;&amp; . ~/edhoc-venv/bin/activate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pip install pyfatfs pycryptodome cryptography kyber-py "setuptools&lt;81"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4864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USB access without sudo: install Vivado's cable drivers (Digilent) and OpenOCD's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60-openocd.rules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(C232HM), and be in the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dialout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plugdev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groups for the consoles.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Other versions may work; these are the ones every result in the course came from.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(5/11) Get the code — two routes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on your PC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git clone git@github.com:Khaiduy/chipyard-edhoc.git chipyard   # path without spaces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chipyard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041397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3566160"/>
                <a:gridCol w="192024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Route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Your goal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Setup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— full hardware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learn how the SoC is generated and placed on the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(6/11), tools (7/11), Chipyard sources and firtool (8/11)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 from section 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 — firmware only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and study the protocols on boards that already hold the EDHOC bitstream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or Vivado Lab (6/11), tools (7/11)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1, section 6, then Lesson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66344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repository is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private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ask the author to add your GitHub account, then clone with your own SSH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No prebuilt bitstream ships with the course: route B needs a bitstream built from the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same revision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(route A), e.g. by your lab, written to the boards' flash or kept as a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firmware tree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fpga/sw/export/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is self-contained (all code vendored) and needs only the toolchain, OpenOCD and Python — not Chipyard.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(6/11) Install Vivado 2024.2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15341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once, after downloading the installer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chmod +x FPGAs_AdaptiveSoCs_Unified_2024.2_1113_1001_Lin64.bin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./FPGAs_AdaptiveSoCs_Unified_2024.2_1113_1001_Lin64.bin   # installer window opens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2E7D32"/>
                </a:solidFill>
                <a:latin typeface="Consolas"/>
              </a:rPr>
              <a:t>#   Product: Vivado   Edition: Vivado ML Standard   Devices: 7 Series only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2E7D32"/>
                </a:solidFill>
                <a:latin typeface="Consolas"/>
              </a:rPr>
              <a:t>#   Install directory: $HOME/Xilinx (no spaces)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$HOME/Xilinx/Vivado/2024.2/data/xicom/cable_drivers/lin64/install_script/install_drivers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./install_drivers                 # USB drivers for the Arty's programming port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source $HOME/Xilinx/Vivado/2024.2/settings64.sh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vivado -version | head -1              # Vivado v2024.2 (64-bit)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296412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Download “AMD Unified Installer for FPGAs &amp; Adaptive SoCs 2024.2: Linux Self Extracting Web Installer” from AMD’s Vivado download page (free AMD account).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Vivado ML Standard is free and covers the XC7A100T. Selecting only 7 Series keeps the download small.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Unplug and replug the boards after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install_drivers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Route B only programs the boards: Vivado Lab Edition should be enough (not tested).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(7/11) Tools for both routes: packages and RISC-V GCC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outside the chipyard folder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sudo apt install git make wget jq python3 python3-venv openocd dosfstools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autoconf automake autotools-dev curl libmpc-dev libmpfr-dev libgmp-dev gawk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build-essential bison flex texinfo gperf libtool patchutils bc zlib1g-dev libexpat-dev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git clone https://github.com/riscv-collab/riscv-gnu-toolchain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cd riscv-gnu-toolchain &amp;&amp; git checkout 2025.06.07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git config submodule.binutils.url https://github.com/gnutools/binutils-gdb.git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git config submodule.gdb.url https://github.com/gnutools/binutils-gdb.git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git config submodule.newlib.url https://github.com/cygwin/cygwin.git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./configure --prefix=$HOME/opt/riscv --with-multilib-generator="rv64imac-lp64--"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make -j$(nproc)                  # downloads and builds GCC 15.1: ~15 min on 20 cores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three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git config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 point the tag’s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newlib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binutils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gdb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sources at their current GitHub mirrors (the original ones are gone); without them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make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stops with “could not read Username”.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Result: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$HOME/opt/riscv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(2.4 GB). Put it on PATH in every shell: </a:t>
            </a:r>
            <a:r>
              <a:rPr sz="1400" b="0">
                <a:solidFill>
                  <a:srgbClr val="8B1A1A"/>
                </a:solidFill>
                <a:latin typeface="Consolas"/>
              </a:rPr>
              <a:t>export PATH=$HOME/opt/riscv/bin:$PATH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(route A: (8/11) does this).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same compiler builds the firmware and, in route A, the boot ROM. Details: Lesson 2, section 1.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(8/11) Route A only: Chipyard sources and firtool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61112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once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sudo apt install openjdk-17-jdk-headless device-tree-compiler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cd chipyard                                       # your clone from (5/11)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./scripts/init-submodules-no-riscv-tools.sh       # Chipyard sources, ~7 min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./patches/apply.sh                                # this fork's fpga-shells changes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wget https://github.com/llvm/circt/releases/download/firtool-1.61.0/firrtl-bin-linux-x64.tar.gz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tar xzf firrtl-bin-linux-x64.tar.gz -C $HOME/opt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708401"/>
            <a:ext cx="11430000" cy="100685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in every new shell (or add to ~/.bashrc)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export RISCV=$HOME/opt/riscv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export PATH=$HOME/opt/riscv/bin:$HOME/opt/firtool-1.61.0/bin:$PATH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source $HOME/Xilinx/Vivado/2024.2/settings64.sh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989576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No conda and no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build-setup.sh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: nothing for Verilator, FireSim or FireMarshal is installed. The submodule script fetches FireSim and FireMarshal sources (~20 MB) only because Chipyard’s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build.sbt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refers to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RISCV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tells the build where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riscv64-unknown-elf-gcc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is: the boot ROM is compiled during the bitstream build. Disk: ~4 GB here, ~1.5 GB more per build.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(9/11) Readiness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vivado -version | head -1                      # Vivado v2024.2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riscv64-unknown-elf-gcc --version | head -1    # ... 15.1.0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openocd --version 2&gt;&amp;1 | head -1               # Open On-Chip Debugger 0.12.0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 &amp;&amp; 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6858000" cy="128574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Example output — our lab (your serials differ)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374645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Expect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Arty lines, each with a tty, and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C232HM lines.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common/board/boards.env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ships with our serials: put your four in (Lesson 2, section 2).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65760" y="4020564"/>
          <a:ext cx="114300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412480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Check first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cable, board power switch, Vivado cable drivers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has no tty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dialout / plugdev group (log out and in), Vivado holding the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C232HM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plug, OpenOCD udev rules (0403:6014)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(10/11) How to read the practical slides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Run this — from fpga/sw/export/tests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make gpio_test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182880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Simplified — common/src/sd_card.c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while (busy) ...   /* shortened: not runnable */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274320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Run this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complete commands, in order, with the directory they start from.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Example output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real console text.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Simplified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shorten source code with “...” — read them, do not paste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lab follows the same steps: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objective → starting state → commands → expected output → what it proves → if it 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 numbers, tty names and times in examples come from our lab; yours differ. Lesson 2 shows how to set up your own.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(11/11) Words used in this course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657600"/>
                <a:gridCol w="1645920"/>
                <a:gridCol w="393192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Ephemeral Diffie-Hellman Over COSE (RFC 9528)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AEAD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encryption + integrity tag (AES-CCM, AES-GCM, ChaCha20/Poly1305)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/ 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board A / board B: who sends message_1 / who answers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key encapsulation: (ct, ss) = Encaps(pk); ss = Decaps(sk, ct)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set of algorithms (curve or KEM, hash, AEAD)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NIST post-quantum KEM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how each side proves itself: signature or static DH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AuthKEM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EDHOC, method 5 (IETF draft)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CBOR / COSE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compact binary encoding / its security formats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PRK_out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shared secret EDHOC ends with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CRED / ID_CRED / kid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public-key credential / a short reference to it / key 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TH_n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transcript hash: everything sent so far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12-pin expansion socket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/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lines with timing / stack use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later lesson uses these words without repeating them; come back here when one is unclear.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The SoC you will build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663440"/>
                <a:gridCol w="47548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Setting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Where it is set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one small Rocket,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EdhocRocket64Config: 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L1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WithL1ICacheSets / WithL1DCacheSets(128)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64 KiB on-chip scratchpad at 0x8000_0000, no DDR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WithMbusScratchpad(64 &lt;&lt; 10), WithNoMemPort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75 MHz for every bus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WithTinyArty100TTweaks(75)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8 GPIO, 2 UART, 3 SPI, JTAG debug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WithDefaultPeripherals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Pins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SD on JA, UART1 on JB, radio on JC, JTAG on 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WithArtyJCRadio + shell overlays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Section 3 shows each setting in the code, section 4 the pins, section 5 the build, section 6 how to check every peripheral on the board.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How much of the 64 KiB each build uses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777240"/>
          <a:ext cx="7498079" cy="5577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955279" y="914400"/>
            <a:ext cx="4023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Bytes per cipher suite: the image and the stack reserve of its largest build (EDHOC suites 0–25 in Lesson 3, post-quantum TBD1–3 in Lesson 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Every build of the course fits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64 KiB = 65,536 B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largest are suite 25 (60,753 B) and TBD3 (61,471 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any build yourself: Lesson 2, “Will my build fit?”.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79" y="5394960"/>
            <a:ext cx="4023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Default flags: TRANSPORT=rf; no TIMING, DEBUG or APP options.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The 75 MHz clock: where it is set, how to check it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6400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Hardware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new WithTinyArty100TTweaks(75) ++   // every bus clock, in MHz (Configs.scala)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691639"/>
            <a:ext cx="11430000" cy="6400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Firmware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PERF_CPU_HZ / F_CPU = 75000000      // UART, SPI and timing math (firmware)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606039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53949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To change the clock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Then expect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1. Change the number in Configs.scala and in the 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2. Build the bitstream (section 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about 1 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3. Read report/timing.txt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0 failing endpoints, or the bitstream is not usable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Program, then run the bring-up tests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every test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58064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75 MHz meets timing in this flow (Vivado 2024.2). Exercise 3 asks you to try a faster clock.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The two-board system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A — Initiator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19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657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7373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1089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4805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9184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09320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40080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B — Responder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80960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724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5156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2688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112824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72618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76122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726180" y="2907792"/>
            <a:ext cx="6035040" cy="0"/>
          </a:xfrm>
          <a:prstGeom prst="line">
            <a:avLst/>
          </a:prstGeom>
          <a:ln w="38100">
            <a:solidFill>
              <a:srgbClr val="3786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526280" y="1874519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37863C"/>
                </a:solidFill>
                <a:latin typeface="Times New Roman"/>
              </a:rPr>
              <a:t>2.4 GHz IEEE 802.15.4 radio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7863C"/>
                </a:solidFill>
                <a:latin typeface="Times New Roman"/>
              </a:rPr>
              <a:t>EDHOC handshake + encrypted file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5760" y="5394960"/>
            <a:ext cx="5760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bitstream on both boards; the firmware decides the role.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card on JA holds SEND.BIN (board A) and RECV.BIN (board B).</a:t>
            </a:r>
          </a:p>
        </p:txBody>
      </p:sp>
      <p:pic>
        <p:nvPicPr>
          <p:cNvPr id="84" name="Picture 83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5257800"/>
            <a:ext cx="1450070" cy="118872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8229600" y="5577840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Full-size picture: section 1, (3/11).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One config class builds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772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bitstream is built from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fpga/src/main/scala/arty100t/Configs.scala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5544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class EdhocRocket6475MHzArty100TConfig extends Config(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WithArtyJCRadio ++                  // board-to-board link: MRF24J40 on PMOD JC (SPI1)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WithTinyArty100TTweaks(75) ++       // Arty shell, peripherals, all bus clocks = 75 MHz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chipyard.config.WithBroadcastManager ++   // coherence without an L2 cache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chipyard.EdhocRocket64Config        // the SoC itself (next slide)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331464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Chipyard configs are a chain of fragments joined with </a:t>
            </a:r>
            <a:r>
              <a:rPr sz="1700" b="0">
                <a:solidFill>
                  <a:srgbClr val="8B1A1A"/>
                </a:solidFill>
                <a:latin typeface="Consolas"/>
              </a:rPr>
              <a:t>++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a fragment on the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left overrides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ones on its right.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Read it bottom-up: the SoC → how memory coherence works → the board shell and clock → the radio pin variant.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Same pattern as the Chipyard lecture (04: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MyRocketConfig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on Arty 35T), on the 100T board.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EdhocRocket64Config: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315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generators/chipyard/src/main/scala/config/EdhocConfigs.scala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188720"/>
            <a:ext cx="6949440" cy="165634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class EdhocRocket64Config extends Config(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new freechips.rocketchip.subsystem.WithL1ICacheSets(128) ++     // 8 KiB I-cache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freechips.rocketchip.subsystem.WithL1DCacheSets(128) ++   // 8 KiB D-cache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chipyard.harness.WithDontTouchChipTopPorts(false)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testchipip.soc.WithMbusScratchpad(base = 0x80000000L,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                                      size = BigInt(64 &lt;&lt; 10)) ++  // 64 KiB on-chip SRAM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freechips.rocketchip.subsystem.WithNoMemPort ++           // no DDR / off-chip memory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freechips.rocketchip.subsystem.WithNSmallCores(1) ++      // one small Rocket, RV64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freechips.rocketchip.subsystem.WithoutTLMonitors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chipyard.config.AbstractConfig)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7498079" y="1188720"/>
          <a:ext cx="4480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Rocket tile,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WithL1I/DCacheSets(128)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128 sets → 8 KiB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64 KiB SRAM at 0x8000_0000 (BRAM)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WithNoMemPort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 DDR: all code + data on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WithoutTLMonitors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smaller, faster (no protocol checkers)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66344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the firmware uses — code, data, stack — lives in the 64 KiB scratchpad. There is no external RAM on this SoC.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Arty’s 256 MB DDR3 is left unused: the requirement asks for on-chip RAM, and the whole firmware fits on chip.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Cache size and fragment order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128 sets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834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 way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09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120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64 B / line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95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=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06640" y="1097280"/>
            <a:ext cx="2377440" cy="731520"/>
          </a:xfrm>
          <a:prstGeom prst="roundRect">
            <a:avLst/>
          </a:prstGeom>
          <a:solidFill>
            <a:srgbClr val="C5E0B4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8 KiB per cache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2194560"/>
            <a:ext cx="112471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WithNSmallCores(1)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creates the tile with small default caches;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WithL1ICacheSets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WithL1DCacheSets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rewrite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those tile parameters.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rewrite only sees tiles that already exist, so the cache fragments must stay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to the left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of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WithNSmallCores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the chain.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Wrong order builds without error but gives the default cache size — check the generated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.dts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.json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or the utilization report after a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Small core = RV64IMAC: integer, multiply/divide, atomics, compressed; no floating point (the firmware is integer-only).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Memory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86868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2560320"/>
                <a:gridCol w="5760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Address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Device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Used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debugging / program loading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0x0001_0000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 ROM (sdboot)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copies the firmware from the SD card at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0x0200_0000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timer, software interrupts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0x0C00_0000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MiB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PLIC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 interrupts (unused by the firmware)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USB-UART console, 57600 baud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0x6400_1000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card (PMOD JA)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0x6400_2000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GPIO, 8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LEDs, RGB LED, radio ~RST /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JB (optional wired link)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0x6400_5000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0x6400_6000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 (PMOD JC)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0x8000_0000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 SRAM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code, data and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firmware’s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common/include/platform.h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uses the same addresses.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Peripherals and their addresses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WithDefaultPeripherals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PeripheryUARTKey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BigInt(0x64000000L)),  // UART0 - USB UART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BigInt(0x64003000L)))  // UART1 - PMOD JB (with the radio)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PeripherySPIKey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BigInt(0x64001000L)),  // SPI0 - SD card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BigInt(0x64006000L)),  // SPI1 - radio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BigInt(0x64005000L)))  // SPI2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PeripheryGPIOKey =&gt; List(GPIOParams(address = BigInt(0x64002000L), width = 8))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})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UART, SPI and GPIO blocks are SiFive’s open-source peripherals (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sifive-blocks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), the same as in the Chipyard lecture (04).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Each list entry is one controller instance; the list index is the port number used by the overlays in section 4 (SPI0 → JA, SPI1 → JC).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Addresses are free to choose inside the peripheral bus window; keep them in step with the firmware headers.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One clock for the whole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974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5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class WithTinyArty100TTweaks(freqMHz: Double = 50) extends Config(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chipyard.harness.WithHarnessBinderClockFreqMHz(freqMHz)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chipyard.config.WithMemoryBusFrequency(freqMHz)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chipyard.config.WithFrontBusFrequency(freqMHz)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chipyard.config.WithSystemBusFrequency(freqMHz)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chipyard.config.WithPeripheryBusFrequency(freqMHz)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chipyard.config.WithControlBusFrequency(freqMHz)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chipyard.config.WithOffchipBusFrequency(freqMHz)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chipyard.clocking.WithPassthroughClockGenerator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WithArty100TUARTHarnessBinder ++ new WithArty100TSPISDCardHarnessBinder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WithArty100TJTAGHarnessBinder ++ new WithArty100TGPIOHarnessBinder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WithDefaultPeripherals ++ new WithSystemModifications ++ ...)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914400"/>
            <a:ext cx="4114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(75)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all seven bus clocks at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Chipyard 1.11 added front / control / off-chip bus clocks that default to 500 MHz; every bus in the clock group must ask for the same frequency.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board’s 100 MHz oscillator (pin E3) feeds a PLL that makes 75 MHz.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Firmware must know the clock too: </a:t>
            </a:r>
            <a:r>
              <a:rPr sz="1500" b="0">
                <a:solidFill>
                  <a:srgbClr val="8B1A1A"/>
                </a:solidFill>
                <a:latin typeface="Consolas"/>
              </a:rPr>
              <a:t>PERF_CPU_HZ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/ </a:t>
            </a:r>
            <a:r>
              <a:rPr sz="1500" b="0">
                <a:solidFill>
                  <a:srgbClr val="8B1A1A"/>
                </a:solidFill>
                <a:latin typeface="Consolas"/>
              </a:rPr>
              <a:t>F_CPU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= 75000000 (UART divider, SPI dividers, timing reports).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Boot ROM rebuilt for RV64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WithSystemModifications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BootROMLocated(x) =&gt; up(BootROMLocated(x), site).map{ p =&gt;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freqMHz = (site(SystemBusKey).dtsFrequency.get / (1000 * 1000)).toLong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make = s"make -C fpga/src/main/resources/arty35t/sdboot " +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s"XLEN=${site(XLen)} PBUS_CLK=${freqMHz}"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require (make.! == 0, "Failed to build bootrom")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p.copy(hang = 0x10000, size = 0x2000,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contentFileName = s"./fpga/src/main/resources/arty35t/sdboot/build/sdboot.bin")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bitstream build recompiles the boot ROM for the core width (</a:t>
            </a:r>
            <a:r>
              <a:rPr sz="1700" b="0">
                <a:solidFill>
                  <a:srgbClr val="8B1A1A"/>
                </a:solidFill>
                <a:latin typeface="Consolas"/>
              </a:rPr>
              <a:t>XLEN=64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 and the bus clock (</a:t>
            </a:r>
            <a:r>
              <a:rPr sz="1700" b="0">
                <a:solidFill>
                  <a:srgbClr val="8B1A1A"/>
                </a:solidFill>
                <a:latin typeface="Consolas"/>
              </a:rPr>
              <a:t>PBUS_CLK=75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At reset the boot ROM copies the firmware from the SD card (LBA 2048) into the scratchpad and jumps to 0x8000_0000.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During development you can skip it: firmware is loaded over JTAG in seconds (section 6).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(1/9) PMOD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2468880"/>
                <a:gridCol w="576072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Controller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Pins (PMOD pin: FPGA pin)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 @0x6400_1000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G13 · 2 MOSI: B11 · 3 MISO: A11 · 4 SCK: D12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 @0x6400_3000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RX: E15 · 2 TX: E16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 @0x6400_6000 + GPIO 5 / 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U12 · 2 MOSI: V12 · 3 MISO: V10 · 4 SCK: V11 · 7 INT: U14 · 8 ~RST: V14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(C232HM cable)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TDI: D4 · 2 TMS: D3 · 3 TCK: F4 · 4 TDO: F3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pic>
        <p:nvPicPr>
          <p:cNvPr id="64" name="Picture 63" descr="arty_pmo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023360"/>
            <a:ext cx="2244436" cy="246888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6126480" y="4114800"/>
            <a:ext cx="56692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selects this map (radio on JC, UART1 on JB).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USB-UART console (UART0) uses the on-board FTDI chip, no PMOD.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(2/9) Wiring: pin numbers, direction, power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716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2860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004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4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5 GND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6 3.3V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7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716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8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860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9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11 GND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12 3.3V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914400"/>
            <a:ext cx="5852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PMOD is a 2 × 6 socket: top row 1–6, bottom row 7–12. Pins 5 / 11 are GND, 6 / 12 are 3.3 V. Pin 1 is marked on the board's silkscreen.</a:t>
            </a:r>
          </a:p>
        </p:txBody>
      </p:sp>
      <p:graphicFrame>
        <p:nvGraphicFramePr>
          <p:cNvPr id="76" name="Table 75"/>
          <p:cNvGraphicFramePr>
            <a:graphicFrameLocks noGrp="1"/>
          </p:cNvGraphicFramePr>
          <p:nvPr/>
        </p:nvGraphicFramePr>
        <p:xfrm>
          <a:off x="365760" y="224028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2743200"/>
                <a:gridCol w="393192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→ module (outputs)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 → FPGA (inputs)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Power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  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GND, 6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  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TX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GND; to the other board: TX → RX, RX ← TX,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 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SCK, 8 ~RST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MISO, 7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/ 11 GND, 6 / 12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 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TDO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TDI, 2 TMS, 3 TCK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 (black wire); red VCC unconnected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65760" y="507492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 The SD and radio modules take 3.3 V from the PMOD; the C232HM only shares ground.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before power-on: every module's GND on pin 5 (and 11), no 5 V anywhere.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(3/9) From SoC port to FPGA pin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143000"/>
            <a:ext cx="25603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DigitalTop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SoC: UART, SPI,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GPIO, JTAG ports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IOBinder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port → IO cell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(ChipTop)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2608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21792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HarnessBinder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IO cell → shell port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(Arty100TWithoutDDRHarness)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5216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144000" y="1143000"/>
            <a:ext cx="2560320" cy="11887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Shell overlay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shell port → package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pin + IO standard (XDC)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77824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265176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40664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File (fpga/src/main/scala/arty100t/)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this tree changes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Configs.scala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configs, peripherals, clock tweak, radio switch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IOBinders.scala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/ GPIO punch-through ports (WithArtySPIIOPunchthrough)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HarnessBinders.scala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UART, SPI-SD, JTAG (PMOD JD), GPIO binders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CustomShell.scala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shell with 3 SPI overlays, 2 UARTs, JTAG, GPIO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CustomOverlay.scala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package pins of every overlay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7607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Same three levels as in the Chipyard lecture (04): DigitalTop → ChipTop → ChipHarness.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(4/9) SD card on PMOD JA (SPI0)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14102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14" b="1">
                <a:solidFill>
                  <a:srgbClr val="808080"/>
                </a:solidFill>
                <a:latin typeface="Consolas"/>
              </a:rPr>
              <a:t>CustomOverlay.scala — SDIOArtyPlacedOverlay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case 0 =&gt; Seq(("D12", IOPin(io.spi_clk)),    // SPI0 - PMOD JA (SD card)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("B11", IOPin(io.spi_cs)),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("A11", IOPin(io.spi_dat(0))),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("D13", IOPin(io.spi_dat(1))),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("B18", IOPin(io.spi_dat(2))),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("G13", IOPin(io.spi_dat(3))))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461767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097280"/>
                <a:gridCol w="128016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Overlay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Carries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G13  spi_dat(3)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B11  spi_cs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 (command)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A11  spi_dat(0)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 (data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D12  spi_clk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6949440" y="914400"/>
            <a:ext cx="49377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SDIO overlay uses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SD-card pin names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the pin called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spi_cs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carries MOSI, and CS goes out on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dat(3)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Pull-ups on CS, MOSI and MISO.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pins as upstream Chipyard’s Arty 100T SD slot.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Card init at ~150 kHz, data at ~2.3 MHz (SPI mode).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5532120"/>
            <a:ext cx="914400" cy="9144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371600" y="576072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PmodMicroSD (pin 1 = CS, top); image: Digilent Inc.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(5/9) MRF24J40 radio on PMOD JC (SPI1 + GPIO)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035040" cy="161987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4" b="1">
                <a:solidFill>
                  <a:srgbClr val="808080"/>
                </a:solidFill>
                <a:latin typeface="Consolas"/>
              </a:rPr>
              <a:t>CustomOverlay.scala — SPI1 with the radio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case 1 if shell.p(ArtyJCRadioKey) =&gt;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Seq(("V11", IOPin(io.spi_clk)),    // JC4 SCK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("V12", IOPin(io.spi_cs)),     // JC2 MOSI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("V10", IOPin(io.spi_dat(0))), // JC3 MISO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("F6",  IOPin(io.spi_dat(1))),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("G4",  IOPin(io.spi_dat(2))),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("U12", IOPin(io.spi_dat(3)))) // JC1 CS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671433"/>
            <a:ext cx="6035040" cy="12984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CustomOverlay.scala — GPIO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val gpioLocations = List("H5", "J5", "T9", "T10",  // 4 LEDs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"E1",                     // RGB LED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"V14" else "F6", // JC8 ~RST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"G6",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"U14" else "G4") // JC7 INT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914400"/>
            <a:ext cx="53035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</a:t>
            </a:r>
            <a:r>
              <a:rPr sz="1500" b="0">
                <a:solidFill>
                  <a:srgbClr val="8B1A1A"/>
                </a:solidFill>
                <a:latin typeface="Consolas"/>
              </a:rPr>
              <a:t>ArtyJCRadioKey = true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overlays then pick the radio pinout.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MRF24J40MA: IEEE 802.15.4, 2.4 GHz, 250 kbit/s; SPI at 4.7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GPIO 5 drives the radio’s reset, GPIO 7 reads its interrupt line (polled).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RGB-LED pins are given up for this.</a:t>
            </a:r>
          </a:p>
        </p:txBody>
      </p:sp>
      <p:pic>
        <p:nvPicPr>
          <p:cNvPr id="66" name="Picture 65" descr="mrf24J4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152761"/>
            <a:ext cx="960120" cy="96012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463040" y="4427081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MRF24J40MA, on a PMOD adapter on JC; image: Microchip Technology.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(6/9) Radio adapter: module pins to PMOD JC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108960"/>
                <a:gridCol w="2103120"/>
                <a:gridCol w="2103120"/>
                <a:gridCol w="182880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MRF24J40MA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Direction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JC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 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 SDI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data in (MOSI)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  SDO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data out (MISO)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→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  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interrupt (polled by GPIO 7)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→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reset, active low (GPIO 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  VIN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3.3 V supply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JC6 (or 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 11, 12 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ground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JC5 (or 11)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 WAKE, 9  NC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not used by the 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5780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Connect the module signals to the JC pins shown here; check the module pin numbers against the MRF24J40MA data sheet.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JC column is fixed by the bitstream (section 4, (5/9)).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(7/9) UART0 console and UART1 on PMOD JB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56898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3" b="1">
                <a:solidFill>
                  <a:srgbClr val="808080"/>
                </a:solidFill>
                <a:latin typeface="Consolas"/>
              </a:rPr>
              <a:t>CustomOverlay.scala — UARTArtyPlacedOverlay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UART0: USB UART (A9=RX, D10=TX)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UART1: PMOD C (U12=RX, V12=TX), or PMOD B (E15=RX, E16=TX) with the radio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val packagePinsWithPackageIOs = shellInput.index match {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0 =&gt; Seq(("A9",  IOPin(io.rxd)),    // USB UART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("D10", IOPin(io.txd)))    // USB UART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if shell.p(ArtyJCRadioKey) =&gt; Seq(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("E15", IOPin(io.rxd)),    // PMOD B JB1 -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("E16", IOPin(io.txd)))    // PMOD B JB2 -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=&gt; Seq(("U12", IOPin(io.rxd)),    // PMOD C JC1 -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("V12", IOPin(io.txd)))    // PMOD C JC2 -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914400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UART0 = console through the board’s USB port, 57600 baud, 8N1.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= optional wired link between the boards (TRANSPORT=uart).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With the radio, UART1 moves from JC to JB.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711982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board shows up as two ttyUSB devices; the console is interface 1 of the Digilent FTDI. Find it by serial number, because ttyUSB numbers change when Vivado or OpenOCD opens a port (section 6).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(8/9) JTAG on PMOD JD with a C232HM cable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6675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C232HM wire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FTDI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Orange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Yellow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Green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Brown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Black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JD5 (GND)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86200"/>
            <a:ext cx="6675120" cy="161112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fpga/sw/export/common/board/c232hm.cfg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source [find interface/ftdi/c232hm.cfg]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transport select jtag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adapter speed 1000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2E7D32"/>
                </a:solidFill>
                <a:latin typeface="Consolas"/>
              </a:rPr>
              <a:t># RISC-V debug DTM: 5-bit IR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jtag newtap riscv tap -irlen 5 -ignore-version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target create riscv.cpu riscv -chain-position riscv.tap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914400"/>
            <a:ext cx="4754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core’s debug module is wired to PMOD JD, not to the board’s USB JTAG (that one programs the FPGA).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C232HM per board; scripts pick the cable by its FTDI serial (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common/board/boards.env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JTAG clock 1 MHz (</a:t>
            </a:r>
            <a:r>
              <a:rPr sz="1500" b="0">
                <a:solidFill>
                  <a:srgbClr val="8B1A1A"/>
                </a:solidFill>
                <a:latin typeface="Consolas"/>
              </a:rPr>
              <a:t>adapter speed 1000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  <p:pic>
        <p:nvPicPr>
          <p:cNvPr id="66" name="Picture 65" descr="C232H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800600"/>
            <a:ext cx="1574684" cy="146304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869680" y="51206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C232HM-DDHSL-0: flying leads to JD, USB to the PC; image: FTDI.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(9/9) Makefile entry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3703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fpga/Makefile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ifeq ($(SUB_PROJECT),arty100t)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SBT_PROJECT       ?= fpga_platforms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             ?= Arty100TWithoutDDRHarness   # was Arty100THarness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VLOG_MODEL        ?= Arty100TWithoutDDRHarness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MODEL_PACKAGE 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            ?= SmallRocket32Arty100TConfig  # default; override on the command line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CONFIG_PACKAGE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GENERATOR_PACKAGE ?= chipyard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13328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SUB_PROJECT ?= arty100t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is now the default sub-project (upstream: vcu118).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Arty100TWithoutDDRHarness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the harness without the DDR3 controller (the SoC has no memory port).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EDHOC config is chosen at build time: </a:t>
            </a:r>
            <a:r>
              <a:rPr sz="1700" b="0">
                <a:solidFill>
                  <a:srgbClr val="8B1A1A"/>
                </a:solidFill>
                <a:latin typeface="Consolas"/>
              </a:rPr>
              <a:t>CONFIG=EdhocRocket6475MHzArty100TConfig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(next section).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Build the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1430000" cy="144068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600" b="1">
                <a:solidFill>
                  <a:srgbClr val="808080"/>
                </a:solidFill>
                <a:latin typeface="Consolas"/>
              </a:rPr>
              <a:t>Run this — about 1 h on a recent PC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chipyard                # the three exports of section 1, (8/11), are set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fpga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make SUB_PROJECT=arty100t CONFIG=EdhocRocket6475MHzArty100TConfig bitstream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echo $?                    # 0 = make finished; nonzero = something failed: read the log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629407"/>
            <a:ext cx="114300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Output folder: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fpga/generated-src/chipyard.fpga.arty100t.Arty100TWithoutDDRHarness.EdhocRocket6475MHzArty100TConfig/obj/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 i="1">
                <a:solidFill>
                  <a:srgbClr val="000000"/>
                </a:solidFill>
                <a:latin typeface="Times New Roman"/>
              </a:rPr>
              <a:t>Arty100TWithoutDDRHarness.bit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— the bitstream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report/utilization.txt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— check these after every build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post_route.dcp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— checkpoints for timing closure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Careful: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exit status 0 does not mean timing was met, and a failed flow may still leave a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Timing is decided only by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read it before using a new bitstream.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Lines like </a:t>
            </a:r>
            <a:r>
              <a:rPr sz="1400" b="0">
                <a:solidFill>
                  <a:srgbClr val="8B1A1A"/>
                </a:solidFill>
                <a:latin typeface="Consolas"/>
              </a:rPr>
              <a:t>make: [...] Error 1 (ignored)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are normal: a Chipyard copy step that has no files to copy in the FPGA flow.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Resources used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914400"/>
          <a:ext cx="7315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2103120"/>
                <a:gridCol w="11887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Resource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Available (XC7A100T)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Slice LUTs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14,767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63,400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23.3 %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Flip-flops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6,716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126,800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5.3 %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Block RAM (36 Kb)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34 + 10 half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28.9 %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DSP slices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240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4.2 %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863840" y="914400"/>
            <a:ext cx="4114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16 of the 34 block RAMs are the 64 KiB scratchpad (16 × 4 KiB).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rest: caches, boot ROM, peripheral FIFOs.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Your numbers should be close to these; the scratchpad must use 16 RAMB36.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From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(</a:t>
            </a:r>
            <a:r>
              <a:rPr sz="1400" b="0">
                <a:solidFill>
                  <a:srgbClr val="8B1A1A"/>
                </a:solidFill>
                <a:latin typeface="Consolas"/>
              </a:rPr>
              <a:t>report_utilization -hierarchical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29768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Instance                  | Module         | Total LUTs |  FFs | RAMB36 | RAMB18 | DSP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Arty100TWithoutDDRHarness |          (top) |      14767 | 6716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chiptop0                | ChipTop        |      14761 | 6630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system                | DigitalTop     |      14759 | 6624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  bank                | ScratchpadBank |         67 |  109 |     16 |      0 |   0 |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Reading the timing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— Design Timing Summary, 75 MHz build: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28016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TNS(ns)  TNS Failing Endpoints  TNS Total Endpoints   WHS(ns)  THS(ns)  THS Failing Endpoints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0.002    0.000                      0                24148     0.037    0.000                      0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Clock                      WNS(ns)  TNS(ns)  TNS Failing  TNS Total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clk_out1_harnessSysPLL     0.002    0.000            0      23458     0.037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JTCK                        41.450    0.000            0        548     0.109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685288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WNS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(worst negative slack) ≥ 0 and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0 failing endpoints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for setup (TNS) and hold (THS) = timing met.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clk_out1_harnessSysPLL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75 MHz system clock;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JTCK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JTAG clock from PMOD JD (10 MHz constraint, easily met).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If WNS is negative or Vivado crashes: the closure recipe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Use it when WNS is a little below 0 (e.g. −0.17 ns), or when make stops with error 139 (“Abnormal program termination (11)”) after routing. Do not rebuild from scratch: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already written.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each part in its own Vivado (Tcl console),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obj/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folder of the build: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240280"/>
            <a:ext cx="7498079" cy="1409699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Part 1 — place and route again (~15 min)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open_checkpoint post_opt.dcp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place_design   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AlternateFlowWithRetiming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   -directive AggressiveExplore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write_checkpoint -force post_route.dcp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3832858"/>
            <a:ext cx="7498079" cy="1409699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Part 2 — new Vivado; if it crashes, run part 2 again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open_checkpoint post_route.dcp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file mkdir report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report_timing_summary -file report/timing.txt ;# WNS and WHS &gt;= 0?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write_bitstream -force Arty100TWithoutDDRHarness.bit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46720" y="2240280"/>
            <a:ext cx="39319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Example: WNS −0.740 ns after part 1, +0.006 ns after part 2 (WHS +0.026 ns).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Still negative after part 2? Before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report_timing_summary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add </a:t>
            </a:r>
            <a:r>
              <a:rPr sz="1300" b="0">
                <a:solidFill>
                  <a:srgbClr val="8B1A1A"/>
                </a:solidFill>
                <a:latin typeface="Consolas"/>
              </a:rPr>
              <a:t>route_design -directive AggressiveExplore -tns_cleanup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and one more </a:t>
            </a:r>
            <a:r>
              <a:rPr sz="1300" b="0">
                <a:solidFill>
                  <a:srgbClr val="8B1A1A"/>
                </a:solidFill>
                <a:latin typeface="Consolas"/>
              </a:rPr>
              <a:t>phys_opt_design -directive Explore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Then accept the bitstream as in (5/5).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How to accept a new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5029200"/>
              </a:tblGrid>
              <a:tr h="49638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Look at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Accept when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exit status of make, then the log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0; nonzero = build failed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2. Timing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Design Timing Summary in report/timing.txt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WHS ≥ 0, 0 failing endpoints (TNS and THS)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 Area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report/utilization.txt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 uses 16 RAMB36 (64 KiB)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PROGRAMMED &lt;serial&gt; for both boards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5. Bring-up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jtag, gpio, spi, uart tests (section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each ends in PASS; jtag_test shows MXL = 2, ACIMX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6. Keep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the .bit with config name and date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526280"/>
            <a:ext cx="11430000" cy="8318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56" b="1">
                <a:solidFill>
                  <a:srgbClr val="808080"/>
                </a:solidFill>
                <a:latin typeface="Consolas"/>
              </a:rPr>
              <a:t>Run this — step 2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cd fpga/generated-src/chipyard.fpga.arty100t.Arty100TWithoutDDRHarness.EdhocRocket6475MHzArty100TConfig/obj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grep -A6 "Design Timing Summary" report/timing.txt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541007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Do not skip step 2 because the board seems to work: a design that misses timing can fail only now and then, in ways that look like software bugs.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Program both FPGAs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SERIALS are our boards: use your two Arty serials (list_boards.sh)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BIT=../../generated-src/chipyard.fpga.arty100t.Arty100TWithoutDDRHarness.\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EdhocRocket6475MHzArty100TConfig/obj/Arty100TWithoutDDRHarness.bit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SERIALS="210319B269F6 210319B4A439"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vivado -mode batch -source common/board/program_two.tcl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54224"/>
            <a:ext cx="3840480" cy="60401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210319B269F6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210319B4A439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432555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SERIALS = the Digilent USB serial of each Arty, as printed by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common/board/list_boards.sh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The script uses a running Vivado GUI’s hardware server if there is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power-up the FPGA loads whatever its QSPI flash holds (e.g. an older design). Symptom: OpenOCD reports “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dtmcontrol is 0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” → program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For a board that starts the EDHOC SoC by itself, write the bitstream to the QSPI flash (Vivado → Add Configuration Memory Device).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Load firmware over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113963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make gpio_test                          # build a test program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BOARD=initiator ../common/board/run_one.sh build/gpio_test.elf 5   # board A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BOARD=responder ../common/board/run_one.sh build/gpio_test.elf 5   # board B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191191"/>
            <a:ext cx="7315200" cy="1004809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96" b="1">
                <a:solidFill>
                  <a:srgbClr val="808080"/>
                </a:solidFill>
                <a:latin typeface="Consolas"/>
              </a:rPr>
              <a:t>Simplified — what run_one.sh does ($SERIAL, $ELF are set by the script)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openocd -c "adapter serial $SERIAL" -f c232hm.cfg \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  -c "halt" -c "load_image $ELF" \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  -c "resume 0x80000000" -c "shutdown"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914400"/>
            <a:ext cx="411480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run_one.sh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halt the core, write the ELF into the scratchpad, start at 0x8000_0000, show the console.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Both boards at once (responder first): </a:t>
            </a:r>
            <a:r>
              <a:rPr sz="1400" b="0">
                <a:solidFill>
                  <a:srgbClr val="8B1A1A"/>
                </a:solidFill>
                <a:latin typeface="Consolas"/>
              </a:rPr>
              <a:t>load_both.sh &lt;initiator.elf&gt; &lt;responder.elf&gt;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used from Lesson 3 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Cable and console of each board come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boards.env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It ships with our serials: put yours in first (Lesson 2, section 2, (1/3)–(2/3)).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console tty is found by the board's serial, so moving ttyUSB numbers do not matter (57600 baud).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378880"/>
            <a:ext cx="7315200" cy="57655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808080"/>
                </a:solidFill>
                <a:latin typeface="Consolas"/>
              </a:rPr>
              <a:t>Run this — which tty is which board?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../common/board/list_boards.sh     # serial and tty of every board and cable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Bring-up: GPIO and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24168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tests/build/gpio_test.elf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low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xor set 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AA  : got=aa want=aa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55  : got=55 want=55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19719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2" b="1">
                <a:solidFill>
                  <a:srgbClr val="AAAAAA"/>
                </a:solidFill>
                <a:latin typeface="Consolas"/>
              </a:rPr>
              <a:t>tests/build/jtag_test.elf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=== JTAG / debug module test ===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  Loaded and resumed over JTAG: PASS (this output is the proof)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mhartid  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mvendorid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marchid     : 1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mimpid      : 20181004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misa low32  : 801105  (MXL=2 -&gt; RV64)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extensions  : ACIMX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JTAG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605530"/>
            <a:ext cx="11612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Real output from board A. The GPIO walk lights the four LEDs one after another.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misa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confirms the hardware: MXL = 2 → 64-bit; extensions A, C, I, M (X = non-standard extensions present);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marchid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1 = Rocket.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Bring-up: SPI (SD card) and UART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1611121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tests/build/spi_test.elf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SPI test (SPI0 @ 0x64001000, SD slot)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sckdiv      : got=c want=c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sckmode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csdef       : got=1 want=1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SD CMD0     : R1=1 PASS (card in idle state)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SPI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2060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tests/build/uart_test.elf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UART test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UART0 @ 0x64000000 (console), UART1 @ 0x64003000 (PMOD JB)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console TX: PASS (you are reading it)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txen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rxen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UART1 loop  : SKIP (no echo; jumper JB1-JB2 to test)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UART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249168"/>
            <a:ext cx="116128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SD CMD0 → R1 = 0x01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proves clock, chip select and both data lines work against a real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Right after power-up the card can answer the first CMD0 with one junk byte (e.g. 0x3f). The boot ROM, this test and the firmware send CMD0 again; the second answer is clean.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loopback needs a jumper JB1–JB2; without it the step is skipped, not failed.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Booting from the SD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06883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from the repository root; sdX = your card reader (lsblk)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fpga/sw/export/tests &amp;&amp; make gpio_test      # -&gt; build/gpio_test.bin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../tools/mksd.sh /dev/sdX                       # once; ERASES the card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../common/board/sd_boot.sh build/gpio_test.bin sdX1    # image -&gt; LBA 2048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211832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area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2048 … (partition 1, raw, 32 MiB)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read by the boot ROM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67584 …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files: SEND.BIN / RECV.BIN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114800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At reset the boot ROM copies 126 sectors (63 KiB) from LBA 2048 into the scratchpad and jumps there.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Check: put the card into JA, press RESET (also right after inserting the card). Expect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GPIO TEST: PASS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on the console within a few seconds. The boot ROM’s own lines (INIT … BOOT) come first at another baud rate and look garbled at 57600.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Only garbled lines, no PASS: the boot ROM found no valid image at LBA 2048. Write it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No card reader? First format the card with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sd_prep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(Lesson 5). In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tests/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: </a:t>
            </a:r>
            <a:r>
              <a:rPr sz="1300" b="0">
                <a:solidFill>
                  <a:srgbClr val="8B1A1A"/>
                </a:solidFill>
                <a:latin typeface="Consolas"/>
              </a:rPr>
              <a:t>cp build/gpio_test.bin build/boot.bin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, then </a:t>
            </a:r>
            <a:r>
              <a:rPr sz="1300" b="0">
                <a:solidFill>
                  <a:srgbClr val="8B1A1A"/>
                </a:solidFill>
                <a:latin typeface="Consolas"/>
              </a:rPr>
              <a:t>make -B sd_prep EXTRA_CFLAGS=-DSD_PREP_BOOT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. Load it with </a:t>
            </a:r>
            <a:r>
              <a:rPr sz="1300" b="0">
                <a:solidFill>
                  <a:srgbClr val="8B1A1A"/>
                </a:solidFill>
                <a:latin typeface="Consolas"/>
              </a:rPr>
              <a:t>BOARD=initiator ../common/board/run_one.sh build/sd_prep.elf 30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, then press RESET.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211832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EdhocRocket128K75MHzArty100TConfig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the same SoC with a 128 KiB scratchpad.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it. How many block RAMs does the scratchpad use now? Does 75 MHz still close?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7432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2004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Program both boards with the EDHOC bitstream and run </a:t>
            </a:r>
            <a:r>
              <a:rPr sz="1600" b="0">
                <a:solidFill>
                  <a:srgbClr val="8B1A1A"/>
                </a:solidFill>
                <a:latin typeface="Consolas"/>
              </a:rPr>
              <a:t>gpio_test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spi_test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jtag_test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600" b="0">
                <a:solidFill>
                  <a:srgbClr val="8B1A1A"/>
                </a:solidFill>
                <a:latin typeface="Consolas"/>
              </a:rPr>
              <a:t>uart_test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on each.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Put a jumper on JB1–JB2 and make the UART1 loopback PASS.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0292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Copy the config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WithTinyArty100TTweaks(100)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build it. Read the Design Timing Summary: would you accept this bitstream?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your config class, the utilization table (block RAM count) and the Design Timing Summary lines (WNS, failing endpoints).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output of all four tests on both boards, and a photo of your wiring with the PMOD ports labelled.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the Design Timing Summary lines and your decision, with the rule from section 5 (5/5).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For every step: the command you ran and how long it took on your PC.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657600"/>
                <a:gridCol w="2377440"/>
                <a:gridCol w="3931920"/>
              </a:tblGrid>
              <a:tr h="10058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stay the same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128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ScratchpadBank: 16 → 32 RAMB36; size = BigInt(128 &lt;&lt; 10) in a copy of EdhocRocket64Config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core, caches and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RAMB36 holds 4 KiB. Timing may or may not still close: read timing.txt. The firmware still uses 64 KiB until memory.lds changes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loop: SKIP → PASS with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other line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means “not run”; the jumper lets UART1 hear itself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WNS clearly negative (about −3.2 ns in this flow) and thousands of failing endpoints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build itself still finishes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reject it: the critical path inside the Rocket core needs about 13 ns here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Negative case to recognise: a bitstream with WNS &lt; 0 may load and even pass a test — reject it anyway (section 5, (5/5)).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lecture highlight:</a:t>
            </a:r>
          </a:p>
          <a:p>
            <a:pPr algn="l" marL="256032" indent="-219456">
              <a:buChar char="•"/>
            </a:pPr>
            <a:r>
              <a:rPr sz="1900" b="0" i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= small RV64 Rocket, 8 KiB caches, 64 KiB scratchpad, no DDR, GPIO / 2 UART / 3 SPI / JTAG.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build of the course fits the 64 KiB scratchpad (largest 61.5 KB with its stack); the clock is set in one place and checked in report/timing.txt.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Pins: JA SD card, JB UART1, JC MRF24J40 radio, JD JTAG — set in the shell overlays, selected by config keys.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Accept a bitstream only after its timing report: a failing build still writes a .bit file.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Program both boards, load over JTAG, prove each peripheral with a test program.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2 」 Software environment and tests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