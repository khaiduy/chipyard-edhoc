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1"/>
  </p:notesMasterIdLst>
  <p:sldIdLst>
    <p:sldId id="868" r:id="rId15"/>
    <p:sldId id="869" r:id="rId16"/>
    <p:sldId id="870" r:id="rId17"/>
    <p:sldId id="871" r:id="rId18"/>
    <p:sldId id="872" r:id="rId19"/>
    <p:sldId id="873" r:id="rId20"/>
    <p:sldId id="874" r:id="rId21"/>
    <p:sldId id="875" r:id="rId22"/>
    <p:sldId id="876" r:id="rId23"/>
    <p:sldId id="877" r:id="rId24"/>
    <p:sldId id="878" r:id="rId25"/>
    <p:sldId id="879" r:id="rId26"/>
    <p:sldId id="880" r:id="rId27"/>
    <p:sldId id="881" r:id="rId28"/>
    <p:sldId id="882" r:id="rId29"/>
    <p:sldId id="883" r:id="rId30"/>
    <p:sldId id="884" r:id="rId31"/>
    <p:sldId id="885" r:id="rId32"/>
    <p:sldId id="886" r:id="rId33"/>
    <p:sldId id="887" r:id="rId34"/>
    <p:sldId id="888" r:id="rId35"/>
    <p:sldId id="889" r:id="rId36"/>
    <p:sldId id="890" r:id="rId37"/>
    <p:sldId id="891" r:id="rId38"/>
    <p:sldId id="892" r:id="rId13"/>
    <p:sldId id="893" r:id="rId12"/>
    <p:sldId id="894" r:id="rId11"/>
    <p:sldId id="895" r:id="rId10"/>
    <p:sldId id="896" r:id="rId9"/>
    <p:sldId id="897" r:id="rId8"/>
    <p:sldId id="898" r:id="rId7"/>
    <p:sldId id="899" r:id="rId6"/>
    <p:sldId id="900" r:id="rId5"/>
    <p:sldId id="901" r:id="rId48"/>
    <p:sldId id="902" r:id="rId49"/>
    <p:sldId id="903" r:id="rId50"/>
    <p:sldId id="904" r:id="rId51"/>
    <p:sldId id="905" r:id="rId52"/>
    <p:sldId id="906" r:id="rId53"/>
    <p:sldId id="907" r:id="rId54"/>
    <p:sldId id="908" r:id="rId55"/>
    <p:sldId id="909" r:id="rId56"/>
    <p:sldId id="910" r:id="rId57"/>
    <p:sldId id="911" r:id="rId58"/>
    <p:sldId id="912" r:id="rId59"/>
    <p:sldId id="913" r:id="rId60"/>
    <p:sldId id="914" r:id="rId61"/>
    <p:sldId id="915" r:id="rId62"/>
    <p:sldId id="916" r:id="rId63"/>
    <p:sldId id="917" r:id="rId64"/>
    <p:sldId id="918" r:id="rId65"/>
    <p:sldId id="919" r:id="rId66"/>
    <p:sldId id="920" r:id="rId67"/>
  </p:sldIdLst>
  <p:sldSz cx="12192000" cy="6858000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D55517E-E862-4EF9-9EE4-3D3DDDB67D8E}" v="5" dt="2024-12-16T21:11:47.46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333" autoAdjust="0"/>
    <p:restoredTop sz="87853" autoAdjust="0"/>
  </p:normalViewPr>
  <p:slideViewPr>
    <p:cSldViewPr snapToGrid="0">
      <p:cViewPr varScale="1">
        <p:scale>
          <a:sx n="97" d="100"/>
          <a:sy n="97" d="100"/>
        </p:scale>
        <p:origin x="918" y="60"/>
      </p:cViewPr>
      <p:guideLst/>
    </p:cSldViewPr>
  </p:slideViewPr>
  <p:notesTextViewPr>
    <p:cViewPr>
      <p:scale>
        <a:sx n="125" d="100"/>
        <a:sy n="125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5" Type="http://schemas.openxmlformats.org/officeDocument/2006/relationships/slide" Target="slides/slide39.xml"/><Relationship Id="rId6" Type="http://schemas.openxmlformats.org/officeDocument/2006/relationships/slide" Target="slides/slide38.xml"/><Relationship Id="rId7" Type="http://schemas.openxmlformats.org/officeDocument/2006/relationships/slide" Target="slides/slide37.xml"/><Relationship Id="rId8" Type="http://schemas.openxmlformats.org/officeDocument/2006/relationships/slide" Target="slides/slide36.xml"/><Relationship Id="rId9" Type="http://schemas.openxmlformats.org/officeDocument/2006/relationships/slide" Target="slides/slide35.xml"/><Relationship Id="rId10" Type="http://schemas.openxmlformats.org/officeDocument/2006/relationships/slide" Target="slides/slide34.xml"/><Relationship Id="rId11" Type="http://schemas.openxmlformats.org/officeDocument/2006/relationships/slide" Target="slides/slide33.xml"/><Relationship Id="rId12" Type="http://schemas.openxmlformats.org/officeDocument/2006/relationships/slide" Target="slides/slide32.xml"/><Relationship Id="rId13" Type="http://schemas.openxmlformats.org/officeDocument/2006/relationships/slide" Target="slides/slide31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38" Type="http://schemas.openxmlformats.org/officeDocument/2006/relationships/slide" Target="slides/slide30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Relationship Id="rId46" Type="http://schemas.microsoft.com/office/2016/11/relationships/changesInfo" Target="changesInfos/changesInfo1.xml"/><Relationship Id="rId47" Type="http://schemas.microsoft.com/office/2015/10/relationships/revisionInfo" Target="revisionInfo.xml"/><Relationship Id="rId48" Type="http://schemas.openxmlformats.org/officeDocument/2006/relationships/slide" Target="slides/slide40.xml"/><Relationship Id="rId49" Type="http://schemas.openxmlformats.org/officeDocument/2006/relationships/slide" Target="slides/slide41.xml"/><Relationship Id="rId50" Type="http://schemas.openxmlformats.org/officeDocument/2006/relationships/slide" Target="slides/slide42.xml"/><Relationship Id="rId51" Type="http://schemas.openxmlformats.org/officeDocument/2006/relationships/slide" Target="slides/slide43.xml"/><Relationship Id="rId52" Type="http://schemas.openxmlformats.org/officeDocument/2006/relationships/slide" Target="slides/slide44.xml"/><Relationship Id="rId53" Type="http://schemas.openxmlformats.org/officeDocument/2006/relationships/slide" Target="slides/slide45.xml"/><Relationship Id="rId54" Type="http://schemas.openxmlformats.org/officeDocument/2006/relationships/slide" Target="slides/slide46.xml"/><Relationship Id="rId55" Type="http://schemas.openxmlformats.org/officeDocument/2006/relationships/slide" Target="slides/slide47.xml"/><Relationship Id="rId56" Type="http://schemas.openxmlformats.org/officeDocument/2006/relationships/slide" Target="slides/slide48.xml"/><Relationship Id="rId57" Type="http://schemas.openxmlformats.org/officeDocument/2006/relationships/slide" Target="slides/slide49.xml"/><Relationship Id="rId58" Type="http://schemas.openxmlformats.org/officeDocument/2006/relationships/slide" Target="slides/slide50.xml"/><Relationship Id="rId59" Type="http://schemas.openxmlformats.org/officeDocument/2006/relationships/slide" Target="slides/slide51.xml"/><Relationship Id="rId60" Type="http://schemas.openxmlformats.org/officeDocument/2006/relationships/slide" Target="slides/slide52.xml"/><Relationship Id="rId61" Type="http://schemas.openxmlformats.org/officeDocument/2006/relationships/slide" Target="slides/slide53.xml"/><Relationship Id="rId62" Type="http://schemas.openxmlformats.org/officeDocument/2006/relationships/slide" Target="slides/slide54.xml"/><Relationship Id="rId63" Type="http://schemas.openxmlformats.org/officeDocument/2006/relationships/slide" Target="slides/slide55.xml"/><Relationship Id="rId64" Type="http://schemas.openxmlformats.org/officeDocument/2006/relationships/slide" Target="slides/slide56.xml"/><Relationship Id="rId65" Type="http://schemas.openxmlformats.org/officeDocument/2006/relationships/slide" Target="slides/slide57.xml"/><Relationship Id="rId66" Type="http://schemas.openxmlformats.org/officeDocument/2006/relationships/slide" Target="slides/slide58.xml"/><Relationship Id="rId67" Type="http://schemas.openxmlformats.org/officeDocument/2006/relationships/slide" Target="slides/slide59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ùng Nguyễn" userId="a3264f406de754db" providerId="LiveId" clId="{7D55517E-E862-4EF9-9EE4-3D3DDDB67D8E}"/>
    <pc:docChg chg="undo custSel modSld">
      <pc:chgData name="Hùng Nguyễn" userId="a3264f406de754db" providerId="LiveId" clId="{7D55517E-E862-4EF9-9EE4-3D3DDDB67D8E}" dt="2024-12-16T22:06:24.440" v="97" actId="13926"/>
      <pc:docMkLst>
        <pc:docMk/>
      </pc:docMkLst>
      <pc:sldChg chg="modSp">
        <pc:chgData name="Hùng Nguyễn" userId="a3264f406de754db" providerId="LiveId" clId="{7D55517E-E862-4EF9-9EE4-3D3DDDB67D8E}" dt="2024-12-16T21:07:49.110" v="92" actId="20578"/>
        <pc:sldMkLst>
          <pc:docMk/>
          <pc:sldMk cId="2596464391" sldId="529"/>
        </pc:sldMkLst>
        <pc:spChg chg="mod">
          <ac:chgData name="Hùng Nguyễn" userId="a3264f406de754db" providerId="LiveId" clId="{7D55517E-E862-4EF9-9EE4-3D3DDDB67D8E}" dt="2024-12-16T21:07:49.110" v="92" actId="20578"/>
          <ac:spMkLst>
            <pc:docMk/>
            <pc:sldMk cId="2596464391" sldId="529"/>
            <ac:spMk id="23" creationId="{2F1B6414-76FA-91EC-E1AB-79F9C2951FD1}"/>
          </ac:spMkLst>
        </pc:spChg>
      </pc:sldChg>
      <pc:sldChg chg="modSp mod">
        <pc:chgData name="Hùng Nguyễn" userId="a3264f406de754db" providerId="LiveId" clId="{7D55517E-E862-4EF9-9EE4-3D3DDDB67D8E}" dt="2024-12-16T20:57:12.083" v="3" actId="1076"/>
        <pc:sldMkLst>
          <pc:docMk/>
          <pc:sldMk cId="1681668655" sldId="649"/>
        </pc:sldMkLst>
        <pc:spChg chg="mod">
          <ac:chgData name="Hùng Nguyễn" userId="a3264f406de754db" providerId="LiveId" clId="{7D55517E-E862-4EF9-9EE4-3D3DDDB67D8E}" dt="2024-12-16T20:56:08.716" v="2" actId="21"/>
          <ac:spMkLst>
            <pc:docMk/>
            <pc:sldMk cId="1681668655" sldId="649"/>
            <ac:spMk id="10" creationId="{1BE54C2A-DD18-BC24-F8FA-CF8F2549F0FE}"/>
          </ac:spMkLst>
        </pc:spChg>
        <pc:picChg chg="mod">
          <ac:chgData name="Hùng Nguyễn" userId="a3264f406de754db" providerId="LiveId" clId="{7D55517E-E862-4EF9-9EE4-3D3DDDB67D8E}" dt="2024-12-16T20:57:12.083" v="3" actId="1076"/>
          <ac:picMkLst>
            <pc:docMk/>
            <pc:sldMk cId="1681668655" sldId="649"/>
            <ac:picMk id="1026" creationId="{CF6C067E-6A03-1E65-69C8-2468FE0B2E61}"/>
          </ac:picMkLst>
        </pc:picChg>
      </pc:sldChg>
      <pc:sldChg chg="modSp mod">
        <pc:chgData name="Hùng Nguyễn" userId="a3264f406de754db" providerId="LiveId" clId="{7D55517E-E862-4EF9-9EE4-3D3DDDB67D8E}" dt="2024-12-16T20:59:03.068" v="20" actId="20577"/>
        <pc:sldMkLst>
          <pc:docMk/>
          <pc:sldMk cId="394941886" sldId="878"/>
        </pc:sldMkLst>
        <pc:spChg chg="mod">
          <ac:chgData name="Hùng Nguyễn" userId="a3264f406de754db" providerId="LiveId" clId="{7D55517E-E862-4EF9-9EE4-3D3DDDB67D8E}" dt="2024-12-16T20:59:03.068" v="20" actId="20577"/>
          <ac:spMkLst>
            <pc:docMk/>
            <pc:sldMk cId="394941886" sldId="878"/>
            <ac:spMk id="10" creationId="{1BE54C2A-DD18-BC24-F8FA-CF8F2549F0FE}"/>
          </ac:spMkLst>
        </pc:spChg>
      </pc:sldChg>
      <pc:sldChg chg="modSp mod">
        <pc:chgData name="Hùng Nguyễn" userId="a3264f406de754db" providerId="LiveId" clId="{7D55517E-E862-4EF9-9EE4-3D3DDDB67D8E}" dt="2024-12-16T20:59:28.653" v="21" actId="13926"/>
        <pc:sldMkLst>
          <pc:docMk/>
          <pc:sldMk cId="664769666" sldId="879"/>
        </pc:sldMkLst>
        <pc:spChg chg="mod">
          <ac:chgData name="Hùng Nguyễn" userId="a3264f406de754db" providerId="LiveId" clId="{7D55517E-E862-4EF9-9EE4-3D3DDDB67D8E}" dt="2024-12-16T20:59:28.653" v="21" actId="13926"/>
          <ac:spMkLst>
            <pc:docMk/>
            <pc:sldMk cId="664769666" sldId="879"/>
            <ac:spMk id="10" creationId="{1BE54C2A-DD18-BC24-F8FA-CF8F2549F0FE}"/>
          </ac:spMkLst>
        </pc:spChg>
      </pc:sldChg>
      <pc:sldChg chg="modSp mod">
        <pc:chgData name="Hùng Nguyễn" userId="a3264f406de754db" providerId="LiveId" clId="{7D55517E-E862-4EF9-9EE4-3D3DDDB67D8E}" dt="2024-12-16T21:05:19.913" v="90" actId="13926"/>
        <pc:sldMkLst>
          <pc:docMk/>
          <pc:sldMk cId="1863945830" sldId="882"/>
        </pc:sldMkLst>
        <pc:spChg chg="mod">
          <ac:chgData name="Hùng Nguyễn" userId="a3264f406de754db" providerId="LiveId" clId="{7D55517E-E862-4EF9-9EE4-3D3DDDB67D8E}" dt="2024-12-16T21:05:19.913" v="90" actId="13926"/>
          <ac:spMkLst>
            <pc:docMk/>
            <pc:sldMk cId="1863945830" sldId="882"/>
            <ac:spMk id="10" creationId="{1BE54C2A-DD18-BC24-F8FA-CF8F2549F0FE}"/>
          </ac:spMkLst>
        </pc:spChg>
      </pc:sldChg>
      <pc:sldChg chg="modSp mod">
        <pc:chgData name="Hùng Nguyễn" userId="a3264f406de754db" providerId="LiveId" clId="{7D55517E-E862-4EF9-9EE4-3D3DDDB67D8E}" dt="2024-12-16T21:09:04.607" v="93" actId="13926"/>
        <pc:sldMkLst>
          <pc:docMk/>
          <pc:sldMk cId="3073145533" sldId="884"/>
        </pc:sldMkLst>
        <pc:spChg chg="mod">
          <ac:chgData name="Hùng Nguyễn" userId="a3264f406de754db" providerId="LiveId" clId="{7D55517E-E862-4EF9-9EE4-3D3DDDB67D8E}" dt="2024-12-16T21:09:04.607" v="93" actId="13926"/>
          <ac:spMkLst>
            <pc:docMk/>
            <pc:sldMk cId="3073145533" sldId="884"/>
            <ac:spMk id="23" creationId="{2F1B6414-76FA-91EC-E1AB-79F9C2951FD1}"/>
          </ac:spMkLst>
        </pc:spChg>
      </pc:sldChg>
      <pc:sldChg chg="modSp">
        <pc:chgData name="Hùng Nguyễn" userId="a3264f406de754db" providerId="LiveId" clId="{7D55517E-E862-4EF9-9EE4-3D3DDDB67D8E}" dt="2024-12-16T21:11:47.467" v="95" actId="20578"/>
        <pc:sldMkLst>
          <pc:docMk/>
          <pc:sldMk cId="2268627766" sldId="887"/>
        </pc:sldMkLst>
        <pc:spChg chg="mod">
          <ac:chgData name="Hùng Nguyễn" userId="a3264f406de754db" providerId="LiveId" clId="{7D55517E-E862-4EF9-9EE4-3D3DDDB67D8E}" dt="2024-12-16T21:11:47.467" v="95" actId="20578"/>
          <ac:spMkLst>
            <pc:docMk/>
            <pc:sldMk cId="2268627766" sldId="887"/>
            <ac:spMk id="23" creationId="{2F1B6414-76FA-91EC-E1AB-79F9C2951FD1}"/>
          </ac:spMkLst>
        </pc:spChg>
      </pc:sldChg>
      <pc:sldChg chg="modSp mod">
        <pc:chgData name="Hùng Nguyễn" userId="a3264f406de754db" providerId="LiveId" clId="{7D55517E-E862-4EF9-9EE4-3D3DDDB67D8E}" dt="2024-12-16T21:17:33.777" v="96" actId="13926"/>
        <pc:sldMkLst>
          <pc:docMk/>
          <pc:sldMk cId="2259400226" sldId="889"/>
        </pc:sldMkLst>
        <pc:spChg chg="mod">
          <ac:chgData name="Hùng Nguyễn" userId="a3264f406de754db" providerId="LiveId" clId="{7D55517E-E862-4EF9-9EE4-3D3DDDB67D8E}" dt="2024-12-16T21:17:33.777" v="96" actId="13926"/>
          <ac:spMkLst>
            <pc:docMk/>
            <pc:sldMk cId="2259400226" sldId="889"/>
            <ac:spMk id="23" creationId="{2F1B6414-76FA-91EC-E1AB-79F9C2951FD1}"/>
          </ac:spMkLst>
        </pc:spChg>
      </pc:sldChg>
      <pc:sldChg chg="modSp mod">
        <pc:chgData name="Hùng Nguyễn" userId="a3264f406de754db" providerId="LiveId" clId="{7D55517E-E862-4EF9-9EE4-3D3DDDB67D8E}" dt="2024-12-16T22:06:24.440" v="97" actId="13926"/>
        <pc:sldMkLst>
          <pc:docMk/>
          <pc:sldMk cId="1661536847" sldId="897"/>
        </pc:sldMkLst>
        <pc:spChg chg="mod">
          <ac:chgData name="Hùng Nguyễn" userId="a3264f406de754db" providerId="LiveId" clId="{7D55517E-E862-4EF9-9EE4-3D3DDDB67D8E}" dt="2024-12-16T22:06:24.440" v="97" actId="13926"/>
          <ac:spMkLst>
            <pc:docMk/>
            <pc:sldMk cId="1661536847" sldId="897"/>
            <ac:spMk id="2" creationId="{996F9A6C-FECF-9BFA-1C8B-D07598761C49}"/>
          </ac:spMkLst>
        </pc:spChg>
      </pc:sldChg>
    </pc:docChg>
  </pc:docChgLst>
  <pc:docChgLst>
    <pc:chgData name="Trong-Thuc Hoang" userId="74af82dad18fbf6c" providerId="LiveId" clId="{8372D42A-D0C1-4E4C-865A-97CA549E688F}"/>
    <pc:docChg chg="undo custSel addSld delSld modSld sldOrd">
      <pc:chgData name="Trong-Thuc Hoang" userId="74af82dad18fbf6c" providerId="LiveId" clId="{8372D42A-D0C1-4E4C-865A-97CA549E688F}" dt="2021-09-30T18:16:46.536" v="6078" actId="1076"/>
      <pc:docMkLst>
        <pc:docMk/>
      </pc:docMkLst>
      <pc:sldChg chg="modSp mod">
        <pc:chgData name="Trong-Thuc Hoang" userId="74af82dad18fbf6c" providerId="LiveId" clId="{8372D42A-D0C1-4E4C-865A-97CA549E688F}" dt="2021-09-28T02:16:18.983" v="312" actId="2085"/>
        <pc:sldMkLst>
          <pc:docMk/>
          <pc:sldMk cId="0" sldId="256"/>
        </pc:sldMkLst>
        <pc:spChg chg="mod">
          <ac:chgData name="Trong-Thuc Hoang" userId="74af82dad18fbf6c" providerId="LiveId" clId="{8372D42A-D0C1-4E4C-865A-97CA549E688F}" dt="2021-09-28T02:11:12.493" v="69" actId="122"/>
          <ac:spMkLst>
            <pc:docMk/>
            <pc:sldMk cId="0" sldId="256"/>
            <ac:spMk id="39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6:18.983" v="312" actId="2085"/>
          <ac:spMkLst>
            <pc:docMk/>
            <pc:sldMk cId="0" sldId="256"/>
            <ac:spMk id="40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1:07.370" v="58" actId="20577"/>
          <ac:spMkLst>
            <pc:docMk/>
            <pc:sldMk cId="0" sldId="256"/>
            <ac:spMk id="41" creationId="{00000000-0000-0000-0000-000000000000}"/>
          </ac:spMkLst>
        </pc:spChg>
      </pc:sldChg>
      <pc:sldChg chg="addSp modSp mod">
        <pc:chgData name="Trong-Thuc Hoang" userId="74af82dad18fbf6c" providerId="LiveId" clId="{8372D42A-D0C1-4E4C-865A-97CA549E688F}" dt="2021-09-28T02:16:45.606" v="326" actId="207"/>
        <pc:sldMkLst>
          <pc:docMk/>
          <pc:sldMk cId="0" sldId="260"/>
        </pc:sldMkLst>
        <pc:spChg chg="add mod">
          <ac:chgData name="Trong-Thuc Hoang" userId="74af82dad18fbf6c" providerId="LiveId" clId="{8372D42A-D0C1-4E4C-865A-97CA549E688F}" dt="2021-09-28T02:15:50.761" v="309"/>
          <ac:spMkLst>
            <pc:docMk/>
            <pc:sldMk cId="0" sldId="260"/>
            <ac:spMk id="6" creationId="{AF9D3C03-E9C9-4903-973A-E07E3F486E8A}"/>
          </ac:spMkLst>
        </pc:spChg>
        <pc:spChg chg="add mod">
          <ac:chgData name="Trong-Thuc Hoang" userId="74af82dad18fbf6c" providerId="LiveId" clId="{8372D42A-D0C1-4E4C-865A-97CA549E688F}" dt="2021-09-28T02:15:58.309" v="310"/>
          <ac:spMkLst>
            <pc:docMk/>
            <pc:sldMk cId="0" sldId="260"/>
            <ac:spMk id="8" creationId="{E74905CF-9580-4841-AAEC-D6B501EE967B}"/>
          </ac:spMkLst>
        </pc:spChg>
        <pc:spChg chg="mod">
          <ac:chgData name="Trong-Thuc Hoang" userId="74af82dad18fbf6c" providerId="LiveId" clId="{8372D42A-D0C1-4E4C-865A-97CA549E688F}" dt="2021-09-28T02:16:45.606" v="326" actId="207"/>
          <ac:spMkLst>
            <pc:docMk/>
            <pc:sldMk cId="0" sldId="260"/>
            <ac:spMk id="67" creationId="{00000000-0000-0000-0000-000000000000}"/>
          </ac:spMkLst>
        </pc:spChg>
        <pc:picChg chg="add mod">
          <ac:chgData name="Trong-Thuc Hoang" userId="74af82dad18fbf6c" providerId="LiveId" clId="{8372D42A-D0C1-4E4C-865A-97CA549E688F}" dt="2021-09-28T02:15:58.309" v="310"/>
          <ac:picMkLst>
            <pc:docMk/>
            <pc:sldMk cId="0" sldId="260"/>
            <ac:picMk id="7" creationId="{DC07B64D-F58B-400B-BB25-CCA03CC569B4}"/>
          </ac:picMkLst>
        </pc:picChg>
        <pc:picChg chg="add mod">
          <ac:chgData name="Trong-Thuc Hoang" userId="74af82dad18fbf6c" providerId="LiveId" clId="{8372D42A-D0C1-4E4C-865A-97CA549E688F}" dt="2021-09-28T02:15:58.309" v="310"/>
          <ac:picMkLst>
            <pc:docMk/>
            <pc:sldMk cId="0" sldId="260"/>
            <ac:picMk id="9" creationId="{9DE8A4C6-EF40-4C98-86CA-0B5033F2A770}"/>
          </ac:picMkLst>
        </pc:picChg>
      </pc:sldChg>
      <pc:sldChg chg="del">
        <pc:chgData name="Trong-Thuc Hoang" userId="74af82dad18fbf6c" providerId="LiveId" clId="{8372D42A-D0C1-4E4C-865A-97CA549E688F}" dt="2021-09-28T02:11:18.519" v="70" actId="47"/>
        <pc:sldMkLst>
          <pc:docMk/>
          <pc:sldMk cId="3453131820" sldId="409"/>
        </pc:sldMkLst>
      </pc:sldChg>
      <pc:sldChg chg="del">
        <pc:chgData name="Trong-Thuc Hoang" userId="74af82dad18fbf6c" providerId="LiveId" clId="{8372D42A-D0C1-4E4C-865A-97CA549E688F}" dt="2021-09-28T02:11:18.890" v="72" actId="47"/>
        <pc:sldMkLst>
          <pc:docMk/>
          <pc:sldMk cId="889329703" sldId="411"/>
        </pc:sldMkLst>
      </pc:sldChg>
      <pc:sldChg chg="del">
        <pc:chgData name="Trong-Thuc Hoang" userId="74af82dad18fbf6c" providerId="LiveId" clId="{8372D42A-D0C1-4E4C-865A-97CA549E688F}" dt="2021-09-28T02:11:18.705" v="71" actId="47"/>
        <pc:sldMkLst>
          <pc:docMk/>
          <pc:sldMk cId="3487393316" sldId="412"/>
        </pc:sldMkLst>
      </pc:sldChg>
      <pc:sldChg chg="del">
        <pc:chgData name="Trong-Thuc Hoang" userId="74af82dad18fbf6c" providerId="LiveId" clId="{8372D42A-D0C1-4E4C-865A-97CA549E688F}" dt="2021-09-28T02:11:19.097" v="73" actId="47"/>
        <pc:sldMkLst>
          <pc:docMk/>
          <pc:sldMk cId="4254911953" sldId="413"/>
        </pc:sldMkLst>
      </pc:sldChg>
      <pc:sldChg chg="del">
        <pc:chgData name="Trong-Thuc Hoang" userId="74af82dad18fbf6c" providerId="LiveId" clId="{8372D42A-D0C1-4E4C-865A-97CA549E688F}" dt="2021-09-28T02:11:19.275" v="74" actId="47"/>
        <pc:sldMkLst>
          <pc:docMk/>
          <pc:sldMk cId="1180577483" sldId="414"/>
        </pc:sldMkLst>
      </pc:sldChg>
      <pc:sldChg chg="del">
        <pc:chgData name="Trong-Thuc Hoang" userId="74af82dad18fbf6c" providerId="LiveId" clId="{8372D42A-D0C1-4E4C-865A-97CA549E688F}" dt="2021-09-28T02:11:19.475" v="75" actId="47"/>
        <pc:sldMkLst>
          <pc:docMk/>
          <pc:sldMk cId="3005430158" sldId="415"/>
        </pc:sldMkLst>
      </pc:sldChg>
      <pc:sldChg chg="del">
        <pc:chgData name="Trong-Thuc Hoang" userId="74af82dad18fbf6c" providerId="LiveId" clId="{8372D42A-D0C1-4E4C-865A-97CA549E688F}" dt="2021-09-28T02:11:19.678" v="76" actId="47"/>
        <pc:sldMkLst>
          <pc:docMk/>
          <pc:sldMk cId="3052037786" sldId="416"/>
        </pc:sldMkLst>
      </pc:sldChg>
      <pc:sldChg chg="del">
        <pc:chgData name="Trong-Thuc Hoang" userId="74af82dad18fbf6c" providerId="LiveId" clId="{8372D42A-D0C1-4E4C-865A-97CA549E688F}" dt="2021-09-28T02:11:19.854" v="77" actId="47"/>
        <pc:sldMkLst>
          <pc:docMk/>
          <pc:sldMk cId="3195299664" sldId="417"/>
        </pc:sldMkLst>
      </pc:sldChg>
      <pc:sldChg chg="del">
        <pc:chgData name="Trong-Thuc Hoang" userId="74af82dad18fbf6c" providerId="LiveId" clId="{8372D42A-D0C1-4E4C-865A-97CA549E688F}" dt="2021-09-28T02:11:20.233" v="79" actId="47"/>
        <pc:sldMkLst>
          <pc:docMk/>
          <pc:sldMk cId="669585560" sldId="418"/>
        </pc:sldMkLst>
      </pc:sldChg>
      <pc:sldChg chg="delSp del mod">
        <pc:chgData name="Trong-Thuc Hoang" userId="74af82dad18fbf6c" providerId="LiveId" clId="{8372D42A-D0C1-4E4C-865A-97CA549E688F}" dt="2021-09-28T02:15:31.685" v="300" actId="47"/>
        <pc:sldMkLst>
          <pc:docMk/>
          <pc:sldMk cId="2355887220" sldId="419"/>
        </pc:sldMkLst>
        <pc:picChg chg="del">
          <ac:chgData name="Trong-Thuc Hoang" userId="74af82dad18fbf6c" providerId="LiveId" clId="{8372D42A-D0C1-4E4C-865A-97CA549E688F}" dt="2021-09-28T02:11:22.311" v="82" actId="478"/>
          <ac:picMkLst>
            <pc:docMk/>
            <pc:sldMk cId="2355887220" sldId="419"/>
            <ac:picMk id="7" creationId="{09AD878B-2443-4A58-A63C-337AA155FEC1}"/>
          </ac:picMkLst>
        </pc:picChg>
      </pc:sldChg>
      <pc:sldChg chg="del">
        <pc:chgData name="Trong-Thuc Hoang" userId="74af82dad18fbf6c" providerId="LiveId" clId="{8372D42A-D0C1-4E4C-865A-97CA549E688F}" dt="2021-09-28T02:11:20.622" v="81" actId="47"/>
        <pc:sldMkLst>
          <pc:docMk/>
          <pc:sldMk cId="935151702" sldId="420"/>
        </pc:sldMkLst>
      </pc:sldChg>
      <pc:sldChg chg="delSp modSp add del mod">
        <pc:chgData name="Trong-Thuc Hoang" userId="74af82dad18fbf6c" providerId="LiveId" clId="{8372D42A-D0C1-4E4C-865A-97CA549E688F}" dt="2021-09-28T02:14:54.851" v="251" actId="47"/>
        <pc:sldMkLst>
          <pc:docMk/>
          <pc:sldMk cId="969733559" sldId="420"/>
        </pc:sldMkLst>
        <pc:spChg chg="del">
          <ac:chgData name="Trong-Thuc Hoang" userId="74af82dad18fbf6c" providerId="LiveId" clId="{8372D42A-D0C1-4E4C-865A-97CA549E688F}" dt="2021-09-28T02:11:52.757" v="85" actId="478"/>
          <ac:spMkLst>
            <pc:docMk/>
            <pc:sldMk cId="969733559" sldId="420"/>
            <ac:spMk id="39" creationId="{00000000-0000-0000-0000-000000000000}"/>
          </ac:spMkLst>
        </pc:spChg>
        <pc:spChg chg="del">
          <ac:chgData name="Trong-Thuc Hoang" userId="74af82dad18fbf6c" providerId="LiveId" clId="{8372D42A-D0C1-4E4C-865A-97CA549E688F}" dt="2021-09-28T02:11:51.107" v="84" actId="478"/>
          <ac:spMkLst>
            <pc:docMk/>
            <pc:sldMk cId="969733559" sldId="420"/>
            <ac:spMk id="40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3:02.030" v="165" actId="14100"/>
          <ac:spMkLst>
            <pc:docMk/>
            <pc:sldMk cId="969733559" sldId="420"/>
            <ac:spMk id="41" creationId="{00000000-0000-0000-0000-000000000000}"/>
          </ac:spMkLst>
        </pc:spChg>
      </pc:sldChg>
      <pc:sldChg chg="delSp modSp add mod">
        <pc:chgData name="Trong-Thuc Hoang" userId="74af82dad18fbf6c" providerId="LiveId" clId="{8372D42A-D0C1-4E4C-865A-97CA549E688F}" dt="2021-09-28T02:16:23.117" v="314" actId="207"/>
        <pc:sldMkLst>
          <pc:docMk/>
          <pc:sldMk cId="781326508" sldId="421"/>
        </pc:sldMkLst>
        <pc:spChg chg="del">
          <ac:chgData name="Trong-Thuc Hoang" userId="74af82dad18fbf6c" providerId="LiveId" clId="{8372D42A-D0C1-4E4C-865A-97CA549E688F}" dt="2021-09-28T02:13:17.531" v="167" actId="478"/>
          <ac:spMkLst>
            <pc:docMk/>
            <pc:sldMk cId="781326508" sldId="421"/>
            <ac:spMk id="39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6:23.117" v="314" actId="207"/>
          <ac:spMkLst>
            <pc:docMk/>
            <pc:sldMk cId="781326508" sldId="421"/>
            <ac:spMk id="40" creationId="{00000000-0000-0000-0000-000000000000}"/>
          </ac:spMkLst>
        </pc:spChg>
        <pc:spChg chg="del mod">
          <ac:chgData name="Trong-Thuc Hoang" userId="74af82dad18fbf6c" providerId="LiveId" clId="{8372D42A-D0C1-4E4C-865A-97CA549E688F}" dt="2021-09-28T02:13:40.123" v="188" actId="478"/>
          <ac:spMkLst>
            <pc:docMk/>
            <pc:sldMk cId="781326508" sldId="421"/>
            <ac:spMk id="41" creationId="{00000000-0000-0000-0000-000000000000}"/>
          </ac:spMkLst>
        </pc:spChg>
      </pc:sldChg>
      <pc:sldChg chg="del">
        <pc:chgData name="Trong-Thuc Hoang" userId="74af82dad18fbf6c" providerId="LiveId" clId="{8372D42A-D0C1-4E4C-865A-97CA549E688F}" dt="2021-09-28T02:11:20.052" v="78" actId="47"/>
        <pc:sldMkLst>
          <pc:docMk/>
          <pc:sldMk cId="2169649859" sldId="421"/>
        </pc:sldMkLst>
      </pc:sldChg>
      <pc:sldChg chg="del">
        <pc:chgData name="Trong-Thuc Hoang" userId="74af82dad18fbf6c" providerId="LiveId" clId="{8372D42A-D0C1-4E4C-865A-97CA549E688F}" dt="2021-09-28T02:11:20.421" v="80" actId="47"/>
        <pc:sldMkLst>
          <pc:docMk/>
          <pc:sldMk cId="1528363038" sldId="422"/>
        </pc:sldMkLst>
      </pc:sldChg>
      <pc:sldChg chg="modSp add mod">
        <pc:chgData name="Trong-Thuc Hoang" userId="74af82dad18fbf6c" providerId="LiveId" clId="{8372D42A-D0C1-4E4C-865A-97CA549E688F}" dt="2021-09-28T02:16:30.093" v="318" actId="207"/>
        <pc:sldMkLst>
          <pc:docMk/>
          <pc:sldMk cId="3288063410" sldId="422"/>
        </pc:sldMkLst>
        <pc:spChg chg="mod">
          <ac:chgData name="Trong-Thuc Hoang" userId="74af82dad18fbf6c" providerId="LiveId" clId="{8372D42A-D0C1-4E4C-865A-97CA549E688F}" dt="2021-09-28T02:16:30.093" v="318" actId="207"/>
          <ac:spMkLst>
            <pc:docMk/>
            <pc:sldMk cId="3288063410" sldId="422"/>
            <ac:spMk id="40" creationId="{00000000-0000-0000-0000-000000000000}"/>
          </ac:spMkLst>
        </pc:spChg>
      </pc:sldChg>
      <pc:sldChg chg="modSp add mod">
        <pc:chgData name="Trong-Thuc Hoang" userId="74af82dad18fbf6c" providerId="LiveId" clId="{8372D42A-D0C1-4E4C-865A-97CA549E688F}" dt="2021-09-28T02:16:38.036" v="322" actId="207"/>
        <pc:sldMkLst>
          <pc:docMk/>
          <pc:sldMk cId="3165991195" sldId="423"/>
        </pc:sldMkLst>
        <pc:spChg chg="mod">
          <ac:chgData name="Trong-Thuc Hoang" userId="74af82dad18fbf6c" providerId="LiveId" clId="{8372D42A-D0C1-4E4C-865A-97CA549E688F}" dt="2021-09-28T02:16:38.036" v="322" actId="207"/>
          <ac:spMkLst>
            <pc:docMk/>
            <pc:sldMk cId="3165991195" sldId="423"/>
            <ac:spMk id="40" creationId="{00000000-0000-0000-0000-000000000000}"/>
          </ac:spMkLst>
        </pc:spChg>
      </pc:sldChg>
      <pc:sldChg chg="addSp delSp modSp add mod">
        <pc:chgData name="Trong-Thuc Hoang" userId="74af82dad18fbf6c" providerId="LiveId" clId="{8372D42A-D0C1-4E4C-865A-97CA549E688F}" dt="2021-09-28T17:56:08.275" v="341" actId="1076"/>
        <pc:sldMkLst>
          <pc:docMk/>
          <pc:sldMk cId="3254777054" sldId="424"/>
        </pc:sldMkLst>
        <pc:spChg chg="add del mod">
          <ac:chgData name="Trong-Thuc Hoang" userId="74af82dad18fbf6c" providerId="LiveId" clId="{8372D42A-D0C1-4E4C-865A-97CA549E688F}" dt="2021-09-28T17:56:06.305" v="340" actId="478"/>
          <ac:spMkLst>
            <pc:docMk/>
            <pc:sldMk cId="3254777054" sldId="424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8T02:15:05.476" v="269" actId="113"/>
          <ac:spMkLst>
            <pc:docMk/>
            <pc:sldMk cId="3254777054" sldId="424"/>
            <ac:spMk id="10" creationId="{CB76DC60-C0C9-436D-8956-EE4CA394869E}"/>
          </ac:spMkLst>
        </pc:spChg>
        <pc:spChg chg="mod">
          <ac:chgData name="Trong-Thuc Hoang" userId="74af82dad18fbf6c" providerId="LiveId" clId="{8372D42A-D0C1-4E4C-865A-97CA549E688F}" dt="2021-09-28T02:16:27.010" v="316" actId="207"/>
          <ac:spMkLst>
            <pc:docMk/>
            <pc:sldMk cId="3254777054" sldId="424"/>
            <ac:spMk id="63" creationId="{00000000-0000-0000-0000-000000000000}"/>
          </ac:spMkLst>
        </pc:spChg>
        <pc:picChg chg="add mod ord">
          <ac:chgData name="Trong-Thuc Hoang" userId="74af82dad18fbf6c" providerId="LiveId" clId="{8372D42A-D0C1-4E4C-865A-97CA549E688F}" dt="2021-09-28T17:56:08.275" v="341" actId="1076"/>
          <ac:picMkLst>
            <pc:docMk/>
            <pc:sldMk cId="3254777054" sldId="424"/>
            <ac:picMk id="3" creationId="{84D05E83-D716-4D10-A452-9CFA9C97C143}"/>
          </ac:picMkLst>
        </pc:picChg>
      </pc:sldChg>
      <pc:sldChg chg="add del">
        <pc:chgData name="Trong-Thuc Hoang" userId="74af82dad18fbf6c" providerId="LiveId" clId="{8372D42A-D0C1-4E4C-865A-97CA549E688F}" dt="2021-09-28T02:15:08.597" v="270" actId="47"/>
        <pc:sldMkLst>
          <pc:docMk/>
          <pc:sldMk cId="1451896661" sldId="425"/>
        </pc:sldMkLst>
      </pc:sldChg>
      <pc:sldChg chg="addSp delSp modSp add mod">
        <pc:chgData name="Trong-Thuc Hoang" userId="74af82dad18fbf6c" providerId="LiveId" clId="{8372D42A-D0C1-4E4C-865A-97CA549E688F}" dt="2021-09-30T17:27:13.232" v="4225" actId="20577"/>
        <pc:sldMkLst>
          <pc:docMk/>
          <pc:sldMk cId="2706916780" sldId="425"/>
        </pc:sldMkLst>
        <pc:spChg chg="add del mod">
          <ac:chgData name="Trong-Thuc Hoang" userId="74af82dad18fbf6c" providerId="LiveId" clId="{8372D42A-D0C1-4E4C-865A-97CA549E688F}" dt="2021-09-30T15:35:54.662" v="2858" actId="478"/>
          <ac:spMkLst>
            <pc:docMk/>
            <pc:sldMk cId="2706916780" sldId="425"/>
            <ac:spMk id="2" creationId="{B20416AB-074C-4509-8855-594AB346C87E}"/>
          </ac:spMkLst>
        </pc:spChg>
        <pc:spChg chg="del mod">
          <ac:chgData name="Trong-Thuc Hoang" userId="74af82dad18fbf6c" providerId="LiveId" clId="{8372D42A-D0C1-4E4C-865A-97CA549E688F}" dt="2021-09-30T15:35:55.585" v="2859" actId="478"/>
          <ac:spMkLst>
            <pc:docMk/>
            <pc:sldMk cId="2706916780" sldId="425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9T02:40:42.028" v="2383" actId="20577"/>
          <ac:spMkLst>
            <pc:docMk/>
            <pc:sldMk cId="2706916780" sldId="425"/>
            <ac:spMk id="10" creationId="{CB76DC60-C0C9-436D-8956-EE4CA394869E}"/>
          </ac:spMkLst>
        </pc:spChg>
        <pc:spChg chg="add del mod">
          <ac:chgData name="Trong-Thuc Hoang" userId="74af82dad18fbf6c" providerId="LiveId" clId="{8372D42A-D0C1-4E4C-865A-97CA549E688F}" dt="2021-09-30T15:32:48.413" v="2743" actId="478"/>
          <ac:spMkLst>
            <pc:docMk/>
            <pc:sldMk cId="2706916780" sldId="425"/>
            <ac:spMk id="11" creationId="{1C54F0FC-8F0F-4125-BB82-1B92C6E37EBA}"/>
          </ac:spMkLst>
        </pc:spChg>
        <pc:spChg chg="add mod">
          <ac:chgData name="Trong-Thuc Hoang" userId="74af82dad18fbf6c" providerId="LiveId" clId="{8372D42A-D0C1-4E4C-865A-97CA549E688F}" dt="2021-09-30T17:19:38.170" v="3690" actId="207"/>
          <ac:spMkLst>
            <pc:docMk/>
            <pc:sldMk cId="2706916780" sldId="425"/>
            <ac:spMk id="12" creationId="{D6EB564E-2EDF-4DE6-B3AE-77B91B98AB16}"/>
          </ac:spMkLst>
        </pc:spChg>
        <pc:spChg chg="add del mod">
          <ac:chgData name="Trong-Thuc Hoang" userId="74af82dad18fbf6c" providerId="LiveId" clId="{8372D42A-D0C1-4E4C-865A-97CA549E688F}" dt="2021-09-30T17:14:41.728" v="3350" actId="478"/>
          <ac:spMkLst>
            <pc:docMk/>
            <pc:sldMk cId="2706916780" sldId="425"/>
            <ac:spMk id="13" creationId="{D37E89E8-D26B-4F6E-ABA1-4DF09507A5D2}"/>
          </ac:spMkLst>
        </pc:spChg>
        <pc:spChg chg="add del mod">
          <ac:chgData name="Trong-Thuc Hoang" userId="74af82dad18fbf6c" providerId="LiveId" clId="{8372D42A-D0C1-4E4C-865A-97CA549E688F}" dt="2021-09-30T15:57:57.617" v="3169" actId="478"/>
          <ac:spMkLst>
            <pc:docMk/>
            <pc:sldMk cId="2706916780" sldId="425"/>
            <ac:spMk id="14" creationId="{94AF0D11-8202-4F7F-A7D8-F4F7FAEFA7A3}"/>
          </ac:spMkLst>
        </pc:spChg>
        <pc:spChg chg="add mod">
          <ac:chgData name="Trong-Thuc Hoang" userId="74af82dad18fbf6c" providerId="LiveId" clId="{8372D42A-D0C1-4E4C-865A-97CA549E688F}" dt="2021-09-30T17:27:13.232" v="4225" actId="20577"/>
          <ac:spMkLst>
            <pc:docMk/>
            <pc:sldMk cId="2706916780" sldId="425"/>
            <ac:spMk id="15" creationId="{90AEFB8B-4418-40EF-85BE-10955C311760}"/>
          </ac:spMkLst>
        </pc:spChg>
        <pc:spChg chg="add mod">
          <ac:chgData name="Trong-Thuc Hoang" userId="74af82dad18fbf6c" providerId="LiveId" clId="{8372D42A-D0C1-4E4C-865A-97CA549E688F}" dt="2021-09-30T15:32:16.196" v="2730" actId="113"/>
          <ac:spMkLst>
            <pc:docMk/>
            <pc:sldMk cId="2706916780" sldId="425"/>
            <ac:spMk id="16" creationId="{F6B00377-BCC5-4D28-82AB-94BA6C5F0F50}"/>
          </ac:spMkLst>
        </pc:spChg>
        <pc:spChg chg="add del mod">
          <ac:chgData name="Trong-Thuc Hoang" userId="74af82dad18fbf6c" providerId="LiveId" clId="{8372D42A-D0C1-4E4C-865A-97CA549E688F}" dt="2021-09-30T15:44:42.022" v="2958" actId="478"/>
          <ac:spMkLst>
            <pc:docMk/>
            <pc:sldMk cId="2706916780" sldId="425"/>
            <ac:spMk id="17" creationId="{CE86D63F-8898-4F2B-A550-1C9FDD2E5A35}"/>
          </ac:spMkLst>
        </pc:spChg>
        <pc:spChg chg="add mod">
          <ac:chgData name="Trong-Thuc Hoang" userId="74af82dad18fbf6c" providerId="LiveId" clId="{8372D42A-D0C1-4E4C-865A-97CA549E688F}" dt="2021-09-30T15:48:40.270" v="3020" actId="1582"/>
          <ac:spMkLst>
            <pc:docMk/>
            <pc:sldMk cId="2706916780" sldId="425"/>
            <ac:spMk id="18" creationId="{2C29FF1D-AF73-4D1C-9956-B4E87DA24889}"/>
          </ac:spMkLst>
        </pc:spChg>
        <pc:spChg chg="add mod">
          <ac:chgData name="Trong-Thuc Hoang" userId="74af82dad18fbf6c" providerId="LiveId" clId="{8372D42A-D0C1-4E4C-865A-97CA549E688F}" dt="2021-09-30T15:48:49.087" v="3023" actId="1076"/>
          <ac:spMkLst>
            <pc:docMk/>
            <pc:sldMk cId="2706916780" sldId="425"/>
            <ac:spMk id="26" creationId="{E27DEEFA-A1AB-4EB6-8AE1-F3233A9BB407}"/>
          </ac:spMkLst>
        </pc:spChg>
        <pc:spChg chg="add del mod">
          <ac:chgData name="Trong-Thuc Hoang" userId="74af82dad18fbf6c" providerId="LiveId" clId="{8372D42A-D0C1-4E4C-865A-97CA549E688F}" dt="2021-09-30T17:14:41.728" v="3350" actId="478"/>
          <ac:spMkLst>
            <pc:docMk/>
            <pc:sldMk cId="2706916780" sldId="425"/>
            <ac:spMk id="30" creationId="{455F6F0B-94B3-43DD-A655-2591A7D69AB8}"/>
          </ac:spMkLst>
        </pc:spChg>
        <pc:spChg chg="add del mod">
          <ac:chgData name="Trong-Thuc Hoang" userId="74af82dad18fbf6c" providerId="LiveId" clId="{8372D42A-D0C1-4E4C-865A-97CA549E688F}" dt="2021-09-30T15:47:35.637" v="3004" actId="478"/>
          <ac:spMkLst>
            <pc:docMk/>
            <pc:sldMk cId="2706916780" sldId="425"/>
            <ac:spMk id="32" creationId="{37FB749E-0A89-4B77-AC81-B5B7F4A3EE4A}"/>
          </ac:spMkLst>
        </pc:spChg>
        <pc:spChg chg="add del mod">
          <ac:chgData name="Trong-Thuc Hoang" userId="74af82dad18fbf6c" providerId="LiveId" clId="{8372D42A-D0C1-4E4C-865A-97CA549E688F}" dt="2021-09-30T17:14:27.364" v="3341" actId="478"/>
          <ac:spMkLst>
            <pc:docMk/>
            <pc:sldMk cId="2706916780" sldId="425"/>
            <ac:spMk id="35" creationId="{C617E987-58CE-407F-98BB-C8988DBECD9D}"/>
          </ac:spMkLst>
        </pc:spChg>
        <pc:spChg chg="add del mod">
          <ac:chgData name="Trong-Thuc Hoang" userId="74af82dad18fbf6c" providerId="LiveId" clId="{8372D42A-D0C1-4E4C-865A-97CA549E688F}" dt="2021-09-30T17:14:41.728" v="3350" actId="478"/>
          <ac:spMkLst>
            <pc:docMk/>
            <pc:sldMk cId="2706916780" sldId="425"/>
            <ac:spMk id="40" creationId="{6224BF12-E8B7-4DE4-B721-B058F85E170B}"/>
          </ac:spMkLst>
        </pc:spChg>
        <pc:spChg chg="add del mod">
          <ac:chgData name="Trong-Thuc Hoang" userId="74af82dad18fbf6c" providerId="LiveId" clId="{8372D42A-D0C1-4E4C-865A-97CA549E688F}" dt="2021-09-30T17:14:44.364" v="3352" actId="478"/>
          <ac:spMkLst>
            <pc:docMk/>
            <pc:sldMk cId="2706916780" sldId="425"/>
            <ac:spMk id="55" creationId="{036CEE61-4909-47C5-8747-E0B65530ACA5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56" creationId="{A264AEBD-0A81-44F6-9D04-B374D6FAD332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58" creationId="{6F77F7B9-6A58-4F9F-809A-81CD728ADA52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59" creationId="{80A12C25-44B3-48A9-903F-18B9B234F999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60" creationId="{E608D1AA-2941-4B61-AA61-779EC36EF8A7}"/>
          </ac:spMkLst>
        </pc:spChg>
        <pc:spChg chg="mod">
          <ac:chgData name="Trong-Thuc Hoang" userId="74af82dad18fbf6c" providerId="LiveId" clId="{8372D42A-D0C1-4E4C-865A-97CA549E688F}" dt="2021-09-28T02:16:34.255" v="320" actId="207"/>
          <ac:spMkLst>
            <pc:docMk/>
            <pc:sldMk cId="2706916780" sldId="425"/>
            <ac:spMk id="63" creationId="{00000000-0000-0000-0000-000000000000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67" creationId="{0FE8C50E-DA81-4CA9-AF43-CC1E323C2556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70" creationId="{E17B7F04-087A-4F10-B8D1-BA831F43B745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71" creationId="{35839DFD-570C-4643-BE6F-5CBB364B8630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74" creationId="{C2A89031-861B-43CC-9124-F9758159E441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76" creationId="{97F0BEC0-88A0-41DB-B235-20CFFACC03C0}"/>
          </ac:spMkLst>
        </pc:spChg>
        <pc:spChg chg="add mod">
          <ac:chgData name="Trong-Thuc Hoang" userId="74af82dad18fbf6c" providerId="LiveId" clId="{8372D42A-D0C1-4E4C-865A-97CA549E688F}" dt="2021-09-30T15:59:46.424" v="3195" actId="1076"/>
          <ac:spMkLst>
            <pc:docMk/>
            <pc:sldMk cId="2706916780" sldId="425"/>
            <ac:spMk id="80" creationId="{1B9CE19C-9B9F-4D5A-BE0F-0B05B3467A83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81" creationId="{E5884A9D-7A36-4A44-A915-03DA52F5E0A2}"/>
          </ac:spMkLst>
        </pc:spChg>
        <pc:spChg chg="add del mod">
          <ac:chgData name="Trong-Thuc Hoang" userId="74af82dad18fbf6c" providerId="LiveId" clId="{8372D42A-D0C1-4E4C-865A-97CA549E688F}" dt="2021-09-30T17:09:11.166" v="3248" actId="478"/>
          <ac:spMkLst>
            <pc:docMk/>
            <pc:sldMk cId="2706916780" sldId="425"/>
            <ac:spMk id="82" creationId="{C42089AC-54AE-4F3C-B7C5-AB781C8307AE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93" creationId="{AF49A075-12CD-45EA-B242-01EA745A9750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98" creationId="{3DC2396B-8E56-4687-AB86-7E5FD1047720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99" creationId="{A6DCB00C-1559-4EA1-AF51-C4124AA60176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2" creationId="{3C080CD5-6B48-4C8C-B7FE-D06541C5F284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3" creationId="{F100CD1F-DDFA-42EA-8A99-191A02EA757A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5" creationId="{C4DEEAEA-46DA-466D-A3A4-00D24190A969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6" creationId="{EA5548A5-EC4F-4544-AC78-9C2DB40BB739}"/>
          </ac:spMkLst>
        </pc:spChg>
        <pc:spChg chg="add del mod">
          <ac:chgData name="Trong-Thuc Hoang" userId="74af82dad18fbf6c" providerId="LiveId" clId="{8372D42A-D0C1-4E4C-865A-97CA549E688F}" dt="2021-09-30T17:14:32.310" v="3345" actId="478"/>
          <ac:spMkLst>
            <pc:docMk/>
            <pc:sldMk cId="2706916780" sldId="425"/>
            <ac:spMk id="111" creationId="{AD7A6478-60A1-43D5-9087-9236D9497E86}"/>
          </ac:spMkLst>
        </pc:spChg>
        <pc:cxnChg chg="add mod">
          <ac:chgData name="Trong-Thuc Hoang" userId="74af82dad18fbf6c" providerId="LiveId" clId="{8372D42A-D0C1-4E4C-865A-97CA549E688F}" dt="2021-09-30T15:48:46.423" v="3022" actId="1076"/>
          <ac:cxnSpMkLst>
            <pc:docMk/>
            <pc:sldMk cId="2706916780" sldId="425"/>
            <ac:cxnSpMk id="4" creationId="{5A306D08-5F08-40E3-A145-39995C736AB7}"/>
          </ac:cxnSpMkLst>
        </pc:cxnChg>
        <pc:cxnChg chg="add del mod">
          <ac:chgData name="Trong-Thuc Hoang" userId="74af82dad18fbf6c" providerId="LiveId" clId="{8372D42A-D0C1-4E4C-865A-97CA549E688F}" dt="2021-09-30T17:14:38.608" v="3348" actId="478"/>
          <ac:cxnSpMkLst>
            <pc:docMk/>
            <pc:sldMk cId="2706916780" sldId="425"/>
            <ac:cxnSpMk id="9" creationId="{24D3AFC3-A6B2-4EA9-9D83-6CD81C2D6A24}"/>
          </ac:cxnSpMkLst>
        </pc:cxnChg>
        <pc:cxnChg chg="add del mod">
          <ac:chgData name="Trong-Thuc Hoang" userId="74af82dad18fbf6c" providerId="LiveId" clId="{8372D42A-D0C1-4E4C-865A-97CA549E688F}" dt="2021-09-30T17:14:41.728" v="3350" actId="478"/>
          <ac:cxnSpMkLst>
            <pc:docMk/>
            <pc:sldMk cId="2706916780" sldId="425"/>
            <ac:cxnSpMk id="19" creationId="{DF3DCC4B-3C3D-4DD5-8123-3CDCC04536E8}"/>
          </ac:cxnSpMkLst>
        </pc:cxnChg>
        <pc:cxnChg chg="add del mod">
          <ac:chgData name="Trong-Thuc Hoang" userId="74af82dad18fbf6c" providerId="LiveId" clId="{8372D42A-D0C1-4E4C-865A-97CA549E688F}" dt="2021-09-30T17:14:28.166" v="3342" actId="478"/>
          <ac:cxnSpMkLst>
            <pc:docMk/>
            <pc:sldMk cId="2706916780" sldId="425"/>
            <ac:cxnSpMk id="28" creationId="{04EC425D-6EF9-4DCF-A28B-C4E223D4BFB5}"/>
          </ac:cxnSpMkLst>
        </pc:cxnChg>
        <pc:cxnChg chg="add del mod">
          <ac:chgData name="Trong-Thuc Hoang" userId="74af82dad18fbf6c" providerId="LiveId" clId="{8372D42A-D0C1-4E4C-865A-97CA549E688F}" dt="2021-09-30T17:14:41.728" v="3350" actId="478"/>
          <ac:cxnSpMkLst>
            <pc:docMk/>
            <pc:sldMk cId="2706916780" sldId="425"/>
            <ac:cxnSpMk id="31" creationId="{4A9F9B2F-2C18-4198-8A18-A3494936D890}"/>
          </ac:cxnSpMkLst>
        </pc:cxnChg>
        <pc:cxnChg chg="add del mod">
          <ac:chgData name="Trong-Thuc Hoang" userId="74af82dad18fbf6c" providerId="LiveId" clId="{8372D42A-D0C1-4E4C-865A-97CA549E688F}" dt="2021-09-30T17:14:29.841" v="3343" actId="478"/>
          <ac:cxnSpMkLst>
            <pc:docMk/>
            <pc:sldMk cId="2706916780" sldId="425"/>
            <ac:cxnSpMk id="54" creationId="{C35F91D4-803B-47D1-A0FB-BDB7505BC9EB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57" creationId="{A58DB654-19E9-4184-8166-87644AF84146}"/>
          </ac:cxnSpMkLst>
        </pc:cxnChg>
        <pc:cxnChg chg="add del mod">
          <ac:chgData name="Trong-Thuc Hoang" userId="74af82dad18fbf6c" providerId="LiveId" clId="{8372D42A-D0C1-4E4C-865A-97CA549E688F}" dt="2021-09-30T15:55:17.954" v="3137" actId="478"/>
          <ac:cxnSpMkLst>
            <pc:docMk/>
            <pc:sldMk cId="2706916780" sldId="425"/>
            <ac:cxnSpMk id="64" creationId="{9DB63674-D61B-4208-AA78-0FC329A94F16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65" creationId="{C441BE28-F25E-45BD-A41E-2B54912EF466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68" creationId="{3CD03CA5-A527-4BB0-BA75-0B8D4F5F59B1}"/>
          </ac:cxnSpMkLst>
        </pc:cxnChg>
        <pc:cxnChg chg="add del mod">
          <ac:chgData name="Trong-Thuc Hoang" userId="74af82dad18fbf6c" providerId="LiveId" clId="{8372D42A-D0C1-4E4C-865A-97CA549E688F}" dt="2021-09-30T17:14:39.471" v="3349" actId="478"/>
          <ac:cxnSpMkLst>
            <pc:docMk/>
            <pc:sldMk cId="2706916780" sldId="425"/>
            <ac:cxnSpMk id="69" creationId="{64310648-8FC2-4D91-99F6-B3FAD5711380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75" creationId="{7EB4F8C8-88D3-4B50-817B-B0A799FD57CB}"/>
          </ac:cxnSpMkLst>
        </pc:cxnChg>
        <pc:cxnChg chg="add del mod">
          <ac:chgData name="Trong-Thuc Hoang" userId="74af82dad18fbf6c" providerId="LiveId" clId="{8372D42A-D0C1-4E4C-865A-97CA549E688F}" dt="2021-09-30T17:14:43.315" v="3351" actId="478"/>
          <ac:cxnSpMkLst>
            <pc:docMk/>
            <pc:sldMk cId="2706916780" sldId="425"/>
            <ac:cxnSpMk id="92" creationId="{E4056D8B-F6D7-420C-982F-2CCD2C1AC8E9}"/>
          </ac:cxnSpMkLst>
        </pc:cxnChg>
        <pc:cxnChg chg="add del mod">
          <ac:chgData name="Trong-Thuc Hoang" userId="74af82dad18fbf6c" providerId="LiveId" clId="{8372D42A-D0C1-4E4C-865A-97CA549E688F}" dt="2021-09-30T17:14:35.176" v="3346" actId="478"/>
          <ac:cxnSpMkLst>
            <pc:docMk/>
            <pc:sldMk cId="2706916780" sldId="425"/>
            <ac:cxnSpMk id="100" creationId="{39249C0B-742B-4AAB-AE35-A5D5EAD3BB8B}"/>
          </ac:cxnSpMkLst>
        </pc:cxnChg>
        <pc:cxnChg chg="add del mod">
          <ac:chgData name="Trong-Thuc Hoang" userId="74af82dad18fbf6c" providerId="LiveId" clId="{8372D42A-D0C1-4E4C-865A-97CA549E688F}" dt="2021-09-30T17:14:35.176" v="3346" actId="478"/>
          <ac:cxnSpMkLst>
            <pc:docMk/>
            <pc:sldMk cId="2706916780" sldId="425"/>
            <ac:cxnSpMk id="104" creationId="{FFDDA8C1-07E2-491D-A131-BCA105B98B75}"/>
          </ac:cxnSpMkLst>
        </pc:cxnChg>
        <pc:cxnChg chg="add del mod">
          <ac:chgData name="Trong-Thuc Hoang" userId="74af82dad18fbf6c" providerId="LiveId" clId="{8372D42A-D0C1-4E4C-865A-97CA549E688F}" dt="2021-09-30T17:14:35.176" v="3346" actId="478"/>
          <ac:cxnSpMkLst>
            <pc:docMk/>
            <pc:sldMk cId="2706916780" sldId="425"/>
            <ac:cxnSpMk id="107" creationId="{8DED88BB-8D29-4384-8DB8-1DBC110F524F}"/>
          </ac:cxnSpMkLst>
        </pc:cxnChg>
        <pc:cxnChg chg="add del mod">
          <ac:chgData name="Trong-Thuc Hoang" userId="74af82dad18fbf6c" providerId="LiveId" clId="{8372D42A-D0C1-4E4C-865A-97CA549E688F}" dt="2021-09-30T17:14:30.506" v="3344" actId="478"/>
          <ac:cxnSpMkLst>
            <pc:docMk/>
            <pc:sldMk cId="2706916780" sldId="425"/>
            <ac:cxnSpMk id="108" creationId="{8AAFF0B4-767C-4101-9448-C315EE4CEF38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113" creationId="{7410CD16-C658-436E-954F-C3369861267D}"/>
          </ac:cxnSpMkLst>
        </pc:cxnChg>
        <pc:cxnChg chg="add del mod">
          <ac:chgData name="Trong-Thuc Hoang" userId="74af82dad18fbf6c" providerId="LiveId" clId="{8372D42A-D0C1-4E4C-865A-97CA549E688F}" dt="2021-09-30T17:14:41.728" v="3350" actId="478"/>
          <ac:cxnSpMkLst>
            <pc:docMk/>
            <pc:sldMk cId="2706916780" sldId="425"/>
            <ac:cxnSpMk id="117" creationId="{40A0755F-76A4-4A95-988E-E575B90DCB7C}"/>
          </ac:cxnSpMkLst>
        </pc:cxnChg>
      </pc:sldChg>
      <pc:sldChg chg="addSp delSp modSp add mod">
        <pc:chgData name="Trong-Thuc Hoang" userId="74af82dad18fbf6c" providerId="LiveId" clId="{8372D42A-D0C1-4E4C-865A-97CA549E688F}" dt="2021-09-30T17:59:58.845" v="5647" actId="14100"/>
        <pc:sldMkLst>
          <pc:docMk/>
          <pc:sldMk cId="1311341793" sldId="426"/>
        </pc:sldMkLst>
        <pc:spChg chg="del">
          <ac:chgData name="Trong-Thuc Hoang" userId="74af82dad18fbf6c" providerId="LiveId" clId="{8372D42A-D0C1-4E4C-865A-97CA549E688F}" dt="2021-09-30T17:57:15.322" v="5530" actId="478"/>
          <ac:spMkLst>
            <pc:docMk/>
            <pc:sldMk cId="1311341793" sldId="426"/>
            <ac:spMk id="5" creationId="{F7855ACE-6A94-4D19-8E9E-146ED26D40B0}"/>
          </ac:spMkLst>
        </pc:spChg>
        <pc:spChg chg="add mod">
          <ac:chgData name="Trong-Thuc Hoang" userId="74af82dad18fbf6c" providerId="LiveId" clId="{8372D42A-D0C1-4E4C-865A-97CA549E688F}" dt="2021-09-30T17:59:54.366" v="5645" actId="14100"/>
          <ac:spMkLst>
            <pc:docMk/>
            <pc:sldMk cId="1311341793" sldId="426"/>
            <ac:spMk id="9" creationId="{6C551CF4-0809-497D-8F93-9B801D42AB33}"/>
          </ac:spMkLst>
        </pc:spChg>
        <pc:spChg chg="mod">
          <ac:chgData name="Trong-Thuc Hoang" userId="74af82dad18fbf6c" providerId="LiveId" clId="{8372D42A-D0C1-4E4C-865A-97CA549E688F}" dt="2021-09-28T02:15:35.721" v="308" actId="20577"/>
          <ac:spMkLst>
            <pc:docMk/>
            <pc:sldMk cId="1311341793" sldId="426"/>
            <ac:spMk id="10" creationId="{CB76DC60-C0C9-436D-8956-EE4CA394869E}"/>
          </ac:spMkLst>
        </pc:spChg>
        <pc:spChg chg="add del mod">
          <ac:chgData name="Trong-Thuc Hoang" userId="74af82dad18fbf6c" providerId="LiveId" clId="{8372D42A-D0C1-4E4C-865A-97CA549E688F}" dt="2021-09-30T17:58:50.797" v="5600" actId="478"/>
          <ac:spMkLst>
            <pc:docMk/>
            <pc:sldMk cId="1311341793" sldId="426"/>
            <ac:spMk id="11" creationId="{19767369-5316-4F07-8D4A-6B54BF9233C8}"/>
          </ac:spMkLst>
        </pc:spChg>
        <pc:spChg chg="add mod">
          <ac:chgData name="Trong-Thuc Hoang" userId="74af82dad18fbf6c" providerId="LiveId" clId="{8372D42A-D0C1-4E4C-865A-97CA549E688F}" dt="2021-09-30T17:59:58.845" v="5647" actId="14100"/>
          <ac:spMkLst>
            <pc:docMk/>
            <pc:sldMk cId="1311341793" sldId="426"/>
            <ac:spMk id="12" creationId="{F31FCA47-B041-4DE5-8EEB-C9FAFC20EB93}"/>
          </ac:spMkLst>
        </pc:spChg>
        <pc:spChg chg="mod">
          <ac:chgData name="Trong-Thuc Hoang" userId="74af82dad18fbf6c" providerId="LiveId" clId="{8372D42A-D0C1-4E4C-865A-97CA549E688F}" dt="2021-09-28T02:16:41.590" v="324" actId="207"/>
          <ac:spMkLst>
            <pc:docMk/>
            <pc:sldMk cId="1311341793" sldId="426"/>
            <ac:spMk id="63" creationId="{00000000-0000-0000-0000-000000000000}"/>
          </ac:spMkLst>
        </pc:spChg>
        <pc:picChg chg="add mod">
          <ac:chgData name="Trong-Thuc Hoang" userId="74af82dad18fbf6c" providerId="LiveId" clId="{8372D42A-D0C1-4E4C-865A-97CA549E688F}" dt="2021-09-30T17:59:24.842" v="5630" actId="14100"/>
          <ac:picMkLst>
            <pc:docMk/>
            <pc:sldMk cId="1311341793" sldId="426"/>
            <ac:picMk id="7" creationId="{CE248AF9-D6DA-42B3-BE70-D2BDF7F472C0}"/>
          </ac:picMkLst>
        </pc:picChg>
        <pc:picChg chg="add mod">
          <ac:chgData name="Trong-Thuc Hoang" userId="74af82dad18fbf6c" providerId="LiveId" clId="{8372D42A-D0C1-4E4C-865A-97CA549E688F}" dt="2021-09-30T17:58:45.608" v="5599" actId="1076"/>
          <ac:picMkLst>
            <pc:docMk/>
            <pc:sldMk cId="1311341793" sldId="426"/>
            <ac:picMk id="8" creationId="{7A36C857-E75B-4571-8462-BF3EB9A63E2F}"/>
          </ac:picMkLst>
        </pc:picChg>
      </pc:sldChg>
      <pc:sldChg chg="addSp modSp add mod">
        <pc:chgData name="Trong-Thuc Hoang" userId="74af82dad18fbf6c" providerId="LiveId" clId="{8372D42A-D0C1-4E4C-865A-97CA549E688F}" dt="2021-09-28T20:58:26.057" v="2332"/>
        <pc:sldMkLst>
          <pc:docMk/>
          <pc:sldMk cId="1875431218" sldId="427"/>
        </pc:sldMkLst>
        <pc:spChg chg="mod">
          <ac:chgData name="Trong-Thuc Hoang" userId="74af82dad18fbf6c" providerId="LiveId" clId="{8372D42A-D0C1-4E4C-865A-97CA549E688F}" dt="2021-09-28T18:01:40.408" v="667" actId="1076"/>
          <ac:spMkLst>
            <pc:docMk/>
            <pc:sldMk cId="1875431218" sldId="427"/>
            <ac:spMk id="5" creationId="{F7855ACE-6A94-4D19-8E9E-146ED26D40B0}"/>
          </ac:spMkLst>
        </pc:spChg>
        <pc:spChg chg="add mod">
          <ac:chgData name="Trong-Thuc Hoang" userId="74af82dad18fbf6c" providerId="LiveId" clId="{8372D42A-D0C1-4E4C-865A-97CA549E688F}" dt="2021-09-28T20:58:26.057" v="2332"/>
          <ac:spMkLst>
            <pc:docMk/>
            <pc:sldMk cId="1875431218" sldId="427"/>
            <ac:spMk id="8" creationId="{51867311-569B-4619-9C86-F78A60E0E300}"/>
          </ac:spMkLst>
        </pc:spChg>
        <pc:spChg chg="add mod">
          <ac:chgData name="Trong-Thuc Hoang" userId="74af82dad18fbf6c" providerId="LiveId" clId="{8372D42A-D0C1-4E4C-865A-97CA549E688F}" dt="2021-09-28T19:48:32.606" v="1217" actId="20577"/>
          <ac:spMkLst>
            <pc:docMk/>
            <pc:sldMk cId="1875431218" sldId="427"/>
            <ac:spMk id="9" creationId="{14CABBD3-F2A5-4AE0-944B-73647886E772}"/>
          </ac:spMkLst>
        </pc:spChg>
        <pc:picChg chg="mod">
          <ac:chgData name="Trong-Thuc Hoang" userId="74af82dad18fbf6c" providerId="LiveId" clId="{8372D42A-D0C1-4E4C-865A-97CA549E688F}" dt="2021-09-28T18:01:16.802" v="662" actId="1076"/>
          <ac:picMkLst>
            <pc:docMk/>
            <pc:sldMk cId="1875431218" sldId="427"/>
            <ac:picMk id="3" creationId="{84D05E83-D716-4D10-A452-9CFA9C97C143}"/>
          </ac:picMkLst>
        </pc:picChg>
      </pc:sldChg>
      <pc:sldChg chg="addSp delSp modSp add mod">
        <pc:chgData name="Trong-Thuc Hoang" userId="74af82dad18fbf6c" providerId="LiveId" clId="{8372D42A-D0C1-4E4C-865A-97CA549E688F}" dt="2021-09-29T02:39:13.791" v="2363" actId="1076"/>
        <pc:sldMkLst>
          <pc:docMk/>
          <pc:sldMk cId="4128233178" sldId="428"/>
        </pc:sldMkLst>
        <pc:spChg chg="del">
          <ac:chgData name="Trong-Thuc Hoang" userId="74af82dad18fbf6c" providerId="LiveId" clId="{8372D42A-D0C1-4E4C-865A-97CA549E688F}" dt="2021-09-28T18:01:51.381" v="671" actId="478"/>
          <ac:spMkLst>
            <pc:docMk/>
            <pc:sldMk cId="4128233178" sldId="428"/>
            <ac:spMk id="5" creationId="{F7855ACE-6A94-4D19-8E9E-146ED26D40B0}"/>
          </ac:spMkLst>
        </pc:spChg>
        <pc:spChg chg="del mod">
          <ac:chgData name="Trong-Thuc Hoang" userId="74af82dad18fbf6c" providerId="LiveId" clId="{8372D42A-D0C1-4E4C-865A-97CA549E688F}" dt="2021-09-28T18:02:08.994" v="674" actId="478"/>
          <ac:spMkLst>
            <pc:docMk/>
            <pc:sldMk cId="4128233178" sldId="428"/>
            <ac:spMk id="8" creationId="{51867311-569B-4619-9C86-F78A60E0E300}"/>
          </ac:spMkLst>
        </pc:spChg>
        <pc:spChg chg="mod">
          <ac:chgData name="Trong-Thuc Hoang" userId="74af82dad18fbf6c" providerId="LiveId" clId="{8372D42A-D0C1-4E4C-865A-97CA549E688F}" dt="2021-09-29T02:39:11.233" v="2362" actId="1076"/>
          <ac:spMkLst>
            <pc:docMk/>
            <pc:sldMk cId="4128233178" sldId="428"/>
            <ac:spMk id="9" creationId="{14CABBD3-F2A5-4AE0-944B-73647886E772}"/>
          </ac:spMkLst>
        </pc:spChg>
        <pc:spChg chg="add mod">
          <ac:chgData name="Trong-Thuc Hoang" userId="74af82dad18fbf6c" providerId="LiveId" clId="{8372D42A-D0C1-4E4C-865A-97CA549E688F}" dt="2021-09-29T02:39:13.791" v="2363" actId="1076"/>
          <ac:spMkLst>
            <pc:docMk/>
            <pc:sldMk cId="4128233178" sldId="428"/>
            <ac:spMk id="12" creationId="{16042B2D-5D9A-46EE-A0A4-DB9911D8D584}"/>
          </ac:spMkLst>
        </pc:spChg>
        <pc:spChg chg="add del mod">
          <ac:chgData name="Trong-Thuc Hoang" userId="74af82dad18fbf6c" providerId="LiveId" clId="{8372D42A-D0C1-4E4C-865A-97CA549E688F}" dt="2021-09-28T19:44:06.379" v="894" actId="478"/>
          <ac:spMkLst>
            <pc:docMk/>
            <pc:sldMk cId="4128233178" sldId="428"/>
            <ac:spMk id="13" creationId="{17E73A47-A39E-4070-B8B7-E6FBBB317ED8}"/>
          </ac:spMkLst>
        </pc:spChg>
        <pc:picChg chg="del">
          <ac:chgData name="Trong-Thuc Hoang" userId="74af82dad18fbf6c" providerId="LiveId" clId="{8372D42A-D0C1-4E4C-865A-97CA549E688F}" dt="2021-09-28T18:01:43.983" v="668" actId="478"/>
          <ac:picMkLst>
            <pc:docMk/>
            <pc:sldMk cId="4128233178" sldId="428"/>
            <ac:picMk id="3" creationId="{84D05E83-D716-4D10-A452-9CFA9C97C143}"/>
          </ac:picMkLst>
        </pc:picChg>
        <pc:picChg chg="add mod ord">
          <ac:chgData name="Trong-Thuc Hoang" userId="74af82dad18fbf6c" providerId="LiveId" clId="{8372D42A-D0C1-4E4C-865A-97CA549E688F}" dt="2021-09-28T18:01:47.403" v="670" actId="167"/>
          <ac:picMkLst>
            <pc:docMk/>
            <pc:sldMk cId="4128233178" sldId="428"/>
            <ac:picMk id="11" creationId="{745F1B78-7FC7-4742-9B8C-F8D82A180397}"/>
          </ac:picMkLst>
        </pc:picChg>
      </pc:sldChg>
      <pc:sldChg chg="modSp add mod">
        <pc:chgData name="Trong-Thuc Hoang" userId="74af82dad18fbf6c" providerId="LiveId" clId="{8372D42A-D0C1-4E4C-865A-97CA549E688F}" dt="2021-09-28T19:43:06.009" v="877" actId="20577"/>
        <pc:sldMkLst>
          <pc:docMk/>
          <pc:sldMk cId="557860979" sldId="429"/>
        </pc:sldMkLst>
        <pc:spChg chg="mod">
          <ac:chgData name="Trong-Thuc Hoang" userId="74af82dad18fbf6c" providerId="LiveId" clId="{8372D42A-D0C1-4E4C-865A-97CA549E688F}" dt="2021-09-28T19:43:06.009" v="877" actId="20577"/>
          <ac:spMkLst>
            <pc:docMk/>
            <pc:sldMk cId="557860979" sldId="429"/>
            <ac:spMk id="40" creationId="{00000000-0000-0000-0000-000000000000}"/>
          </ac:spMkLst>
        </pc:spChg>
      </pc:sldChg>
      <pc:sldChg chg="addSp delSp modSp add mod">
        <pc:chgData name="Trong-Thuc Hoang" userId="74af82dad18fbf6c" providerId="LiveId" clId="{8372D42A-D0C1-4E4C-865A-97CA549E688F}" dt="2021-09-28T21:00:01.520" v="2361" actId="20577"/>
        <pc:sldMkLst>
          <pc:docMk/>
          <pc:sldMk cId="3060954198" sldId="430"/>
        </pc:sldMkLst>
        <pc:spChg chg="mod">
          <ac:chgData name="Trong-Thuc Hoang" userId="74af82dad18fbf6c" providerId="LiveId" clId="{8372D42A-D0C1-4E4C-865A-97CA549E688F}" dt="2021-09-28T21:00:01.520" v="2361" actId="20577"/>
          <ac:spMkLst>
            <pc:docMk/>
            <pc:sldMk cId="3060954198" sldId="430"/>
            <ac:spMk id="9" creationId="{14CABBD3-F2A5-4AE0-944B-73647886E772}"/>
          </ac:spMkLst>
        </pc:spChg>
        <pc:spChg chg="mod">
          <ac:chgData name="Trong-Thuc Hoang" userId="74af82dad18fbf6c" providerId="LiveId" clId="{8372D42A-D0C1-4E4C-865A-97CA549E688F}" dt="2021-09-28T19:46:18.447" v="1017" actId="1076"/>
          <ac:spMkLst>
            <pc:docMk/>
            <pc:sldMk cId="3060954198" sldId="430"/>
            <ac:spMk id="12" creationId="{16042B2D-5D9A-46EE-A0A4-DB9911D8D584}"/>
          </ac:spMkLst>
        </pc:spChg>
        <pc:picChg chg="add mod ord">
          <ac:chgData name="Trong-Thuc Hoang" userId="74af82dad18fbf6c" providerId="LiveId" clId="{8372D42A-D0C1-4E4C-865A-97CA549E688F}" dt="2021-09-28T19:49:15.635" v="1228" actId="1076"/>
          <ac:picMkLst>
            <pc:docMk/>
            <pc:sldMk cId="3060954198" sldId="430"/>
            <ac:picMk id="3" creationId="{47EC3837-E076-4FA1-9E22-8A005EED23BD}"/>
          </ac:picMkLst>
        </pc:picChg>
        <pc:picChg chg="del">
          <ac:chgData name="Trong-Thuc Hoang" userId="74af82dad18fbf6c" providerId="LiveId" clId="{8372D42A-D0C1-4E4C-865A-97CA549E688F}" dt="2021-09-28T19:45:25.389" v="1004" actId="478"/>
          <ac:picMkLst>
            <pc:docMk/>
            <pc:sldMk cId="3060954198" sldId="430"/>
            <ac:picMk id="11" creationId="{745F1B78-7FC7-4742-9B8C-F8D82A180397}"/>
          </ac:picMkLst>
        </pc:picChg>
      </pc:sldChg>
      <pc:sldChg chg="addSp delSp modSp add mod">
        <pc:chgData name="Trong-Thuc Hoang" userId="74af82dad18fbf6c" providerId="LiveId" clId="{8372D42A-D0C1-4E4C-865A-97CA549E688F}" dt="2021-09-28T19:56:51.068" v="1692" actId="478"/>
        <pc:sldMkLst>
          <pc:docMk/>
          <pc:sldMk cId="3468509138" sldId="431"/>
        </pc:sldMkLst>
        <pc:spChg chg="add del mod">
          <ac:chgData name="Trong-Thuc Hoang" userId="74af82dad18fbf6c" providerId="LiveId" clId="{8372D42A-D0C1-4E4C-865A-97CA549E688F}" dt="2021-09-28T19:56:51.068" v="1692" actId="478"/>
          <ac:spMkLst>
            <pc:docMk/>
            <pc:sldMk cId="3468509138" sldId="431"/>
            <ac:spMk id="4" creationId="{EFF45110-C4F8-4E83-8F0C-C90AD238626F}"/>
          </ac:spMkLst>
        </pc:spChg>
        <pc:spChg chg="del mod">
          <ac:chgData name="Trong-Thuc Hoang" userId="74af82dad18fbf6c" providerId="LiveId" clId="{8372D42A-D0C1-4E4C-865A-97CA549E688F}" dt="2021-09-28T19:50:24.212" v="1260" actId="478"/>
          <ac:spMkLst>
            <pc:docMk/>
            <pc:sldMk cId="3468509138" sldId="431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8T19:49:55.756" v="1250" actId="20577"/>
          <ac:spMkLst>
            <pc:docMk/>
            <pc:sldMk cId="3468509138" sldId="431"/>
            <ac:spMk id="10" creationId="{CB76DC60-C0C9-436D-8956-EE4CA394869E}"/>
          </ac:spMkLst>
        </pc:spChg>
        <pc:picChg chg="add mod ord">
          <ac:chgData name="Trong-Thuc Hoang" userId="74af82dad18fbf6c" providerId="LiveId" clId="{8372D42A-D0C1-4E4C-865A-97CA549E688F}" dt="2021-09-28T19:50:19.509" v="1258" actId="1076"/>
          <ac:picMkLst>
            <pc:docMk/>
            <pc:sldMk cId="3468509138" sldId="431"/>
            <ac:picMk id="3" creationId="{798F6911-2945-4A2F-90D7-310E4B442C4C}"/>
          </ac:picMkLst>
        </pc:picChg>
      </pc:sldChg>
      <pc:sldChg chg="addSp modSp add mod">
        <pc:chgData name="Trong-Thuc Hoang" userId="74af82dad18fbf6c" providerId="LiveId" clId="{8372D42A-D0C1-4E4C-865A-97CA549E688F}" dt="2021-09-30T17:56:10.644" v="5529" actId="6549"/>
        <pc:sldMkLst>
          <pc:docMk/>
          <pc:sldMk cId="2967571690" sldId="432"/>
        </pc:sldMkLst>
        <pc:spChg chg="mod">
          <ac:chgData name="Trong-Thuc Hoang" userId="74af82dad18fbf6c" providerId="LiveId" clId="{8372D42A-D0C1-4E4C-865A-97CA549E688F}" dt="2021-09-30T17:56:10.644" v="5529" actId="6549"/>
          <ac:spMkLst>
            <pc:docMk/>
            <pc:sldMk cId="2967571690" sldId="432"/>
            <ac:spMk id="5" creationId="{F7855ACE-6A94-4D19-8E9E-146ED26D40B0}"/>
          </ac:spMkLst>
        </pc:spChg>
        <pc:spChg chg="add mod">
          <ac:chgData name="Trong-Thuc Hoang" userId="74af82dad18fbf6c" providerId="LiveId" clId="{8372D42A-D0C1-4E4C-865A-97CA549E688F}" dt="2021-09-28T19:55:01.726" v="1662" actId="14100"/>
          <ac:spMkLst>
            <pc:docMk/>
            <pc:sldMk cId="2967571690" sldId="432"/>
            <ac:spMk id="8" creationId="{18955937-9543-4EE6-8BDD-B9ACD91302C5}"/>
          </ac:spMkLst>
        </pc:spChg>
        <pc:spChg chg="add mod">
          <ac:chgData name="Trong-Thuc Hoang" userId="74af82dad18fbf6c" providerId="LiveId" clId="{8372D42A-D0C1-4E4C-865A-97CA549E688F}" dt="2021-09-28T19:55:13.038" v="1668" actId="14100"/>
          <ac:spMkLst>
            <pc:docMk/>
            <pc:sldMk cId="2967571690" sldId="432"/>
            <ac:spMk id="9" creationId="{DF86E970-0155-487D-9B7A-789CF4D89C75}"/>
          </ac:spMkLst>
        </pc:spChg>
        <pc:spChg chg="add mod">
          <ac:chgData name="Trong-Thuc Hoang" userId="74af82dad18fbf6c" providerId="LiveId" clId="{8372D42A-D0C1-4E4C-865A-97CA549E688F}" dt="2021-09-28T19:56:11.457" v="1691" actId="1076"/>
          <ac:spMkLst>
            <pc:docMk/>
            <pc:sldMk cId="2967571690" sldId="432"/>
            <ac:spMk id="11" creationId="{B31F4E7B-0FF7-42D8-9948-6F8349D25DDA}"/>
          </ac:spMkLst>
        </pc:spChg>
        <pc:spChg chg="add mod">
          <ac:chgData name="Trong-Thuc Hoang" userId="74af82dad18fbf6c" providerId="LiveId" clId="{8372D42A-D0C1-4E4C-865A-97CA549E688F}" dt="2021-09-28T19:55:56.008" v="1686" actId="113"/>
          <ac:spMkLst>
            <pc:docMk/>
            <pc:sldMk cId="2967571690" sldId="432"/>
            <ac:spMk id="12" creationId="{4BAEBE83-683F-4817-BAAC-B84660C34A1F}"/>
          </ac:spMkLst>
        </pc:spChg>
        <pc:picChg chg="mod">
          <ac:chgData name="Trong-Thuc Hoang" userId="74af82dad18fbf6c" providerId="LiveId" clId="{8372D42A-D0C1-4E4C-865A-97CA549E688F}" dt="2021-09-28T19:54:23.489" v="1651" actId="1076"/>
          <ac:picMkLst>
            <pc:docMk/>
            <pc:sldMk cId="2967571690" sldId="432"/>
            <ac:picMk id="3" creationId="{798F6911-2945-4A2F-90D7-310E4B442C4C}"/>
          </ac:picMkLst>
        </pc:picChg>
      </pc:sldChg>
      <pc:sldChg chg="addSp delSp modSp add mod">
        <pc:chgData name="Trong-Thuc Hoang" userId="74af82dad18fbf6c" providerId="LiveId" clId="{8372D42A-D0C1-4E4C-865A-97CA549E688F}" dt="2021-09-29T02:40:33.072" v="2382"/>
        <pc:sldMkLst>
          <pc:docMk/>
          <pc:sldMk cId="785919542" sldId="433"/>
        </pc:sldMkLst>
        <pc:spChg chg="mod">
          <ac:chgData name="Trong-Thuc Hoang" userId="74af82dad18fbf6c" providerId="LiveId" clId="{8372D42A-D0C1-4E4C-865A-97CA549E688F}" dt="2021-09-29T02:40:33.072" v="2382"/>
          <ac:spMkLst>
            <pc:docMk/>
            <pc:sldMk cId="785919542" sldId="433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8T19:57:26.106" v="1704" actId="14100"/>
          <ac:spMkLst>
            <pc:docMk/>
            <pc:sldMk cId="785919542" sldId="433"/>
            <ac:spMk id="8" creationId="{18955937-9543-4EE6-8BDD-B9ACD91302C5}"/>
          </ac:spMkLst>
        </pc:spChg>
        <pc:spChg chg="del">
          <ac:chgData name="Trong-Thuc Hoang" userId="74af82dad18fbf6c" providerId="LiveId" clId="{8372D42A-D0C1-4E4C-865A-97CA549E688F}" dt="2021-09-28T19:57:00.285" v="1695" actId="478"/>
          <ac:spMkLst>
            <pc:docMk/>
            <pc:sldMk cId="785919542" sldId="433"/>
            <ac:spMk id="9" creationId="{DF86E970-0155-487D-9B7A-789CF4D89C75}"/>
          </ac:spMkLst>
        </pc:spChg>
        <pc:spChg chg="del mod">
          <ac:chgData name="Trong-Thuc Hoang" userId="74af82dad18fbf6c" providerId="LiveId" clId="{8372D42A-D0C1-4E4C-865A-97CA549E688F}" dt="2021-09-28T19:57:07.701" v="1697" actId="478"/>
          <ac:spMkLst>
            <pc:docMk/>
            <pc:sldMk cId="785919542" sldId="433"/>
            <ac:spMk id="11" creationId="{B31F4E7B-0FF7-42D8-9948-6F8349D25DDA}"/>
          </ac:spMkLst>
        </pc:spChg>
        <pc:spChg chg="mod">
          <ac:chgData name="Trong-Thuc Hoang" userId="74af82dad18fbf6c" providerId="LiveId" clId="{8372D42A-D0C1-4E4C-865A-97CA549E688F}" dt="2021-09-28T19:57:35.159" v="1706" actId="1076"/>
          <ac:spMkLst>
            <pc:docMk/>
            <pc:sldMk cId="785919542" sldId="433"/>
            <ac:spMk id="12" creationId="{4BAEBE83-683F-4817-BAAC-B84660C34A1F}"/>
          </ac:spMkLst>
        </pc:spChg>
        <pc:spChg chg="add mod">
          <ac:chgData name="Trong-Thuc Hoang" userId="74af82dad18fbf6c" providerId="LiveId" clId="{8372D42A-D0C1-4E4C-865A-97CA549E688F}" dt="2021-09-28T19:58:21.477" v="1717" actId="1076"/>
          <ac:spMkLst>
            <pc:docMk/>
            <pc:sldMk cId="785919542" sldId="433"/>
            <ac:spMk id="13" creationId="{2BC5C378-5B9A-43E6-89F8-AB921BCB44BB}"/>
          </ac:spMkLst>
        </pc:spChg>
        <pc:spChg chg="add mod">
          <ac:chgData name="Trong-Thuc Hoang" userId="74af82dad18fbf6c" providerId="LiveId" clId="{8372D42A-D0C1-4E4C-865A-97CA549E688F}" dt="2021-09-28T19:59:53.430" v="1752" actId="1582"/>
          <ac:spMkLst>
            <pc:docMk/>
            <pc:sldMk cId="785919542" sldId="433"/>
            <ac:spMk id="19" creationId="{853FFAD3-ED8F-4319-9830-1DDBF3501302}"/>
          </ac:spMkLst>
        </pc:spChg>
        <pc:picChg chg="mod">
          <ac:chgData name="Trong-Thuc Hoang" userId="74af82dad18fbf6c" providerId="LiveId" clId="{8372D42A-D0C1-4E4C-865A-97CA549E688F}" dt="2021-09-28T19:57:09.950" v="1699" actId="1076"/>
          <ac:picMkLst>
            <pc:docMk/>
            <pc:sldMk cId="785919542" sldId="433"/>
            <ac:picMk id="3" creationId="{798F6911-2945-4A2F-90D7-310E4B442C4C}"/>
          </ac:picMkLst>
        </pc:picChg>
        <pc:cxnChg chg="add mod">
          <ac:chgData name="Trong-Thuc Hoang" userId="74af82dad18fbf6c" providerId="LiveId" clId="{8372D42A-D0C1-4E4C-865A-97CA549E688F}" dt="2021-09-28T19:58:31.618" v="1721" actId="1076"/>
          <ac:cxnSpMkLst>
            <pc:docMk/>
            <pc:sldMk cId="785919542" sldId="433"/>
            <ac:cxnSpMk id="4" creationId="{B803F59A-6FAF-4989-8AF7-0C2FD2BF0B28}"/>
          </ac:cxnSpMkLst>
        </pc:cxnChg>
        <pc:cxnChg chg="add mod">
          <ac:chgData name="Trong-Thuc Hoang" userId="74af82dad18fbf6c" providerId="LiveId" clId="{8372D42A-D0C1-4E4C-865A-97CA549E688F}" dt="2021-09-28T19:58:57.691" v="1726" actId="14100"/>
          <ac:cxnSpMkLst>
            <pc:docMk/>
            <pc:sldMk cId="785919542" sldId="433"/>
            <ac:cxnSpMk id="7" creationId="{C263C378-CF58-415E-821B-05D6BDB52011}"/>
          </ac:cxnSpMkLst>
        </pc:cxnChg>
      </pc:sldChg>
      <pc:sldChg chg="add del">
        <pc:chgData name="Trong-Thuc Hoang" userId="74af82dad18fbf6c" providerId="LiveId" clId="{8372D42A-D0C1-4E4C-865A-97CA549E688F}" dt="2021-09-30T17:21:45.810" v="3871" actId="47"/>
        <pc:sldMkLst>
          <pc:docMk/>
          <pc:sldMk cId="1803014258" sldId="434"/>
        </pc:sldMkLst>
      </pc:sldChg>
      <pc:sldChg chg="delSp modSp add mod">
        <pc:chgData name="Trong-Thuc Hoang" userId="74af82dad18fbf6c" providerId="LiveId" clId="{8372D42A-D0C1-4E4C-865A-97CA549E688F}" dt="2021-09-30T17:27:21.232" v="4229" actId="14100"/>
        <pc:sldMkLst>
          <pc:docMk/>
          <pc:sldMk cId="390649157" sldId="435"/>
        </pc:sldMkLst>
        <pc:spChg chg="mod">
          <ac:chgData name="Trong-Thuc Hoang" userId="74af82dad18fbf6c" providerId="LiveId" clId="{8372D42A-D0C1-4E4C-865A-97CA549E688F}" dt="2021-09-30T17:19:42.686" v="3691" actId="207"/>
          <ac:spMkLst>
            <pc:docMk/>
            <pc:sldMk cId="390649157" sldId="435"/>
            <ac:spMk id="13" creationId="{D37E89E8-D26B-4F6E-ABA1-4DF09507A5D2}"/>
          </ac:spMkLst>
        </pc:spChg>
        <pc:spChg chg="mod">
          <ac:chgData name="Trong-Thuc Hoang" userId="74af82dad18fbf6c" providerId="LiveId" clId="{8372D42A-D0C1-4E4C-865A-97CA549E688F}" dt="2021-09-30T17:27:21.232" v="4229" actId="14100"/>
          <ac:spMkLst>
            <pc:docMk/>
            <pc:sldMk cId="390649157" sldId="435"/>
            <ac:spMk id="15" creationId="{90AEFB8B-4418-40EF-85BE-10955C311760}"/>
          </ac:spMkLst>
        </pc:spChg>
        <pc:spChg chg="del">
          <ac:chgData name="Trong-Thuc Hoang" userId="74af82dad18fbf6c" providerId="LiveId" clId="{8372D42A-D0C1-4E4C-865A-97CA549E688F}" dt="2021-09-30T17:15:35.393" v="3384" actId="478"/>
          <ac:spMkLst>
            <pc:docMk/>
            <pc:sldMk cId="390649157" sldId="435"/>
            <ac:spMk id="55" creationId="{036CEE61-4909-47C5-8747-E0B65530ACA5}"/>
          </ac:spMkLst>
        </pc:spChg>
        <pc:spChg chg="del">
          <ac:chgData name="Trong-Thuc Hoang" userId="74af82dad18fbf6c" providerId="LiveId" clId="{8372D42A-D0C1-4E4C-865A-97CA549E688F}" dt="2021-09-30T17:15:26.542" v="3381" actId="478"/>
          <ac:spMkLst>
            <pc:docMk/>
            <pc:sldMk cId="390649157" sldId="435"/>
            <ac:spMk id="56" creationId="{A264AEBD-0A81-44F6-9D04-B374D6FAD332}"/>
          </ac:spMkLst>
        </pc:spChg>
        <pc:spChg chg="del">
          <ac:chgData name="Trong-Thuc Hoang" userId="74af82dad18fbf6c" providerId="LiveId" clId="{8372D42A-D0C1-4E4C-865A-97CA549E688F}" dt="2021-09-30T17:15:23.993" v="3380" actId="478"/>
          <ac:spMkLst>
            <pc:docMk/>
            <pc:sldMk cId="390649157" sldId="435"/>
            <ac:spMk id="58" creationId="{6F77F7B9-6A58-4F9F-809A-81CD728ADA52}"/>
          </ac:spMkLst>
        </pc:spChg>
        <pc:spChg chg="del">
          <ac:chgData name="Trong-Thuc Hoang" userId="74af82dad18fbf6c" providerId="LiveId" clId="{8372D42A-D0C1-4E4C-865A-97CA549E688F}" dt="2021-09-30T17:15:26.542" v="3381" actId="478"/>
          <ac:spMkLst>
            <pc:docMk/>
            <pc:sldMk cId="390649157" sldId="435"/>
            <ac:spMk id="59" creationId="{80A12C25-44B3-48A9-903F-18B9B234F999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60" creationId="{E608D1AA-2941-4B61-AA61-779EC36EF8A7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67" creationId="{0FE8C50E-DA81-4CA9-AF43-CC1E323C2556}"/>
          </ac:spMkLst>
        </pc:spChg>
        <pc:spChg chg="del">
          <ac:chgData name="Trong-Thuc Hoang" userId="74af82dad18fbf6c" providerId="LiveId" clId="{8372D42A-D0C1-4E4C-865A-97CA549E688F}" dt="2021-09-30T17:15:23.993" v="3380" actId="478"/>
          <ac:spMkLst>
            <pc:docMk/>
            <pc:sldMk cId="390649157" sldId="435"/>
            <ac:spMk id="70" creationId="{E17B7F04-087A-4F10-B8D1-BA831F43B745}"/>
          </ac:spMkLst>
        </pc:spChg>
        <pc:spChg chg="del">
          <ac:chgData name="Trong-Thuc Hoang" userId="74af82dad18fbf6c" providerId="LiveId" clId="{8372D42A-D0C1-4E4C-865A-97CA549E688F}" dt="2021-09-30T17:15:18.427" v="3376" actId="478"/>
          <ac:spMkLst>
            <pc:docMk/>
            <pc:sldMk cId="390649157" sldId="435"/>
            <ac:spMk id="71" creationId="{35839DFD-570C-4643-BE6F-5CBB364B8630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74" creationId="{C2A89031-861B-43CC-9124-F9758159E441}"/>
          </ac:spMkLst>
        </pc:spChg>
        <pc:spChg chg="del mod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81" creationId="{E5884A9D-7A36-4A44-A915-03DA52F5E0A2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15:23.993" v="3380" actId="478"/>
          <ac:spMkLst>
            <pc:docMk/>
            <pc:sldMk cId="390649157" sldId="435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15:28.162" v="3382" actId="478"/>
          <ac:spMkLst>
            <pc:docMk/>
            <pc:sldMk cId="390649157" sldId="435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15:29.491" v="3383" actId="478"/>
          <ac:cxnSpMkLst>
            <pc:docMk/>
            <pc:sldMk cId="390649157" sldId="435"/>
            <ac:cxnSpMk id="9" creationId="{24D3AFC3-A6B2-4EA9-9D83-6CD81C2D6A24}"/>
          </ac:cxnSpMkLst>
        </pc:cxnChg>
        <pc:cxnChg chg="del">
          <ac:chgData name="Trong-Thuc Hoang" userId="74af82dad18fbf6c" providerId="LiveId" clId="{8372D42A-D0C1-4E4C-865A-97CA549E688F}" dt="2021-09-30T17:15:22.483" v="3379" actId="478"/>
          <ac:cxnSpMkLst>
            <pc:docMk/>
            <pc:sldMk cId="390649157" sldId="435"/>
            <ac:cxnSpMk id="54" creationId="{C35F91D4-803B-47D1-A0FB-BDB7505BC9EB}"/>
          </ac:cxnSpMkLst>
        </pc:cxnChg>
        <pc:cxnChg chg="del mod">
          <ac:chgData name="Trong-Thuc Hoang" userId="74af82dad18fbf6c" providerId="LiveId" clId="{8372D42A-D0C1-4E4C-865A-97CA549E688F}" dt="2021-09-30T17:15:23.993" v="3380" actId="478"/>
          <ac:cxnSpMkLst>
            <pc:docMk/>
            <pc:sldMk cId="390649157" sldId="435"/>
            <ac:cxnSpMk id="57" creationId="{A58DB654-19E9-4184-8166-87644AF84146}"/>
          </ac:cxnSpMkLst>
        </pc:cxnChg>
        <pc:cxnChg chg="del mod">
          <ac:chgData name="Trong-Thuc Hoang" userId="74af82dad18fbf6c" providerId="LiveId" clId="{8372D42A-D0C1-4E4C-865A-97CA549E688F}" dt="2021-09-30T17:15:26.542" v="3381" actId="478"/>
          <ac:cxnSpMkLst>
            <pc:docMk/>
            <pc:sldMk cId="390649157" sldId="435"/>
            <ac:cxnSpMk id="65" creationId="{C441BE28-F25E-45BD-A41E-2B54912EF466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68" creationId="{3CD03CA5-A527-4BB0-BA75-0B8D4F5F59B1}"/>
          </ac:cxnSpMkLst>
        </pc:cxnChg>
        <pc:cxnChg chg="del">
          <ac:chgData name="Trong-Thuc Hoang" userId="74af82dad18fbf6c" providerId="LiveId" clId="{8372D42A-D0C1-4E4C-865A-97CA549E688F}" dt="2021-09-30T17:15:16.108" v="3374" actId="478"/>
          <ac:cxnSpMkLst>
            <pc:docMk/>
            <pc:sldMk cId="390649157" sldId="435"/>
            <ac:cxnSpMk id="69" creationId="{64310648-8FC2-4D91-99F6-B3FAD5711380}"/>
          </ac:cxnSpMkLst>
        </pc:cxnChg>
        <pc:cxnChg chg="del mod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75" creationId="{7EB4F8C8-88D3-4B50-817B-B0A799FD57CB}"/>
          </ac:cxnSpMkLst>
        </pc:cxnChg>
        <pc:cxnChg chg="del mod">
          <ac:chgData name="Trong-Thuc Hoang" userId="74af82dad18fbf6c" providerId="LiveId" clId="{8372D42A-D0C1-4E4C-865A-97CA549E688F}" dt="2021-09-30T17:15:23.993" v="3380" actId="478"/>
          <ac:cxnSpMkLst>
            <pc:docMk/>
            <pc:sldMk cId="390649157" sldId="435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13" creationId="{7410CD16-C658-436E-954F-C3369861267D}"/>
          </ac:cxnSpMkLst>
        </pc:cxnChg>
        <pc:cxnChg chg="del">
          <ac:chgData name="Trong-Thuc Hoang" userId="74af82dad18fbf6c" providerId="LiveId" clId="{8372D42A-D0C1-4E4C-865A-97CA549E688F}" dt="2021-09-30T17:15:17.425" v="3375" actId="478"/>
          <ac:cxnSpMkLst>
            <pc:docMk/>
            <pc:sldMk cId="390649157" sldId="435"/>
            <ac:cxnSpMk id="117" creationId="{40A0755F-76A4-4A95-988E-E575B90DCB7C}"/>
          </ac:cxnSpMkLst>
        </pc:cxnChg>
      </pc:sldChg>
      <pc:sldChg chg="delSp modSp add mod">
        <pc:chgData name="Trong-Thuc Hoang" userId="74af82dad18fbf6c" providerId="LiveId" clId="{8372D42A-D0C1-4E4C-865A-97CA549E688F}" dt="2021-09-30T17:51:23.252" v="5361" actId="14100"/>
        <pc:sldMkLst>
          <pc:docMk/>
          <pc:sldMk cId="187343156" sldId="436"/>
        </pc:sldMkLst>
        <pc:spChg chg="mod">
          <ac:chgData name="Trong-Thuc Hoang" userId="74af82dad18fbf6c" providerId="LiveId" clId="{8372D42A-D0C1-4E4C-865A-97CA549E688F}" dt="2021-09-30T17:51:23.252" v="5361" actId="14100"/>
          <ac:spMkLst>
            <pc:docMk/>
            <pc:sldMk cId="187343156" sldId="436"/>
            <ac:spMk id="15" creationId="{90AEFB8B-4418-40EF-85BE-10955C311760}"/>
          </ac:spMkLst>
        </pc:spChg>
        <pc:spChg chg="mod">
          <ac:chgData name="Trong-Thuc Hoang" userId="74af82dad18fbf6c" providerId="LiveId" clId="{8372D42A-D0C1-4E4C-865A-97CA549E688F}" dt="2021-09-30T17:24:17.785" v="4068" actId="207"/>
          <ac:spMkLst>
            <pc:docMk/>
            <pc:sldMk cId="187343156" sldId="436"/>
            <ac:spMk id="60" creationId="{E608D1AA-2941-4B61-AA61-779EC36EF8A7}"/>
          </ac:spMkLst>
        </pc:spChg>
        <pc:spChg chg="del">
          <ac:chgData name="Trong-Thuc Hoang" userId="74af82dad18fbf6c" providerId="LiveId" clId="{8372D42A-D0C1-4E4C-865A-97CA549E688F}" dt="2021-09-30T17:18:16.738" v="3590" actId="478"/>
          <ac:spMkLst>
            <pc:docMk/>
            <pc:sldMk cId="187343156" sldId="436"/>
            <ac:spMk id="67" creationId="{0FE8C50E-DA81-4CA9-AF43-CC1E323C2556}"/>
          </ac:spMkLst>
        </pc:spChg>
        <pc:spChg chg="del">
          <ac:chgData name="Trong-Thuc Hoang" userId="74af82dad18fbf6c" providerId="LiveId" clId="{8372D42A-D0C1-4E4C-865A-97CA549E688F}" dt="2021-09-30T17:17:35.866" v="3577" actId="478"/>
          <ac:spMkLst>
            <pc:docMk/>
            <pc:sldMk cId="187343156" sldId="436"/>
            <ac:spMk id="70" creationId="{E17B7F04-087A-4F10-B8D1-BA831F43B745}"/>
          </ac:spMkLst>
        </pc:spChg>
        <pc:spChg chg="del">
          <ac:chgData name="Trong-Thuc Hoang" userId="74af82dad18fbf6c" providerId="LiveId" clId="{8372D42A-D0C1-4E4C-865A-97CA549E688F}" dt="2021-09-30T17:18:11.944" v="3586" actId="478"/>
          <ac:spMkLst>
            <pc:docMk/>
            <pc:sldMk cId="187343156" sldId="436"/>
            <ac:spMk id="71" creationId="{35839DFD-570C-4643-BE6F-5CBB364B8630}"/>
          </ac:spMkLst>
        </pc:spChg>
        <pc:spChg chg="del">
          <ac:chgData name="Trong-Thuc Hoang" userId="74af82dad18fbf6c" providerId="LiveId" clId="{8372D42A-D0C1-4E4C-865A-97CA549E688F}" dt="2021-09-30T17:18:14.450" v="3588" actId="478"/>
          <ac:spMkLst>
            <pc:docMk/>
            <pc:sldMk cId="187343156" sldId="436"/>
            <ac:spMk id="74" creationId="{C2A89031-861B-43CC-9124-F9758159E441}"/>
          </ac:spMkLst>
        </pc:spChg>
        <pc:spChg chg="del">
          <ac:chgData name="Trong-Thuc Hoang" userId="74af82dad18fbf6c" providerId="LiveId" clId="{8372D42A-D0C1-4E4C-865A-97CA549E688F}" dt="2021-09-30T17:18:12.784" v="3587" actId="478"/>
          <ac:spMkLst>
            <pc:docMk/>
            <pc:sldMk cId="187343156" sldId="436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17:34.033" v="3575" actId="478"/>
          <ac:spMkLst>
            <pc:docMk/>
            <pc:sldMk cId="187343156" sldId="436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17:39.842" v="3581" actId="478"/>
          <ac:spMkLst>
            <pc:docMk/>
            <pc:sldMk cId="187343156" sldId="436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17:39.071" v="3580" actId="478"/>
          <ac:spMkLst>
            <pc:docMk/>
            <pc:sldMk cId="187343156" sldId="436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17:36.583" v="3578" actId="478"/>
          <ac:spMkLst>
            <pc:docMk/>
            <pc:sldMk cId="187343156" sldId="436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17:32.685" v="3573" actId="478"/>
          <ac:spMkLst>
            <pc:docMk/>
            <pc:sldMk cId="187343156" sldId="436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17:30.411" v="3570" actId="478"/>
          <ac:spMkLst>
            <pc:docMk/>
            <pc:sldMk cId="187343156" sldId="436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17:31.745" v="3572" actId="478"/>
          <ac:spMkLst>
            <pc:docMk/>
            <pc:sldMk cId="187343156" sldId="436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17:29.625" v="3569" actId="478"/>
          <ac:spMkLst>
            <pc:docMk/>
            <pc:sldMk cId="187343156" sldId="436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17:26.485" v="3566" actId="478"/>
          <ac:cxnSpMkLst>
            <pc:docMk/>
            <pc:sldMk cId="187343156" sldId="436"/>
            <ac:cxnSpMk id="54" creationId="{C35F91D4-803B-47D1-A0FB-BDB7505BC9EB}"/>
          </ac:cxnSpMkLst>
        </pc:cxnChg>
        <pc:cxnChg chg="del">
          <ac:chgData name="Trong-Thuc Hoang" userId="74af82dad18fbf6c" providerId="LiveId" clId="{8372D42A-D0C1-4E4C-865A-97CA549E688F}" dt="2021-09-30T17:18:18.110" v="3591" actId="478"/>
          <ac:cxnSpMkLst>
            <pc:docMk/>
            <pc:sldMk cId="187343156" sldId="436"/>
            <ac:cxnSpMk id="68" creationId="{3CD03CA5-A527-4BB0-BA75-0B8D4F5F59B1}"/>
          </ac:cxnSpMkLst>
        </pc:cxnChg>
        <pc:cxnChg chg="del">
          <ac:chgData name="Trong-Thuc Hoang" userId="74af82dad18fbf6c" providerId="LiveId" clId="{8372D42A-D0C1-4E4C-865A-97CA549E688F}" dt="2021-09-30T17:17:43.499" v="3582" actId="478"/>
          <ac:cxnSpMkLst>
            <pc:docMk/>
            <pc:sldMk cId="187343156" sldId="436"/>
            <ac:cxnSpMk id="69" creationId="{64310648-8FC2-4D91-99F6-B3FAD5711380}"/>
          </ac:cxnSpMkLst>
        </pc:cxnChg>
        <pc:cxnChg chg="del mod">
          <ac:chgData name="Trong-Thuc Hoang" userId="74af82dad18fbf6c" providerId="LiveId" clId="{8372D42A-D0C1-4E4C-865A-97CA549E688F}" dt="2021-09-30T17:18:15.405" v="3589" actId="478"/>
          <ac:cxnSpMkLst>
            <pc:docMk/>
            <pc:sldMk cId="187343156" sldId="436"/>
            <ac:cxnSpMk id="75" creationId="{7EB4F8C8-88D3-4B50-817B-B0A799FD57CB}"/>
          </ac:cxnSpMkLst>
        </pc:cxnChg>
        <pc:cxnChg chg="del mod">
          <ac:chgData name="Trong-Thuc Hoang" userId="74af82dad18fbf6c" providerId="LiveId" clId="{8372D42A-D0C1-4E4C-865A-97CA549E688F}" dt="2021-09-30T17:17:34.888" v="3576" actId="478"/>
          <ac:cxnSpMkLst>
            <pc:docMk/>
            <pc:sldMk cId="187343156" sldId="436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17:37.290" v="3579" actId="478"/>
          <ac:cxnSpMkLst>
            <pc:docMk/>
            <pc:sldMk cId="187343156" sldId="436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17:33.248" v="3574" actId="478"/>
          <ac:cxnSpMkLst>
            <pc:docMk/>
            <pc:sldMk cId="187343156" sldId="436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17:31.120" v="3571" actId="478"/>
          <ac:cxnSpMkLst>
            <pc:docMk/>
            <pc:sldMk cId="187343156" sldId="436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17:27.271" v="3567" actId="478"/>
          <ac:cxnSpMkLst>
            <pc:docMk/>
            <pc:sldMk cId="187343156" sldId="436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17:28.553" v="3568" actId="478"/>
          <ac:cxnSpMkLst>
            <pc:docMk/>
            <pc:sldMk cId="187343156" sldId="436"/>
            <ac:cxnSpMk id="113" creationId="{7410CD16-C658-436E-954F-C3369861267D}"/>
          </ac:cxnSpMkLst>
        </pc:cxnChg>
        <pc:cxnChg chg="del">
          <ac:chgData name="Trong-Thuc Hoang" userId="74af82dad18fbf6c" providerId="LiveId" clId="{8372D42A-D0C1-4E4C-865A-97CA549E688F}" dt="2021-09-30T17:17:44.525" v="3583" actId="478"/>
          <ac:cxnSpMkLst>
            <pc:docMk/>
            <pc:sldMk cId="187343156" sldId="436"/>
            <ac:cxnSpMk id="117" creationId="{40A0755F-76A4-4A95-988E-E575B90DCB7C}"/>
          </ac:cxnSpMkLst>
        </pc:cxnChg>
      </pc:sldChg>
      <pc:sldChg chg="addSp delSp modSp add mod ord">
        <pc:chgData name="Trong-Thuc Hoang" userId="74af82dad18fbf6c" providerId="LiveId" clId="{8372D42A-D0C1-4E4C-865A-97CA549E688F}" dt="2021-09-30T17:34:25.688" v="4607" actId="1076"/>
        <pc:sldMkLst>
          <pc:docMk/>
          <pc:sldMk cId="70268020" sldId="437"/>
        </pc:sldMkLst>
        <pc:spChg chg="del">
          <ac:chgData name="Trong-Thuc Hoang" userId="74af82dad18fbf6c" providerId="LiveId" clId="{8372D42A-D0C1-4E4C-865A-97CA549E688F}" dt="2021-09-30T17:28:26.236" v="4293" actId="478"/>
          <ac:spMkLst>
            <pc:docMk/>
            <pc:sldMk cId="70268020" sldId="437"/>
            <ac:spMk id="15" creationId="{90AEFB8B-4418-40EF-85BE-10955C311760}"/>
          </ac:spMkLst>
        </pc:spChg>
        <pc:spChg chg="add mod">
          <ac:chgData name="Trong-Thuc Hoang" userId="74af82dad18fbf6c" providerId="LiveId" clId="{8372D42A-D0C1-4E4C-865A-97CA549E688F}" dt="2021-09-30T17:34:25.688" v="4607" actId="1076"/>
          <ac:spMkLst>
            <pc:docMk/>
            <pc:sldMk cId="70268020" sldId="437"/>
            <ac:spMk id="53" creationId="{A90A126D-CFE3-48BC-8655-99EA5C37EB23}"/>
          </ac:spMkLst>
        </pc:spChg>
        <pc:spChg chg="mod">
          <ac:chgData name="Trong-Thuc Hoang" userId="74af82dad18fbf6c" providerId="LiveId" clId="{8372D42A-D0C1-4E4C-865A-97CA549E688F}" dt="2021-09-30T17:28:24.733" v="4292" actId="207"/>
          <ac:spMkLst>
            <pc:docMk/>
            <pc:sldMk cId="70268020" sldId="437"/>
            <ac:spMk id="93" creationId="{AF49A075-12CD-45EA-B242-01EA745A9750}"/>
          </ac:spMkLst>
        </pc:spChg>
        <pc:spChg chg="add del">
          <ac:chgData name="Trong-Thuc Hoang" userId="74af82dad18fbf6c" providerId="LiveId" clId="{8372D42A-D0C1-4E4C-865A-97CA549E688F}" dt="2021-09-30T17:28:16.189" v="4286" actId="478"/>
          <ac:spMkLst>
            <pc:docMk/>
            <pc:sldMk cId="70268020" sldId="437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28:19.312" v="4288" actId="478"/>
          <ac:spMkLst>
            <pc:docMk/>
            <pc:sldMk cId="70268020" sldId="437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28:21.398" v="4290" actId="478"/>
          <ac:spMkLst>
            <pc:docMk/>
            <pc:sldMk cId="70268020" sldId="437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28:17.786" v="4287" actId="478"/>
          <ac:spMkLst>
            <pc:docMk/>
            <pc:sldMk cId="70268020" sldId="437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28:13.498" v="4284" actId="478"/>
          <ac:spMkLst>
            <pc:docMk/>
            <pc:sldMk cId="70268020" sldId="437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28:22.214" v="4291" actId="478"/>
          <ac:cxnSpMkLst>
            <pc:docMk/>
            <pc:sldMk cId="70268020" sldId="437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28:19.959" v="4289" actId="478"/>
          <ac:cxnSpMkLst>
            <pc:docMk/>
            <pc:sldMk cId="70268020" sldId="437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28:08.052" v="4282" actId="478"/>
          <ac:cxnSpMkLst>
            <pc:docMk/>
            <pc:sldMk cId="70268020" sldId="437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28:09.756" v="4283" actId="478"/>
          <ac:cxnSpMkLst>
            <pc:docMk/>
            <pc:sldMk cId="70268020" sldId="437"/>
            <ac:cxnSpMk id="113" creationId="{7410CD16-C658-436E-954F-C3369861267D}"/>
          </ac:cxnSpMkLst>
        </pc:cxnChg>
      </pc:sldChg>
      <pc:sldChg chg="delSp modSp add mod">
        <pc:chgData name="Trong-Thuc Hoang" userId="74af82dad18fbf6c" providerId="LiveId" clId="{8372D42A-D0C1-4E4C-865A-97CA549E688F}" dt="2021-09-30T17:32:02.590" v="4449" actId="20577"/>
        <pc:sldMkLst>
          <pc:docMk/>
          <pc:sldMk cId="839679775" sldId="438"/>
        </pc:sldMkLst>
        <pc:spChg chg="mod">
          <ac:chgData name="Trong-Thuc Hoang" userId="74af82dad18fbf6c" providerId="LiveId" clId="{8372D42A-D0C1-4E4C-865A-97CA549E688F}" dt="2021-09-30T17:32:02.590" v="4449" actId="20577"/>
          <ac:spMkLst>
            <pc:docMk/>
            <pc:sldMk cId="839679775" sldId="438"/>
            <ac:spMk id="15" creationId="{90AEFB8B-4418-40EF-85BE-10955C311760}"/>
          </ac:spMkLst>
        </pc:spChg>
        <pc:spChg chg="del">
          <ac:chgData name="Trong-Thuc Hoang" userId="74af82dad18fbf6c" providerId="LiveId" clId="{8372D42A-D0C1-4E4C-865A-97CA549E688F}" dt="2021-09-30T17:21:51.366" v="3874" actId="478"/>
          <ac:spMkLst>
            <pc:docMk/>
            <pc:sldMk cId="839679775" sldId="438"/>
            <ac:spMk id="70" creationId="{E17B7F04-087A-4F10-B8D1-BA831F43B745}"/>
          </ac:spMkLst>
        </pc:spChg>
        <pc:spChg chg="mod">
          <ac:chgData name="Trong-Thuc Hoang" userId="74af82dad18fbf6c" providerId="LiveId" clId="{8372D42A-D0C1-4E4C-865A-97CA549E688F}" dt="2021-09-30T17:25:42.842" v="4078" actId="207"/>
          <ac:spMkLst>
            <pc:docMk/>
            <pc:sldMk cId="839679775" sldId="438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21:53.239" v="3876" actId="478"/>
          <ac:spMkLst>
            <pc:docMk/>
            <pc:sldMk cId="839679775" sldId="438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21:54.133" v="3877" actId="478"/>
          <ac:spMkLst>
            <pc:docMk/>
            <pc:sldMk cId="839679775" sldId="438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21:50.550" v="3873" actId="478"/>
          <ac:spMkLst>
            <pc:docMk/>
            <pc:sldMk cId="839679775" sldId="438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21:55.845" v="3878" actId="478"/>
          <ac:spMkLst>
            <pc:docMk/>
            <pc:sldMk cId="839679775" sldId="438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21:57.964" v="3880" actId="478"/>
          <ac:spMkLst>
            <pc:docMk/>
            <pc:sldMk cId="839679775" sldId="438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22:00.496" v="3883" actId="478"/>
          <ac:spMkLst>
            <pc:docMk/>
            <pc:sldMk cId="839679775" sldId="438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21:58.944" v="3881" actId="478"/>
          <ac:spMkLst>
            <pc:docMk/>
            <pc:sldMk cId="839679775" sldId="438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23:25.043" v="4028" actId="478"/>
          <ac:spMkLst>
            <pc:docMk/>
            <pc:sldMk cId="839679775" sldId="438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23:23.086" v="4027" actId="478"/>
          <ac:cxnSpMkLst>
            <pc:docMk/>
            <pc:sldMk cId="839679775" sldId="438"/>
            <ac:cxnSpMk id="54" creationId="{C35F91D4-803B-47D1-A0FB-BDB7505BC9EB}"/>
          </ac:cxnSpMkLst>
        </pc:cxnChg>
        <pc:cxnChg chg="del mod">
          <ac:chgData name="Trong-Thuc Hoang" userId="74af82dad18fbf6c" providerId="LiveId" clId="{8372D42A-D0C1-4E4C-865A-97CA549E688F}" dt="2021-09-30T17:21:51.998" v="3875" actId="478"/>
          <ac:cxnSpMkLst>
            <pc:docMk/>
            <pc:sldMk cId="839679775" sldId="438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21:49.926" v="3872" actId="478"/>
          <ac:cxnSpMkLst>
            <pc:docMk/>
            <pc:sldMk cId="839679775" sldId="438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21:56.947" v="3879" actId="478"/>
          <ac:cxnSpMkLst>
            <pc:docMk/>
            <pc:sldMk cId="839679775" sldId="438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21:59.646" v="3882" actId="478"/>
          <ac:cxnSpMkLst>
            <pc:docMk/>
            <pc:sldMk cId="839679775" sldId="438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23:22.354" v="4026" actId="478"/>
          <ac:cxnSpMkLst>
            <pc:docMk/>
            <pc:sldMk cId="839679775" sldId="438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23:26.361" v="4029" actId="478"/>
          <ac:cxnSpMkLst>
            <pc:docMk/>
            <pc:sldMk cId="839679775" sldId="438"/>
            <ac:cxnSpMk id="113" creationId="{7410CD16-C658-436E-954F-C3369861267D}"/>
          </ac:cxnSpMkLst>
        </pc:cxnChg>
      </pc:sldChg>
      <pc:sldChg chg="addSp delSp modSp add mod">
        <pc:chgData name="Trong-Thuc Hoang" userId="74af82dad18fbf6c" providerId="LiveId" clId="{8372D42A-D0C1-4E4C-865A-97CA549E688F}" dt="2021-09-30T17:35:07.989" v="4611" actId="1076"/>
        <pc:sldMkLst>
          <pc:docMk/>
          <pc:sldMk cId="2955933386" sldId="439"/>
        </pc:sldMkLst>
        <pc:spChg chg="del mod">
          <ac:chgData name="Trong-Thuc Hoang" userId="74af82dad18fbf6c" providerId="LiveId" clId="{8372D42A-D0C1-4E4C-865A-97CA549E688F}" dt="2021-09-30T17:32:42.474" v="4453" actId="478"/>
          <ac:spMkLst>
            <pc:docMk/>
            <pc:sldMk cId="2955933386" sldId="439"/>
            <ac:spMk id="15" creationId="{90AEFB8B-4418-40EF-85BE-10955C311760}"/>
          </ac:spMkLst>
        </pc:spChg>
        <pc:spChg chg="add mod">
          <ac:chgData name="Trong-Thuc Hoang" userId="74af82dad18fbf6c" providerId="LiveId" clId="{8372D42A-D0C1-4E4C-865A-97CA549E688F}" dt="2021-09-30T17:35:07.989" v="4611" actId="1076"/>
          <ac:spMkLst>
            <pc:docMk/>
            <pc:sldMk cId="2955933386" sldId="439"/>
            <ac:spMk id="53" creationId="{D602338F-3BDF-4E3E-930E-EB2A3C1E62FF}"/>
          </ac:spMkLst>
        </pc:spChg>
        <pc:spChg chg="mod">
          <ac:chgData name="Trong-Thuc Hoang" userId="74af82dad18fbf6c" providerId="LiveId" clId="{8372D42A-D0C1-4E4C-865A-97CA549E688F}" dt="2021-09-30T17:32:36.086" v="4451" actId="207"/>
          <ac:spMkLst>
            <pc:docMk/>
            <pc:sldMk cId="2955933386" sldId="439"/>
            <ac:spMk id="105" creationId="{C4DEEAEA-46DA-466D-A3A4-00D24190A969}"/>
          </ac:spMkLst>
        </pc:spChg>
      </pc:sldChg>
      <pc:sldChg chg="delSp add mod">
        <pc:chgData name="Trong-Thuc Hoang" userId="74af82dad18fbf6c" providerId="LiveId" clId="{8372D42A-D0C1-4E4C-865A-97CA549E688F}" dt="2021-09-30T17:30:43.817" v="4435" actId="478"/>
        <pc:sldMkLst>
          <pc:docMk/>
          <pc:sldMk cId="400825868" sldId="440"/>
        </pc:sldMkLst>
        <pc:spChg chg="del">
          <ac:chgData name="Trong-Thuc Hoang" userId="74af82dad18fbf6c" providerId="LiveId" clId="{8372D42A-D0C1-4E4C-865A-97CA549E688F}" dt="2021-09-30T17:30:43.817" v="4435" actId="478"/>
          <ac:spMkLst>
            <pc:docMk/>
            <pc:sldMk cId="400825868" sldId="440"/>
            <ac:spMk id="15" creationId="{90AEFB8B-4418-40EF-85BE-10955C311760}"/>
          </ac:spMkLst>
        </pc:spChg>
      </pc:sldChg>
      <pc:sldChg chg="addSp modSp add mod">
        <pc:chgData name="Trong-Thuc Hoang" userId="74af82dad18fbf6c" providerId="LiveId" clId="{8372D42A-D0C1-4E4C-865A-97CA549E688F}" dt="2021-09-30T17:36:35.012" v="4709" actId="1076"/>
        <pc:sldMkLst>
          <pc:docMk/>
          <pc:sldMk cId="707020275" sldId="441"/>
        </pc:sldMkLst>
        <pc:spChg chg="add mod">
          <ac:chgData name="Trong-Thuc Hoang" userId="74af82dad18fbf6c" providerId="LiveId" clId="{8372D42A-D0C1-4E4C-865A-97CA549E688F}" dt="2021-09-30T17:36:35.012" v="4709" actId="1076"/>
          <ac:spMkLst>
            <pc:docMk/>
            <pc:sldMk cId="707020275" sldId="441"/>
            <ac:spMk id="52" creationId="{28F2CC2D-0C02-4FEB-A008-8DA1DE66229A}"/>
          </ac:spMkLst>
        </pc:spChg>
      </pc:sldChg>
      <pc:sldChg chg="addSp delSp modSp add mod">
        <pc:chgData name="Trong-Thuc Hoang" userId="74af82dad18fbf6c" providerId="LiveId" clId="{8372D42A-D0C1-4E4C-865A-97CA549E688F}" dt="2021-09-30T17:52:31.685" v="5384" actId="1076"/>
        <pc:sldMkLst>
          <pc:docMk/>
          <pc:sldMk cId="2189152366" sldId="442"/>
        </pc:sldMkLst>
        <pc:spChg chg="add del mod">
          <ac:chgData name="Trong-Thuc Hoang" userId="74af82dad18fbf6c" providerId="LiveId" clId="{8372D42A-D0C1-4E4C-865A-97CA549E688F}" dt="2021-09-30T17:39:40.303" v="4735" actId="478"/>
          <ac:spMkLst>
            <pc:docMk/>
            <pc:sldMk cId="2189152366" sldId="442"/>
            <ac:spMk id="2" creationId="{6940A3A8-F82F-4006-A903-57491B89CFA2}"/>
          </ac:spMkLst>
        </pc:spChg>
        <pc:spChg chg="add mod">
          <ac:chgData name="Trong-Thuc Hoang" userId="74af82dad18fbf6c" providerId="LiveId" clId="{8372D42A-D0C1-4E4C-865A-97CA549E688F}" dt="2021-09-30T17:52:23.884" v="5383" actId="14100"/>
          <ac:spMkLst>
            <pc:docMk/>
            <pc:sldMk cId="2189152366" sldId="442"/>
            <ac:spMk id="3" creationId="{861D912C-E9AB-4B03-9FFF-877B80033691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2" creationId="{D6EB564E-2EDF-4DE6-B3AE-77B91B98AB16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3" creationId="{D37E89E8-D26B-4F6E-ABA1-4DF09507A5D2}"/>
          </ac:spMkLst>
        </pc:spChg>
        <pc:spChg chg="del mod">
          <ac:chgData name="Trong-Thuc Hoang" userId="74af82dad18fbf6c" providerId="LiveId" clId="{8372D42A-D0C1-4E4C-865A-97CA549E688F}" dt="2021-09-30T17:39:12.796" v="4727" actId="478"/>
          <ac:spMkLst>
            <pc:docMk/>
            <pc:sldMk cId="2189152366" sldId="442"/>
            <ac:spMk id="16" creationId="{F6B00377-BCC5-4D28-82AB-94BA6C5F0F5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8" creationId="{2C29FF1D-AF73-4D1C-9956-B4E87DA2488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26" creationId="{E27DEEFA-A1AB-4EB6-8AE1-F3233A9BB407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30" creationId="{455F6F0B-94B3-43DD-A655-2591A7D69AB8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35" creationId="{C617E987-58CE-407F-98BB-C8988DBECD9D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40" creationId="{6224BF12-E8B7-4DE4-B721-B058F85E170B}"/>
          </ac:spMkLst>
        </pc:spChg>
        <pc:spChg chg="del">
          <ac:chgData name="Trong-Thuc Hoang" userId="74af82dad18fbf6c" providerId="LiveId" clId="{8372D42A-D0C1-4E4C-865A-97CA549E688F}" dt="2021-09-30T17:38:10.923" v="4721" actId="478"/>
          <ac:spMkLst>
            <pc:docMk/>
            <pc:sldMk cId="2189152366" sldId="442"/>
            <ac:spMk id="52" creationId="{28F2CC2D-0C02-4FEB-A008-8DA1DE66229A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5" creationId="{036CEE61-4909-47C5-8747-E0B65530ACA5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6" creationId="{A264AEBD-0A81-44F6-9D04-B374D6FAD332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8" creationId="{6F77F7B9-6A58-4F9F-809A-81CD728ADA52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9" creationId="{80A12C25-44B3-48A9-903F-18B9B234F99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60" creationId="{E608D1AA-2941-4B61-AA61-779EC36EF8A7}"/>
          </ac:spMkLst>
        </pc:spChg>
        <pc:spChg chg="add mod">
          <ac:chgData name="Trong-Thuc Hoang" userId="74af82dad18fbf6c" providerId="LiveId" clId="{8372D42A-D0C1-4E4C-865A-97CA549E688F}" dt="2021-09-30T17:52:31.685" v="5384" actId="1076"/>
          <ac:spMkLst>
            <pc:docMk/>
            <pc:sldMk cId="2189152366" sldId="442"/>
            <ac:spMk id="64" creationId="{F2E27A04-5F93-4277-A7ED-4FDFFEC45A64}"/>
          </ac:spMkLst>
        </pc:spChg>
        <pc:spChg chg="add mod">
          <ac:chgData name="Trong-Thuc Hoang" userId="74af82dad18fbf6c" providerId="LiveId" clId="{8372D42A-D0C1-4E4C-865A-97CA549E688F}" dt="2021-09-30T17:52:12.440" v="5378" actId="1076"/>
          <ac:spMkLst>
            <pc:docMk/>
            <pc:sldMk cId="2189152366" sldId="442"/>
            <ac:spMk id="66" creationId="{31DD4D88-0D2F-4598-9D5B-7BD8D329646E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67" creationId="{0FE8C50E-DA81-4CA9-AF43-CC1E323C2556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0" creationId="{E17B7F04-087A-4F10-B8D1-BA831F43B745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1" creationId="{35839DFD-570C-4643-BE6F-5CBB364B8630}"/>
          </ac:spMkLst>
        </pc:spChg>
        <pc:spChg chg="add mod">
          <ac:chgData name="Trong-Thuc Hoang" userId="74af82dad18fbf6c" providerId="LiveId" clId="{8372D42A-D0C1-4E4C-865A-97CA549E688F}" dt="2021-09-30T17:52:02.487" v="5375" actId="20577"/>
          <ac:spMkLst>
            <pc:docMk/>
            <pc:sldMk cId="2189152366" sldId="442"/>
            <ac:spMk id="72" creationId="{731966F4-5AA8-4E41-ACC9-8FCE8BC7216F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4" creationId="{C2A89031-861B-43CC-9124-F9758159E441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80" creationId="{1B9CE19C-9B9F-4D5A-BE0F-0B05B3467A83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81" creationId="{E5884A9D-7A36-4A44-A915-03DA52F5E0A2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11" creationId="{AD7A6478-60A1-43D5-9087-9236D9497E86}"/>
          </ac:spMkLst>
        </pc:spChg>
        <pc:picChg chg="add mod">
          <ac:chgData name="Trong-Thuc Hoang" userId="74af82dad18fbf6c" providerId="LiveId" clId="{8372D42A-D0C1-4E4C-865A-97CA549E688F}" dt="2021-09-30T17:52:10.735" v="5377" actId="1076"/>
          <ac:picMkLst>
            <pc:docMk/>
            <pc:sldMk cId="2189152366" sldId="442"/>
            <ac:picMk id="53" creationId="{412058E3-135D-496B-8DBD-6813C20E66AE}"/>
          </ac:picMkLst>
        </pc:pic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4" creationId="{5A306D08-5F08-40E3-A145-39995C736AB7}"/>
          </ac:cxnSpMkLst>
        </pc:cxnChg>
        <pc:cxnChg chg="del">
          <ac:chgData name="Trong-Thuc Hoang" userId="74af82dad18fbf6c" providerId="LiveId" clId="{8372D42A-D0C1-4E4C-865A-97CA549E688F}" dt="2021-09-30T17:38:03.040" v="4712" actId="478"/>
          <ac:cxnSpMkLst>
            <pc:docMk/>
            <pc:sldMk cId="2189152366" sldId="442"/>
            <ac:cxnSpMk id="9" creationId="{24D3AFC3-A6B2-4EA9-9D83-6CD81C2D6A24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9" creationId="{DF3DCC4B-3C3D-4DD5-8123-3CDCC04536E8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28" creationId="{04EC425D-6EF9-4DCF-A28B-C4E223D4BFB5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31" creationId="{4A9F9B2F-2C18-4198-8A18-A3494936D890}"/>
          </ac:cxnSpMkLst>
        </pc:cxnChg>
        <pc:cxnChg chg="del">
          <ac:chgData name="Trong-Thuc Hoang" userId="74af82dad18fbf6c" providerId="LiveId" clId="{8372D42A-D0C1-4E4C-865A-97CA549E688F}" dt="2021-09-30T17:38:04.040" v="4713" actId="478"/>
          <ac:cxnSpMkLst>
            <pc:docMk/>
            <pc:sldMk cId="2189152366" sldId="442"/>
            <ac:cxnSpMk id="54" creationId="{C35F91D4-803B-47D1-A0FB-BDB7505BC9EB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57" creationId="{A58DB654-19E9-4184-8166-87644AF84146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65" creationId="{C441BE28-F25E-45BD-A41E-2B54912EF466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68" creationId="{3CD03CA5-A527-4BB0-BA75-0B8D4F5F59B1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69" creationId="{64310648-8FC2-4D91-99F6-B3FAD5711380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75" creationId="{7EB4F8C8-88D3-4B50-817B-B0A799FD57CB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13" creationId="{7410CD16-C658-436E-954F-C3369861267D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17" creationId="{40A0755F-76A4-4A95-988E-E575B90DCB7C}"/>
          </ac:cxnSpMkLst>
        </pc:cxnChg>
      </pc:sldChg>
      <pc:sldChg chg="addSp delSp modSp add mod">
        <pc:chgData name="Trong-Thuc Hoang" userId="74af82dad18fbf6c" providerId="LiveId" clId="{8372D42A-D0C1-4E4C-865A-97CA549E688F}" dt="2021-09-30T17:53:13.982" v="5397" actId="1076"/>
        <pc:sldMkLst>
          <pc:docMk/>
          <pc:sldMk cId="1077059990" sldId="443"/>
        </pc:sldMkLst>
        <pc:spChg chg="del">
          <ac:chgData name="Trong-Thuc Hoang" userId="74af82dad18fbf6c" providerId="LiveId" clId="{8372D42A-D0C1-4E4C-865A-97CA549E688F}" dt="2021-09-30T17:42:07.214" v="4804" actId="478"/>
          <ac:spMkLst>
            <pc:docMk/>
            <pc:sldMk cId="1077059990" sldId="443"/>
            <ac:spMk id="3" creationId="{861D912C-E9AB-4B03-9FFF-877B80033691}"/>
          </ac:spMkLst>
        </pc:spChg>
        <pc:spChg chg="add mod">
          <ac:chgData name="Trong-Thuc Hoang" userId="74af82dad18fbf6c" providerId="LiveId" clId="{8372D42A-D0C1-4E4C-865A-97CA549E688F}" dt="2021-09-30T17:52:59.858" v="5394" actId="14100"/>
          <ac:spMkLst>
            <pc:docMk/>
            <pc:sldMk cId="1077059990" sldId="443"/>
            <ac:spMk id="11" creationId="{0746BAE3-A3FE-4938-88F0-46DED9770516}"/>
          </ac:spMkLst>
        </pc:spChg>
        <pc:spChg chg="add mod">
          <ac:chgData name="Trong-Thuc Hoang" userId="74af82dad18fbf6c" providerId="LiveId" clId="{8372D42A-D0C1-4E4C-865A-97CA549E688F}" dt="2021-09-30T17:52:56.634" v="5392" actId="14100"/>
          <ac:spMkLst>
            <pc:docMk/>
            <pc:sldMk cId="1077059990" sldId="443"/>
            <ac:spMk id="12" creationId="{74AB1CCB-1A50-45B5-9D9A-64C9AC71A42E}"/>
          </ac:spMkLst>
        </pc:spChg>
        <pc:spChg chg="add mod">
          <ac:chgData name="Trong-Thuc Hoang" userId="74af82dad18fbf6c" providerId="LiveId" clId="{8372D42A-D0C1-4E4C-865A-97CA549E688F}" dt="2021-09-30T17:53:03.648" v="5395" actId="1076"/>
          <ac:spMkLst>
            <pc:docMk/>
            <pc:sldMk cId="1077059990" sldId="443"/>
            <ac:spMk id="13" creationId="{DBC3C56D-8846-4093-BE15-5FB12BABB5F4}"/>
          </ac:spMkLst>
        </pc:spChg>
        <pc:spChg chg="add mod">
          <ac:chgData name="Trong-Thuc Hoang" userId="74af82dad18fbf6c" providerId="LiveId" clId="{8372D42A-D0C1-4E4C-865A-97CA549E688F}" dt="2021-09-30T17:52:43.794" v="5388"/>
          <ac:spMkLst>
            <pc:docMk/>
            <pc:sldMk cId="1077059990" sldId="443"/>
            <ac:spMk id="15" creationId="{7BF620F9-8BF6-4740-A082-EF970CD4D8B8}"/>
          </ac:spMkLst>
        </pc:spChg>
        <pc:spChg chg="mod">
          <ac:chgData name="Trong-Thuc Hoang" userId="74af82dad18fbf6c" providerId="LiveId" clId="{8372D42A-D0C1-4E4C-865A-97CA549E688F}" dt="2021-09-30T17:53:10.579" v="5396" actId="1076"/>
          <ac:spMkLst>
            <pc:docMk/>
            <pc:sldMk cId="1077059990" sldId="443"/>
            <ac:spMk id="64" creationId="{F2E27A04-5F93-4277-A7ED-4FDFFEC45A64}"/>
          </ac:spMkLst>
        </pc:spChg>
        <pc:spChg chg="mod">
          <ac:chgData name="Trong-Thuc Hoang" userId="74af82dad18fbf6c" providerId="LiveId" clId="{8372D42A-D0C1-4E4C-865A-97CA549E688F}" dt="2021-09-30T17:53:13.982" v="5397" actId="1076"/>
          <ac:spMkLst>
            <pc:docMk/>
            <pc:sldMk cId="1077059990" sldId="443"/>
            <ac:spMk id="66" creationId="{31DD4D88-0D2F-4598-9D5B-7BD8D329646E}"/>
          </ac:spMkLst>
        </pc:spChg>
        <pc:picChg chg="add mod ord">
          <ac:chgData name="Trong-Thuc Hoang" userId="74af82dad18fbf6c" providerId="LiveId" clId="{8372D42A-D0C1-4E4C-865A-97CA549E688F}" dt="2021-09-30T17:52:40.656" v="5387" actId="167"/>
          <ac:picMkLst>
            <pc:docMk/>
            <pc:sldMk cId="1077059990" sldId="443"/>
            <ac:picMk id="14" creationId="{B5595623-B5D5-4CB1-8CA1-B15CFECD7327}"/>
          </ac:picMkLst>
        </pc:picChg>
        <pc:picChg chg="del mod">
          <ac:chgData name="Trong-Thuc Hoang" userId="74af82dad18fbf6c" providerId="LiveId" clId="{8372D42A-D0C1-4E4C-865A-97CA549E688F}" dt="2021-09-30T17:52:37.613" v="5385" actId="478"/>
          <ac:picMkLst>
            <pc:docMk/>
            <pc:sldMk cId="1077059990" sldId="443"/>
            <ac:picMk id="53" creationId="{412058E3-135D-496B-8DBD-6813C20E66AE}"/>
          </ac:picMkLst>
        </pc:picChg>
      </pc:sldChg>
      <pc:sldChg chg="add del">
        <pc:chgData name="Trong-Thuc Hoang" userId="74af82dad18fbf6c" providerId="LiveId" clId="{8372D42A-D0C1-4E4C-865A-97CA549E688F}" dt="2021-09-30T17:41:26.128" v="4795"/>
        <pc:sldMkLst>
          <pc:docMk/>
          <pc:sldMk cId="4107766875" sldId="443"/>
        </pc:sldMkLst>
      </pc:sldChg>
      <pc:sldChg chg="addSp delSp modSp add mod">
        <pc:chgData name="Trong-Thuc Hoang" userId="74af82dad18fbf6c" providerId="LiveId" clId="{8372D42A-D0C1-4E4C-865A-97CA549E688F}" dt="2021-09-30T17:54:46.572" v="5491" actId="1076"/>
        <pc:sldMkLst>
          <pc:docMk/>
          <pc:sldMk cId="310088412" sldId="444"/>
        </pc:sldMkLst>
        <pc:spChg chg="del">
          <ac:chgData name="Trong-Thuc Hoang" userId="74af82dad18fbf6c" providerId="LiveId" clId="{8372D42A-D0C1-4E4C-865A-97CA549E688F}" dt="2021-09-30T17:45:22.330" v="4988" actId="478"/>
          <ac:spMkLst>
            <pc:docMk/>
            <pc:sldMk cId="310088412" sldId="444"/>
            <ac:spMk id="11" creationId="{0746BAE3-A3FE-4938-88F0-46DED9770516}"/>
          </ac:spMkLst>
        </pc:spChg>
        <pc:spChg chg="del mod">
          <ac:chgData name="Trong-Thuc Hoang" userId="74af82dad18fbf6c" providerId="LiveId" clId="{8372D42A-D0C1-4E4C-865A-97CA549E688F}" dt="2021-09-30T17:45:20.938" v="4987" actId="478"/>
          <ac:spMkLst>
            <pc:docMk/>
            <pc:sldMk cId="310088412" sldId="444"/>
            <ac:spMk id="12" creationId="{74AB1CCB-1A50-45B5-9D9A-64C9AC71A42E}"/>
          </ac:spMkLst>
        </pc:spChg>
        <pc:spChg chg="mod">
          <ac:chgData name="Trong-Thuc Hoang" userId="74af82dad18fbf6c" providerId="LiveId" clId="{8372D42A-D0C1-4E4C-865A-97CA549E688F}" dt="2021-09-30T17:53:42.719" v="5405" actId="1076"/>
          <ac:spMkLst>
            <pc:docMk/>
            <pc:sldMk cId="310088412" sldId="444"/>
            <ac:spMk id="13" creationId="{DBC3C56D-8846-4093-BE15-5FB12BABB5F4}"/>
          </ac:spMkLst>
        </pc:spChg>
        <pc:spChg chg="add mod">
          <ac:chgData name="Trong-Thuc Hoang" userId="74af82dad18fbf6c" providerId="LiveId" clId="{8372D42A-D0C1-4E4C-865A-97CA549E688F}" dt="2021-09-30T17:53:34.674" v="5403" actId="1076"/>
          <ac:spMkLst>
            <pc:docMk/>
            <pc:sldMk cId="310088412" sldId="444"/>
            <ac:spMk id="14" creationId="{E7D11FE7-4B76-49D2-B11E-A0DC04FDFA80}"/>
          </ac:spMkLst>
        </pc:spChg>
        <pc:spChg chg="add mod">
          <ac:chgData name="Trong-Thuc Hoang" userId="74af82dad18fbf6c" providerId="LiveId" clId="{8372D42A-D0C1-4E4C-865A-97CA549E688F}" dt="2021-09-30T17:53:19.391" v="5398"/>
          <ac:spMkLst>
            <pc:docMk/>
            <pc:sldMk cId="310088412" sldId="444"/>
            <ac:spMk id="20" creationId="{8A594CA9-17D4-4A1D-B045-823E8D073867}"/>
          </ac:spMkLst>
        </pc:spChg>
        <pc:spChg chg="del">
          <ac:chgData name="Trong-Thuc Hoang" userId="74af82dad18fbf6c" providerId="LiveId" clId="{8372D42A-D0C1-4E4C-865A-97CA549E688F}" dt="2021-09-30T17:45:23.813" v="4989" actId="478"/>
          <ac:spMkLst>
            <pc:docMk/>
            <pc:sldMk cId="310088412" sldId="444"/>
            <ac:spMk id="64" creationId="{F2E27A04-5F93-4277-A7ED-4FDFFEC45A64}"/>
          </ac:spMkLst>
        </pc:spChg>
        <pc:spChg chg="mod">
          <ac:chgData name="Trong-Thuc Hoang" userId="74af82dad18fbf6c" providerId="LiveId" clId="{8372D42A-D0C1-4E4C-865A-97CA549E688F}" dt="2021-09-30T17:54:46.572" v="5491" actId="1076"/>
          <ac:spMkLst>
            <pc:docMk/>
            <pc:sldMk cId="310088412" sldId="444"/>
            <ac:spMk id="66" creationId="{31DD4D88-0D2F-4598-9D5B-7BD8D329646E}"/>
          </ac:spMkLst>
        </pc:spChg>
        <pc:picChg chg="add mod ord">
          <ac:chgData name="Trong-Thuc Hoang" userId="74af82dad18fbf6c" providerId="LiveId" clId="{8372D42A-D0C1-4E4C-865A-97CA549E688F}" dt="2021-09-30T17:53:24.536" v="5401" actId="167"/>
          <ac:picMkLst>
            <pc:docMk/>
            <pc:sldMk cId="310088412" sldId="444"/>
            <ac:picMk id="21" creationId="{C012273C-EE68-4897-ABCA-797B0F184763}"/>
          </ac:picMkLst>
        </pc:picChg>
        <pc:picChg chg="del mod">
          <ac:chgData name="Trong-Thuc Hoang" userId="74af82dad18fbf6c" providerId="LiveId" clId="{8372D42A-D0C1-4E4C-865A-97CA549E688F}" dt="2021-09-30T17:53:20.631" v="5399" actId="478"/>
          <ac:picMkLst>
            <pc:docMk/>
            <pc:sldMk cId="310088412" sldId="444"/>
            <ac:picMk id="53" creationId="{412058E3-135D-496B-8DBD-6813C20E66AE}"/>
          </ac:picMkLst>
        </pc:picChg>
        <pc:cxnChg chg="add mod">
          <ac:chgData name="Trong-Thuc Hoang" userId="74af82dad18fbf6c" providerId="LiveId" clId="{8372D42A-D0C1-4E4C-865A-97CA549E688F}" dt="2021-09-30T17:53:34.674" v="5403" actId="1076"/>
          <ac:cxnSpMkLst>
            <pc:docMk/>
            <pc:sldMk cId="310088412" sldId="444"/>
            <ac:cxnSpMk id="15" creationId="{EE612717-7BF8-4875-8DF3-B48F7A56B899}"/>
          </ac:cxnSpMkLst>
        </pc:cxnChg>
        <pc:cxnChg chg="add mod">
          <ac:chgData name="Trong-Thuc Hoang" userId="74af82dad18fbf6c" providerId="LiveId" clId="{8372D42A-D0C1-4E4C-865A-97CA549E688F}" dt="2021-09-30T17:53:37.210" v="5404" actId="14100"/>
          <ac:cxnSpMkLst>
            <pc:docMk/>
            <pc:sldMk cId="310088412" sldId="444"/>
            <ac:cxnSpMk id="16" creationId="{DE6B7EFF-3C8C-449F-806A-57E2A8298595}"/>
          </ac:cxnSpMkLst>
        </pc:cxnChg>
      </pc:sldChg>
      <pc:sldChg chg="delSp modSp add mod">
        <pc:chgData name="Trong-Thuc Hoang" userId="74af82dad18fbf6c" providerId="LiveId" clId="{8372D42A-D0C1-4E4C-865A-97CA549E688F}" dt="2021-09-30T17:55:40.268" v="5517" actId="1076"/>
        <pc:sldMkLst>
          <pc:docMk/>
          <pc:sldMk cId="2818332985" sldId="445"/>
        </pc:sldMkLst>
        <pc:spChg chg="mod">
          <ac:chgData name="Trong-Thuc Hoang" userId="74af82dad18fbf6c" providerId="LiveId" clId="{8372D42A-D0C1-4E4C-865A-97CA549E688F}" dt="2021-09-30T17:55:12.519" v="5498" actId="1076"/>
          <ac:spMkLst>
            <pc:docMk/>
            <pc:sldMk cId="2818332985" sldId="445"/>
            <ac:spMk id="13" creationId="{DBC3C56D-8846-4093-BE15-5FB12BABB5F4}"/>
          </ac:spMkLst>
        </pc:spChg>
        <pc:spChg chg="del">
          <ac:chgData name="Trong-Thuc Hoang" userId="74af82dad18fbf6c" providerId="LiveId" clId="{8372D42A-D0C1-4E4C-865A-97CA549E688F}" dt="2021-09-30T17:55:15.446" v="5499" actId="478"/>
          <ac:spMkLst>
            <pc:docMk/>
            <pc:sldMk cId="2818332985" sldId="445"/>
            <ac:spMk id="14" creationId="{E7D11FE7-4B76-49D2-B11E-A0DC04FDFA80}"/>
          </ac:spMkLst>
        </pc:spChg>
        <pc:spChg chg="mod">
          <ac:chgData name="Trong-Thuc Hoang" userId="74af82dad18fbf6c" providerId="LiveId" clId="{8372D42A-D0C1-4E4C-865A-97CA549E688F}" dt="2021-09-30T17:55:40.268" v="5517" actId="1076"/>
          <ac:spMkLst>
            <pc:docMk/>
            <pc:sldMk cId="2818332985" sldId="445"/>
            <ac:spMk id="66" creationId="{31DD4D88-0D2F-4598-9D5B-7BD8D329646E}"/>
          </ac:spMkLst>
        </pc:spChg>
        <pc:cxnChg chg="del">
          <ac:chgData name="Trong-Thuc Hoang" userId="74af82dad18fbf6c" providerId="LiveId" clId="{8372D42A-D0C1-4E4C-865A-97CA549E688F}" dt="2021-09-30T17:55:16.480" v="5500" actId="478"/>
          <ac:cxnSpMkLst>
            <pc:docMk/>
            <pc:sldMk cId="2818332985" sldId="445"/>
            <ac:cxnSpMk id="15" creationId="{EE612717-7BF8-4875-8DF3-B48F7A56B899}"/>
          </ac:cxnSpMkLst>
        </pc:cxnChg>
        <pc:cxnChg chg="mod">
          <ac:chgData name="Trong-Thuc Hoang" userId="74af82dad18fbf6c" providerId="LiveId" clId="{8372D42A-D0C1-4E4C-865A-97CA549E688F}" dt="2021-09-30T17:54:57.040" v="5493" actId="14100"/>
          <ac:cxnSpMkLst>
            <pc:docMk/>
            <pc:sldMk cId="2818332985" sldId="445"/>
            <ac:cxnSpMk id="16" creationId="{DE6B7EFF-3C8C-449F-806A-57E2A8298595}"/>
          </ac:cxnSpMkLst>
        </pc:cxnChg>
      </pc:sldChg>
      <pc:sldChg chg="addSp delSp modSp add mod">
        <pc:chgData name="Trong-Thuc Hoang" userId="74af82dad18fbf6c" providerId="LiveId" clId="{8372D42A-D0C1-4E4C-865A-97CA549E688F}" dt="2021-09-30T18:01:05.830" v="5671" actId="20577"/>
        <pc:sldMkLst>
          <pc:docMk/>
          <pc:sldMk cId="3423779572" sldId="446"/>
        </pc:sldMkLst>
        <pc:spChg chg="mod">
          <ac:chgData name="Trong-Thuc Hoang" userId="74af82dad18fbf6c" providerId="LiveId" clId="{8372D42A-D0C1-4E4C-865A-97CA549E688F}" dt="2021-09-30T18:01:03.134" v="5670" actId="6549"/>
          <ac:spMkLst>
            <pc:docMk/>
            <pc:sldMk cId="3423779572" sldId="446"/>
            <ac:spMk id="9" creationId="{6C551CF4-0809-497D-8F93-9B801D42AB33}"/>
          </ac:spMkLst>
        </pc:spChg>
        <pc:spChg chg="mod">
          <ac:chgData name="Trong-Thuc Hoang" userId="74af82dad18fbf6c" providerId="LiveId" clId="{8372D42A-D0C1-4E4C-865A-97CA549E688F}" dt="2021-09-30T18:01:05.830" v="5671" actId="20577"/>
          <ac:spMkLst>
            <pc:docMk/>
            <pc:sldMk cId="3423779572" sldId="446"/>
            <ac:spMk id="12" creationId="{F31FCA47-B041-4DE5-8EEB-C9FAFC20EB93}"/>
          </ac:spMkLst>
        </pc:spChg>
        <pc:picChg chg="del">
          <ac:chgData name="Trong-Thuc Hoang" userId="74af82dad18fbf6c" providerId="LiveId" clId="{8372D42A-D0C1-4E4C-865A-97CA549E688F}" dt="2021-09-30T18:00:05.655" v="5650" actId="478"/>
          <ac:picMkLst>
            <pc:docMk/>
            <pc:sldMk cId="3423779572" sldId="446"/>
            <ac:picMk id="7" creationId="{CE248AF9-D6DA-42B3-BE70-D2BDF7F472C0}"/>
          </ac:picMkLst>
        </pc:picChg>
        <pc:picChg chg="del">
          <ac:chgData name="Trong-Thuc Hoang" userId="74af82dad18fbf6c" providerId="LiveId" clId="{8372D42A-D0C1-4E4C-865A-97CA549E688F}" dt="2021-09-30T18:00:05.148" v="5649" actId="478"/>
          <ac:picMkLst>
            <pc:docMk/>
            <pc:sldMk cId="3423779572" sldId="446"/>
            <ac:picMk id="8" creationId="{7A36C857-E75B-4571-8462-BF3EB9A63E2F}"/>
          </ac:picMkLst>
        </pc:picChg>
        <pc:picChg chg="add mod">
          <ac:chgData name="Trong-Thuc Hoang" userId="74af82dad18fbf6c" providerId="LiveId" clId="{8372D42A-D0C1-4E4C-865A-97CA549E688F}" dt="2021-09-30T18:00:37.563" v="5660" actId="1076"/>
          <ac:picMkLst>
            <pc:docMk/>
            <pc:sldMk cId="3423779572" sldId="446"/>
            <ac:picMk id="11" creationId="{8D5A8E59-0905-4DE4-AA70-36A63156E45F}"/>
          </ac:picMkLst>
        </pc:picChg>
        <pc:picChg chg="add mod">
          <ac:chgData name="Trong-Thuc Hoang" userId="74af82dad18fbf6c" providerId="LiveId" clId="{8372D42A-D0C1-4E4C-865A-97CA549E688F}" dt="2021-09-30T18:00:31.785" v="5658" actId="14100"/>
          <ac:picMkLst>
            <pc:docMk/>
            <pc:sldMk cId="3423779572" sldId="446"/>
            <ac:picMk id="13" creationId="{2E838ACC-07FC-481C-BFD7-751E26A0E40A}"/>
          </ac:picMkLst>
        </pc:picChg>
      </pc:sldChg>
      <pc:sldChg chg="addSp delSp modSp add mod">
        <pc:chgData name="Trong-Thuc Hoang" userId="74af82dad18fbf6c" providerId="LiveId" clId="{8372D42A-D0C1-4E4C-865A-97CA549E688F}" dt="2021-09-30T18:01:51.809" v="5706" actId="1076"/>
        <pc:sldMkLst>
          <pc:docMk/>
          <pc:sldMk cId="3141680378" sldId="447"/>
        </pc:sldMkLst>
        <pc:spChg chg="mod">
          <ac:chgData name="Trong-Thuc Hoang" userId="74af82dad18fbf6c" providerId="LiveId" clId="{8372D42A-D0C1-4E4C-865A-97CA549E688F}" dt="2021-09-30T18:01:51.809" v="5706" actId="1076"/>
          <ac:spMkLst>
            <pc:docMk/>
            <pc:sldMk cId="3141680378" sldId="447"/>
            <ac:spMk id="9" creationId="{6C551CF4-0809-497D-8F93-9B801D42AB33}"/>
          </ac:spMkLst>
        </pc:spChg>
        <pc:spChg chg="mod">
          <ac:chgData name="Trong-Thuc Hoang" userId="74af82dad18fbf6c" providerId="LiveId" clId="{8372D42A-D0C1-4E4C-865A-97CA549E688F}" dt="2021-09-30T18:01:46.399" v="5704" actId="1076"/>
          <ac:spMkLst>
            <pc:docMk/>
            <pc:sldMk cId="3141680378" sldId="447"/>
            <ac:spMk id="12" creationId="{F31FCA47-B041-4DE5-8EEB-C9FAFC20EB93}"/>
          </ac:spMkLst>
        </pc:spChg>
        <pc:picChg chg="del">
          <ac:chgData name="Trong-Thuc Hoang" userId="74af82dad18fbf6c" providerId="LiveId" clId="{8372D42A-D0C1-4E4C-865A-97CA549E688F}" dt="2021-09-30T18:00:45.764" v="5663" actId="478"/>
          <ac:picMkLst>
            <pc:docMk/>
            <pc:sldMk cId="3141680378" sldId="447"/>
            <ac:picMk id="11" creationId="{8D5A8E59-0905-4DE4-AA70-36A63156E45F}"/>
          </ac:picMkLst>
        </pc:picChg>
        <pc:picChg chg="del">
          <ac:chgData name="Trong-Thuc Hoang" userId="74af82dad18fbf6c" providerId="LiveId" clId="{8372D42A-D0C1-4E4C-865A-97CA549E688F}" dt="2021-09-30T18:00:46.449" v="5664" actId="478"/>
          <ac:picMkLst>
            <pc:docMk/>
            <pc:sldMk cId="3141680378" sldId="447"/>
            <ac:picMk id="13" creationId="{2E838ACC-07FC-481C-BFD7-751E26A0E40A}"/>
          </ac:picMkLst>
        </pc:picChg>
        <pc:picChg chg="add mod">
          <ac:chgData name="Trong-Thuc Hoang" userId="74af82dad18fbf6c" providerId="LiveId" clId="{8372D42A-D0C1-4E4C-865A-97CA549E688F}" dt="2021-09-30T18:01:49.457" v="5705" actId="1076"/>
          <ac:picMkLst>
            <pc:docMk/>
            <pc:sldMk cId="3141680378" sldId="447"/>
            <ac:picMk id="14" creationId="{BDEE81C5-B288-4473-9B74-946EB9236B7E}"/>
          </ac:picMkLst>
        </pc:picChg>
        <pc:picChg chg="add mod">
          <ac:chgData name="Trong-Thuc Hoang" userId="74af82dad18fbf6c" providerId="LiveId" clId="{8372D42A-D0C1-4E4C-865A-97CA549E688F}" dt="2021-09-30T18:01:42.459" v="5703" actId="14100"/>
          <ac:picMkLst>
            <pc:docMk/>
            <pc:sldMk cId="3141680378" sldId="447"/>
            <ac:picMk id="15" creationId="{545114CA-4B6E-4F66-AD5C-0D5BD51E4822}"/>
          </ac:picMkLst>
        </pc:picChg>
      </pc:sldChg>
      <pc:sldChg chg="addSp delSp modSp add mod">
        <pc:chgData name="Trong-Thuc Hoang" userId="74af82dad18fbf6c" providerId="LiveId" clId="{8372D42A-D0C1-4E4C-865A-97CA549E688F}" dt="2021-09-30T18:09:44.138" v="5877" actId="1076"/>
        <pc:sldMkLst>
          <pc:docMk/>
          <pc:sldMk cId="2236601384" sldId="448"/>
        </pc:sldMkLst>
        <pc:spChg chg="del">
          <ac:chgData name="Trong-Thuc Hoang" userId="74af82dad18fbf6c" providerId="LiveId" clId="{8372D42A-D0C1-4E4C-865A-97CA549E688F}" dt="2021-09-30T18:04:36.556" v="5751" actId="478"/>
          <ac:spMkLst>
            <pc:docMk/>
            <pc:sldMk cId="2236601384" sldId="448"/>
            <ac:spMk id="9" creationId="{6C551CF4-0809-497D-8F93-9B801D42AB33}"/>
          </ac:spMkLst>
        </pc:spChg>
        <pc:spChg chg="del">
          <ac:chgData name="Trong-Thuc Hoang" userId="74af82dad18fbf6c" providerId="LiveId" clId="{8372D42A-D0C1-4E4C-865A-97CA549E688F}" dt="2021-09-30T18:04:37.458" v="5752" actId="478"/>
          <ac:spMkLst>
            <pc:docMk/>
            <pc:sldMk cId="2236601384" sldId="448"/>
            <ac:spMk id="12" creationId="{F31FCA47-B041-4DE5-8EEB-C9FAFC20EB93}"/>
          </ac:spMkLst>
        </pc:spChg>
        <pc:spChg chg="add mod">
          <ac:chgData name="Trong-Thuc Hoang" userId="74af82dad18fbf6c" providerId="LiveId" clId="{8372D42A-D0C1-4E4C-865A-97CA549E688F}" dt="2021-09-30T18:07:00.817" v="5796" actId="14100"/>
          <ac:spMkLst>
            <pc:docMk/>
            <pc:sldMk cId="2236601384" sldId="448"/>
            <ac:spMk id="13" creationId="{397140EA-AA7A-4975-A8C8-0CB0B0DBB7CB}"/>
          </ac:spMkLst>
        </pc:spChg>
        <pc:spChg chg="add mod">
          <ac:chgData name="Trong-Thuc Hoang" userId="74af82dad18fbf6c" providerId="LiveId" clId="{8372D42A-D0C1-4E4C-865A-97CA549E688F}" dt="2021-09-30T18:07:21.555" v="5806" actId="14100"/>
          <ac:spMkLst>
            <pc:docMk/>
            <pc:sldMk cId="2236601384" sldId="448"/>
            <ac:spMk id="16" creationId="{6D669997-E6FA-4B6D-8B88-BF72370523F0}"/>
          </ac:spMkLst>
        </pc:spChg>
        <pc:spChg chg="add mod">
          <ac:chgData name="Trong-Thuc Hoang" userId="74af82dad18fbf6c" providerId="LiveId" clId="{8372D42A-D0C1-4E4C-865A-97CA549E688F}" dt="2021-09-30T18:07:50.234" v="5812" actId="14100"/>
          <ac:spMkLst>
            <pc:docMk/>
            <pc:sldMk cId="2236601384" sldId="448"/>
            <ac:spMk id="17" creationId="{0B01EBD7-98AE-4A34-A726-1E00C3A139F7}"/>
          </ac:spMkLst>
        </pc:spChg>
        <pc:spChg chg="add mod">
          <ac:chgData name="Trong-Thuc Hoang" userId="74af82dad18fbf6c" providerId="LiveId" clId="{8372D42A-D0C1-4E4C-865A-97CA549E688F}" dt="2021-09-30T18:07:37.440" v="5809" actId="1076"/>
          <ac:spMkLst>
            <pc:docMk/>
            <pc:sldMk cId="2236601384" sldId="448"/>
            <ac:spMk id="18" creationId="{07A3083D-3493-4D29-8198-93AB162716A7}"/>
          </ac:spMkLst>
        </pc:spChg>
        <pc:spChg chg="add mod">
          <ac:chgData name="Trong-Thuc Hoang" userId="74af82dad18fbf6c" providerId="LiveId" clId="{8372D42A-D0C1-4E4C-865A-97CA549E688F}" dt="2021-09-30T18:07:56.363" v="5814" actId="1076"/>
          <ac:spMkLst>
            <pc:docMk/>
            <pc:sldMk cId="2236601384" sldId="448"/>
            <ac:spMk id="21" creationId="{0EB83CE2-778F-41C9-AB75-BA5804111D4E}"/>
          </ac:spMkLst>
        </pc:spChg>
        <pc:spChg chg="add mod">
          <ac:chgData name="Trong-Thuc Hoang" userId="74af82dad18fbf6c" providerId="LiveId" clId="{8372D42A-D0C1-4E4C-865A-97CA549E688F}" dt="2021-09-30T18:09:08.641" v="5830" actId="1076"/>
          <ac:spMkLst>
            <pc:docMk/>
            <pc:sldMk cId="2236601384" sldId="448"/>
            <ac:spMk id="24" creationId="{65A614C8-7316-4B12-8C88-BC7237C08B1B}"/>
          </ac:spMkLst>
        </pc:spChg>
        <pc:spChg chg="add mod">
          <ac:chgData name="Trong-Thuc Hoang" userId="74af82dad18fbf6c" providerId="LiveId" clId="{8372D42A-D0C1-4E4C-865A-97CA549E688F}" dt="2021-09-30T18:08:27.385" v="5818" actId="1582"/>
          <ac:spMkLst>
            <pc:docMk/>
            <pc:sldMk cId="2236601384" sldId="448"/>
            <ac:spMk id="25" creationId="{A768E8CE-B213-4C41-8B3D-B663ECBE0B12}"/>
          </ac:spMkLst>
        </pc:spChg>
        <pc:spChg chg="add mod">
          <ac:chgData name="Trong-Thuc Hoang" userId="74af82dad18fbf6c" providerId="LiveId" clId="{8372D42A-D0C1-4E4C-865A-97CA549E688F}" dt="2021-09-30T18:07:32.577" v="5808" actId="1076"/>
          <ac:spMkLst>
            <pc:docMk/>
            <pc:sldMk cId="2236601384" sldId="448"/>
            <ac:spMk id="28" creationId="{49B46A1D-1AD5-4231-9A9F-0392A09811E3}"/>
          </ac:spMkLst>
        </pc:spChg>
        <pc:spChg chg="add mod">
          <ac:chgData name="Trong-Thuc Hoang" userId="74af82dad18fbf6c" providerId="LiveId" clId="{8372D42A-D0C1-4E4C-865A-97CA549E688F}" dt="2021-09-30T18:09:44.138" v="5877" actId="1076"/>
          <ac:spMkLst>
            <pc:docMk/>
            <pc:sldMk cId="2236601384" sldId="448"/>
            <ac:spMk id="46" creationId="{5C571606-AF5F-4C47-AC1F-10FEFC1DD4EF}"/>
          </ac:spMkLst>
        </pc:spChg>
        <pc:picChg chg="add mod">
          <ac:chgData name="Trong-Thuc Hoang" userId="74af82dad18fbf6c" providerId="LiveId" clId="{8372D42A-D0C1-4E4C-865A-97CA549E688F}" dt="2021-09-30T18:07:03.220" v="5798" actId="1076"/>
          <ac:picMkLst>
            <pc:docMk/>
            <pc:sldMk cId="2236601384" sldId="448"/>
            <ac:picMk id="11" creationId="{CAF3883D-A890-4CC1-AB98-6594D3CAC245}"/>
          </ac:picMkLst>
        </pc:picChg>
        <pc:picChg chg="del">
          <ac:chgData name="Trong-Thuc Hoang" userId="74af82dad18fbf6c" providerId="LiveId" clId="{8372D42A-D0C1-4E4C-865A-97CA549E688F}" dt="2021-09-30T18:02:32.638" v="5708" actId="478"/>
          <ac:picMkLst>
            <pc:docMk/>
            <pc:sldMk cId="2236601384" sldId="448"/>
            <ac:picMk id="14" creationId="{BDEE81C5-B288-4473-9B74-946EB9236B7E}"/>
          </ac:picMkLst>
        </pc:picChg>
        <pc:picChg chg="del">
          <ac:chgData name="Trong-Thuc Hoang" userId="74af82dad18fbf6c" providerId="LiveId" clId="{8372D42A-D0C1-4E4C-865A-97CA549E688F}" dt="2021-09-30T18:02:32.980" v="5709" actId="478"/>
          <ac:picMkLst>
            <pc:docMk/>
            <pc:sldMk cId="2236601384" sldId="448"/>
            <ac:picMk id="15" creationId="{545114CA-4B6E-4F66-AD5C-0D5BD51E4822}"/>
          </ac:picMkLst>
        </pc:picChg>
        <pc:cxnChg chg="add mod">
          <ac:chgData name="Trong-Thuc Hoang" userId="74af82dad18fbf6c" providerId="LiveId" clId="{8372D42A-D0C1-4E4C-865A-97CA549E688F}" dt="2021-09-30T18:07:32.577" v="5808" actId="1076"/>
          <ac:cxnSpMkLst>
            <pc:docMk/>
            <pc:sldMk cId="2236601384" sldId="448"/>
            <ac:cxnSpMk id="19" creationId="{89F12B84-E246-40DF-AED6-337D9A69D576}"/>
          </ac:cxnSpMkLst>
        </pc:cxnChg>
        <pc:cxnChg chg="add mod">
          <ac:chgData name="Trong-Thuc Hoang" userId="74af82dad18fbf6c" providerId="LiveId" clId="{8372D42A-D0C1-4E4C-865A-97CA549E688F}" dt="2021-09-30T18:07:37.440" v="5809" actId="1076"/>
          <ac:cxnSpMkLst>
            <pc:docMk/>
            <pc:sldMk cId="2236601384" sldId="448"/>
            <ac:cxnSpMk id="20" creationId="{EEA801F0-C532-49CE-B07D-85FB4F541148}"/>
          </ac:cxnSpMkLst>
        </pc:cxnChg>
        <pc:cxnChg chg="add mod">
          <ac:chgData name="Trong-Thuc Hoang" userId="74af82dad18fbf6c" providerId="LiveId" clId="{8372D42A-D0C1-4E4C-865A-97CA549E688F}" dt="2021-09-30T18:07:56.363" v="5814" actId="1076"/>
          <ac:cxnSpMkLst>
            <pc:docMk/>
            <pc:sldMk cId="2236601384" sldId="448"/>
            <ac:cxnSpMk id="22" creationId="{00063C92-6CDB-43EA-A61E-06466F1FC724}"/>
          </ac:cxnSpMkLst>
        </pc:cxnChg>
        <pc:cxnChg chg="add mod">
          <ac:chgData name="Trong-Thuc Hoang" userId="74af82dad18fbf6c" providerId="LiveId" clId="{8372D42A-D0C1-4E4C-865A-97CA549E688F}" dt="2021-09-30T18:09:08.641" v="5830" actId="1076"/>
          <ac:cxnSpMkLst>
            <pc:docMk/>
            <pc:sldMk cId="2236601384" sldId="448"/>
            <ac:cxnSpMk id="23" creationId="{7488F97E-C77D-4879-BC25-BCC5FBC181E3}"/>
          </ac:cxnSpMkLst>
        </pc:cxnChg>
      </pc:sldChg>
      <pc:sldChg chg="addSp delSp modSp add mod modAnim">
        <pc:chgData name="Trong-Thuc Hoang" userId="74af82dad18fbf6c" providerId="LiveId" clId="{8372D42A-D0C1-4E4C-865A-97CA549E688F}" dt="2021-09-30T18:04:09.576" v="5750" actId="14100"/>
        <pc:sldMkLst>
          <pc:docMk/>
          <pc:sldMk cId="712394340" sldId="449"/>
        </pc:sldMkLst>
        <pc:spChg chg="del">
          <ac:chgData name="Trong-Thuc Hoang" userId="74af82dad18fbf6c" providerId="LiveId" clId="{8372D42A-D0C1-4E4C-865A-97CA549E688F}" dt="2021-09-30T18:02:41.850" v="5711" actId="478"/>
          <ac:spMkLst>
            <pc:docMk/>
            <pc:sldMk cId="712394340" sldId="449"/>
            <ac:spMk id="9" creationId="{6C551CF4-0809-497D-8F93-9B801D42AB33}"/>
          </ac:spMkLst>
        </pc:spChg>
        <pc:spChg chg="add mod">
          <ac:chgData name="Trong-Thuc Hoang" userId="74af82dad18fbf6c" providerId="LiveId" clId="{8372D42A-D0C1-4E4C-865A-97CA549E688F}" dt="2021-09-30T18:04:06.006" v="5749" actId="1076"/>
          <ac:spMkLst>
            <pc:docMk/>
            <pc:sldMk cId="712394340" sldId="449"/>
            <ac:spMk id="11" creationId="{A0D75995-9DA6-4C08-B812-7675005B4DDF}"/>
          </ac:spMkLst>
        </pc:spChg>
        <pc:spChg chg="del">
          <ac:chgData name="Trong-Thuc Hoang" userId="74af82dad18fbf6c" providerId="LiveId" clId="{8372D42A-D0C1-4E4C-865A-97CA549E688F}" dt="2021-09-30T18:02:42.573" v="5712" actId="478"/>
          <ac:spMkLst>
            <pc:docMk/>
            <pc:sldMk cId="712394340" sldId="449"/>
            <ac:spMk id="12" creationId="{F31FCA47-B041-4DE5-8EEB-C9FAFC20EB93}"/>
          </ac:spMkLst>
        </pc:spChg>
        <pc:picChg chg="add mod">
          <ac:chgData name="Trong-Thuc Hoang" userId="74af82dad18fbf6c" providerId="LiveId" clId="{8372D42A-D0C1-4E4C-865A-97CA549E688F}" dt="2021-09-30T18:04:09.576" v="5750" actId="14100"/>
          <ac:picMkLst>
            <pc:docMk/>
            <pc:sldMk cId="712394340" sldId="449"/>
            <ac:picMk id="2" creationId="{5C336BE3-8047-429B-A7B3-851807F04BBD}"/>
          </ac:picMkLst>
        </pc:picChg>
      </pc:sldChg>
      <pc:sldChg chg="addSp delSp modSp add mod">
        <pc:chgData name="Trong-Thuc Hoang" userId="74af82dad18fbf6c" providerId="LiveId" clId="{8372D42A-D0C1-4E4C-865A-97CA549E688F}" dt="2021-09-30T18:13:25.500" v="5948" actId="1076"/>
        <pc:sldMkLst>
          <pc:docMk/>
          <pc:sldMk cId="3708542869" sldId="450"/>
        </pc:sldMkLst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3" creationId="{397140EA-AA7A-4975-A8C8-0CB0B0DBB7CB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6" creationId="{6D669997-E6FA-4B6D-8B88-BF72370523F0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7" creationId="{0B01EBD7-98AE-4A34-A726-1E00C3A139F7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8" creationId="{07A3083D-3493-4D29-8198-93AB162716A7}"/>
          </ac:spMkLst>
        </pc:spChg>
        <pc:spChg chg="del">
          <ac:chgData name="Trong-Thuc Hoang" userId="74af82dad18fbf6c" providerId="LiveId" clId="{8372D42A-D0C1-4E4C-865A-97CA549E688F}" dt="2021-09-30T18:10:25.207" v="5902" actId="478"/>
          <ac:spMkLst>
            <pc:docMk/>
            <pc:sldMk cId="3708542869" sldId="450"/>
            <ac:spMk id="21" creationId="{0EB83CE2-778F-41C9-AB75-BA5804111D4E}"/>
          </ac:spMkLst>
        </pc:spChg>
        <pc:spChg chg="del">
          <ac:chgData name="Trong-Thuc Hoang" userId="74af82dad18fbf6c" providerId="LiveId" clId="{8372D42A-D0C1-4E4C-865A-97CA549E688F}" dt="2021-09-30T18:10:23.820" v="5901" actId="478"/>
          <ac:spMkLst>
            <pc:docMk/>
            <pc:sldMk cId="3708542869" sldId="450"/>
            <ac:spMk id="24" creationId="{65A614C8-7316-4B12-8C88-BC7237C08B1B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25" creationId="{A768E8CE-B213-4C41-8B3D-B663ECBE0B12}"/>
          </ac:spMkLst>
        </pc:spChg>
        <pc:spChg chg="add mod">
          <ac:chgData name="Trong-Thuc Hoang" userId="74af82dad18fbf6c" providerId="LiveId" clId="{8372D42A-D0C1-4E4C-865A-97CA549E688F}" dt="2021-09-30T18:13:00.681" v="5937" actId="14100"/>
          <ac:spMkLst>
            <pc:docMk/>
            <pc:sldMk cId="3708542869" sldId="450"/>
            <ac:spMk id="27" creationId="{517530FD-49CF-4920-B716-3252B24FD52D}"/>
          </ac:spMkLst>
        </pc:spChg>
        <pc:spChg chg="del">
          <ac:chgData name="Trong-Thuc Hoang" userId="74af82dad18fbf6c" providerId="LiveId" clId="{8372D42A-D0C1-4E4C-865A-97CA549E688F}" dt="2021-09-30T18:10:26.106" v="5903" actId="478"/>
          <ac:spMkLst>
            <pc:docMk/>
            <pc:sldMk cId="3708542869" sldId="450"/>
            <ac:spMk id="28" creationId="{49B46A1D-1AD5-4231-9A9F-0392A09811E3}"/>
          </ac:spMkLst>
        </pc:spChg>
        <pc:spChg chg="add mod">
          <ac:chgData name="Trong-Thuc Hoang" userId="74af82dad18fbf6c" providerId="LiveId" clId="{8372D42A-D0C1-4E4C-865A-97CA549E688F}" dt="2021-09-30T18:13:23.365" v="5947" actId="1076"/>
          <ac:spMkLst>
            <pc:docMk/>
            <pc:sldMk cId="3708542869" sldId="450"/>
            <ac:spMk id="30" creationId="{F491BB1C-F305-4724-B792-8C57946F7570}"/>
          </ac:spMkLst>
        </pc:spChg>
        <pc:spChg chg="add mod">
          <ac:chgData name="Trong-Thuc Hoang" userId="74af82dad18fbf6c" providerId="LiveId" clId="{8372D42A-D0C1-4E4C-865A-97CA549E688F}" dt="2021-09-30T18:12:44.905" v="5931" actId="14100"/>
          <ac:spMkLst>
            <pc:docMk/>
            <pc:sldMk cId="3708542869" sldId="450"/>
            <ac:spMk id="31" creationId="{7A88DCA5-564A-4F78-A511-D13FAB709404}"/>
          </ac:spMkLst>
        </pc:spChg>
        <pc:spChg chg="add mod">
          <ac:chgData name="Trong-Thuc Hoang" userId="74af82dad18fbf6c" providerId="LiveId" clId="{8372D42A-D0C1-4E4C-865A-97CA549E688F}" dt="2021-09-30T18:12:08.598" v="5918" actId="14100"/>
          <ac:spMkLst>
            <pc:docMk/>
            <pc:sldMk cId="3708542869" sldId="450"/>
            <ac:spMk id="32" creationId="{D600467E-FE8D-45E4-AD4F-66D4242722C0}"/>
          </ac:spMkLst>
        </pc:spChg>
        <pc:spChg chg="add mod">
          <ac:chgData name="Trong-Thuc Hoang" userId="74af82dad18fbf6c" providerId="LiveId" clId="{8372D42A-D0C1-4E4C-865A-97CA549E688F}" dt="2021-09-30T18:13:25.500" v="5948" actId="1076"/>
          <ac:spMkLst>
            <pc:docMk/>
            <pc:sldMk cId="3708542869" sldId="450"/>
            <ac:spMk id="34" creationId="{100E7CBA-D983-45A9-B471-124E00256C6E}"/>
          </ac:spMkLst>
        </pc:spChg>
        <pc:spChg chg="add mod">
          <ac:chgData name="Trong-Thuc Hoang" userId="74af82dad18fbf6c" providerId="LiveId" clId="{8372D42A-D0C1-4E4C-865A-97CA549E688F}" dt="2021-09-30T18:13:16.426" v="5945" actId="14100"/>
          <ac:spMkLst>
            <pc:docMk/>
            <pc:sldMk cId="3708542869" sldId="450"/>
            <ac:spMk id="36" creationId="{DD9CEE69-46A2-42E5-B410-8CD8D77D2023}"/>
          </ac:spMkLst>
        </pc:spChg>
        <pc:spChg chg="mod">
          <ac:chgData name="Trong-Thuc Hoang" userId="74af82dad18fbf6c" providerId="LiveId" clId="{8372D42A-D0C1-4E4C-865A-97CA549E688F}" dt="2021-09-30T18:10:54.817" v="5908" actId="1076"/>
          <ac:spMkLst>
            <pc:docMk/>
            <pc:sldMk cId="3708542869" sldId="450"/>
            <ac:spMk id="46" creationId="{5C571606-AF5F-4C47-AC1F-10FEFC1DD4EF}"/>
          </ac:spMkLst>
        </pc:spChg>
        <pc:picChg chg="del">
          <ac:chgData name="Trong-Thuc Hoang" userId="74af82dad18fbf6c" providerId="LiveId" clId="{8372D42A-D0C1-4E4C-865A-97CA549E688F}" dt="2021-09-30T18:10:21.268" v="5899" actId="478"/>
          <ac:picMkLst>
            <pc:docMk/>
            <pc:sldMk cId="3708542869" sldId="450"/>
            <ac:picMk id="11" creationId="{CAF3883D-A890-4CC1-AB98-6594D3CAC245}"/>
          </ac:picMkLst>
        </pc:picChg>
        <pc:picChg chg="add mod ord">
          <ac:chgData name="Trong-Thuc Hoang" userId="74af82dad18fbf6c" providerId="LiveId" clId="{8372D42A-D0C1-4E4C-865A-97CA549E688F}" dt="2021-09-30T18:11:46.259" v="5914" actId="1076"/>
          <ac:picMkLst>
            <pc:docMk/>
            <pc:sldMk cId="3708542869" sldId="450"/>
            <ac:picMk id="26" creationId="{C308A2E1-F954-478B-8B2A-4720C25276B5}"/>
          </ac:picMkLst>
        </pc:pic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19" creationId="{89F12B84-E246-40DF-AED6-337D9A69D576}"/>
          </ac:cxnSpMkLst>
        </pc:cxn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20" creationId="{EEA801F0-C532-49CE-B07D-85FB4F541148}"/>
          </ac:cxnSpMkLst>
        </pc:cxn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22" creationId="{00063C92-6CDB-43EA-A61E-06466F1FC724}"/>
          </ac:cxnSpMkLst>
        </pc:cxn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23" creationId="{7488F97E-C77D-4879-BC25-BCC5FBC181E3}"/>
          </ac:cxnSpMkLst>
        </pc:cxnChg>
        <pc:cxnChg chg="add mod">
          <ac:chgData name="Trong-Thuc Hoang" userId="74af82dad18fbf6c" providerId="LiveId" clId="{8372D42A-D0C1-4E4C-865A-97CA549E688F}" dt="2021-09-30T18:13:23.365" v="5947" actId="1076"/>
          <ac:cxnSpMkLst>
            <pc:docMk/>
            <pc:sldMk cId="3708542869" sldId="450"/>
            <ac:cxnSpMk id="29" creationId="{8929A478-A315-42BC-BE37-94059083E15C}"/>
          </ac:cxnSpMkLst>
        </pc:cxnChg>
        <pc:cxnChg chg="add mod">
          <ac:chgData name="Trong-Thuc Hoang" userId="74af82dad18fbf6c" providerId="LiveId" clId="{8372D42A-D0C1-4E4C-865A-97CA549E688F}" dt="2021-09-30T18:13:25.500" v="5948" actId="1076"/>
          <ac:cxnSpMkLst>
            <pc:docMk/>
            <pc:sldMk cId="3708542869" sldId="450"/>
            <ac:cxnSpMk id="33" creationId="{86999109-9824-491A-BBF3-B085E5937B30}"/>
          </ac:cxnSpMkLst>
        </pc:cxnChg>
        <pc:cxnChg chg="add mod">
          <ac:chgData name="Trong-Thuc Hoang" userId="74af82dad18fbf6c" providerId="LiveId" clId="{8372D42A-D0C1-4E4C-865A-97CA549E688F}" dt="2021-09-30T18:13:16.426" v="5945" actId="14100"/>
          <ac:cxnSpMkLst>
            <pc:docMk/>
            <pc:sldMk cId="3708542869" sldId="450"/>
            <ac:cxnSpMk id="35" creationId="{2358E2E5-893A-4726-9996-994CC55DC07C}"/>
          </ac:cxnSpMkLst>
        </pc:cxnChg>
      </pc:sldChg>
      <pc:sldChg chg="addSp delSp modSp add mod">
        <pc:chgData name="Trong-Thuc Hoang" userId="74af82dad18fbf6c" providerId="LiveId" clId="{8372D42A-D0C1-4E4C-865A-97CA549E688F}" dt="2021-09-30T18:15:31.712" v="6012" actId="1076"/>
        <pc:sldMkLst>
          <pc:docMk/>
          <pc:sldMk cId="895158619" sldId="451"/>
        </pc:sldMkLst>
        <pc:spChg chg="del">
          <ac:chgData name="Trong-Thuc Hoang" userId="74af82dad18fbf6c" providerId="LiveId" clId="{8372D42A-D0C1-4E4C-865A-97CA549E688F}" dt="2021-09-30T18:13:56.717" v="5970" actId="478"/>
          <ac:spMkLst>
            <pc:docMk/>
            <pc:sldMk cId="895158619" sldId="451"/>
            <ac:spMk id="27" creationId="{517530FD-49CF-4920-B716-3252B24FD52D}"/>
          </ac:spMkLst>
        </pc:spChg>
        <pc:spChg chg="del">
          <ac:chgData name="Trong-Thuc Hoang" userId="74af82dad18fbf6c" providerId="LiveId" clId="{8372D42A-D0C1-4E4C-865A-97CA549E688F}" dt="2021-09-30T18:14:08.837" v="5976" actId="478"/>
          <ac:spMkLst>
            <pc:docMk/>
            <pc:sldMk cId="895158619" sldId="451"/>
            <ac:spMk id="30" creationId="{F491BB1C-F305-4724-B792-8C57946F7570}"/>
          </ac:spMkLst>
        </pc:spChg>
        <pc:spChg chg="del">
          <ac:chgData name="Trong-Thuc Hoang" userId="74af82dad18fbf6c" providerId="LiveId" clId="{8372D42A-D0C1-4E4C-865A-97CA549E688F}" dt="2021-09-30T18:13:55.314" v="5969" actId="478"/>
          <ac:spMkLst>
            <pc:docMk/>
            <pc:sldMk cId="895158619" sldId="451"/>
            <ac:spMk id="31" creationId="{7A88DCA5-564A-4F78-A511-D13FAB709404}"/>
          </ac:spMkLst>
        </pc:spChg>
        <pc:spChg chg="del">
          <ac:chgData name="Trong-Thuc Hoang" userId="74af82dad18fbf6c" providerId="LiveId" clId="{8372D42A-D0C1-4E4C-865A-97CA549E688F}" dt="2021-09-30T18:13:54.487" v="5968" actId="478"/>
          <ac:spMkLst>
            <pc:docMk/>
            <pc:sldMk cId="895158619" sldId="451"/>
            <ac:spMk id="32" creationId="{D600467E-FE8D-45E4-AD4F-66D4242722C0}"/>
          </ac:spMkLst>
        </pc:spChg>
        <pc:spChg chg="mod">
          <ac:chgData name="Trong-Thuc Hoang" userId="74af82dad18fbf6c" providerId="LiveId" clId="{8372D42A-D0C1-4E4C-865A-97CA549E688F}" dt="2021-09-30T18:15:31.712" v="6012" actId="1076"/>
          <ac:spMkLst>
            <pc:docMk/>
            <pc:sldMk cId="895158619" sldId="451"/>
            <ac:spMk id="34" creationId="{100E7CBA-D983-45A9-B471-124E00256C6E}"/>
          </ac:spMkLst>
        </pc:spChg>
        <pc:spChg chg="mod">
          <ac:chgData name="Trong-Thuc Hoang" userId="74af82dad18fbf6c" providerId="LiveId" clId="{8372D42A-D0C1-4E4C-865A-97CA549E688F}" dt="2021-09-30T18:15:29.931" v="6011" actId="1076"/>
          <ac:spMkLst>
            <pc:docMk/>
            <pc:sldMk cId="895158619" sldId="451"/>
            <ac:spMk id="36" creationId="{DD9CEE69-46A2-42E5-B410-8CD8D77D2023}"/>
          </ac:spMkLst>
        </pc:spChg>
        <pc:spChg chg="mod">
          <ac:chgData name="Trong-Thuc Hoang" userId="74af82dad18fbf6c" providerId="LiveId" clId="{8372D42A-D0C1-4E4C-865A-97CA549E688F}" dt="2021-09-30T18:15:12.292" v="6005" actId="1076"/>
          <ac:spMkLst>
            <pc:docMk/>
            <pc:sldMk cId="895158619" sldId="451"/>
            <ac:spMk id="46" creationId="{5C571606-AF5F-4C47-AC1F-10FEFC1DD4EF}"/>
          </ac:spMkLst>
        </pc:spChg>
        <pc:picChg chg="add mod ord">
          <ac:chgData name="Trong-Thuc Hoang" userId="74af82dad18fbf6c" providerId="LiveId" clId="{8372D42A-D0C1-4E4C-865A-97CA549E688F}" dt="2021-09-30T18:15:27.211" v="6010" actId="1076"/>
          <ac:picMkLst>
            <pc:docMk/>
            <pc:sldMk cId="895158619" sldId="451"/>
            <ac:picMk id="17" creationId="{015CA2EF-F4BB-4FC3-8845-0BF2EB694BAD}"/>
          </ac:picMkLst>
        </pc:picChg>
        <pc:picChg chg="add mod ord">
          <ac:chgData name="Trong-Thuc Hoang" userId="74af82dad18fbf6c" providerId="LiveId" clId="{8372D42A-D0C1-4E4C-865A-97CA549E688F}" dt="2021-09-30T18:15:25.408" v="6009" actId="1076"/>
          <ac:picMkLst>
            <pc:docMk/>
            <pc:sldMk cId="895158619" sldId="451"/>
            <ac:picMk id="18" creationId="{2E786D53-6CBB-4962-A937-DD23AD8C94FF}"/>
          </ac:picMkLst>
        </pc:picChg>
        <pc:picChg chg="del">
          <ac:chgData name="Trong-Thuc Hoang" userId="74af82dad18fbf6c" providerId="LiveId" clId="{8372D42A-D0C1-4E4C-865A-97CA549E688F}" dt="2021-09-30T18:13:52.857" v="5967" actId="478"/>
          <ac:picMkLst>
            <pc:docMk/>
            <pc:sldMk cId="895158619" sldId="451"/>
            <ac:picMk id="26" creationId="{C308A2E1-F954-478B-8B2A-4720C25276B5}"/>
          </ac:picMkLst>
        </pc:picChg>
        <pc:cxnChg chg="del mod">
          <ac:chgData name="Trong-Thuc Hoang" userId="74af82dad18fbf6c" providerId="LiveId" clId="{8372D42A-D0C1-4E4C-865A-97CA549E688F}" dt="2021-09-30T18:13:57.365" v="5971" actId="478"/>
          <ac:cxnSpMkLst>
            <pc:docMk/>
            <pc:sldMk cId="895158619" sldId="451"/>
            <ac:cxnSpMk id="29" creationId="{8929A478-A315-42BC-BE37-94059083E15C}"/>
          </ac:cxnSpMkLst>
        </pc:cxnChg>
        <pc:cxnChg chg="del mod">
          <ac:chgData name="Trong-Thuc Hoang" userId="74af82dad18fbf6c" providerId="LiveId" clId="{8372D42A-D0C1-4E4C-865A-97CA549E688F}" dt="2021-09-30T18:13:58.237" v="5972" actId="478"/>
          <ac:cxnSpMkLst>
            <pc:docMk/>
            <pc:sldMk cId="895158619" sldId="451"/>
            <ac:cxnSpMk id="33" creationId="{86999109-9824-491A-BBF3-B085E5937B30}"/>
          </ac:cxnSpMkLst>
        </pc:cxnChg>
        <pc:cxnChg chg="del mod">
          <ac:chgData name="Trong-Thuc Hoang" userId="74af82dad18fbf6c" providerId="LiveId" clId="{8372D42A-D0C1-4E4C-865A-97CA549E688F}" dt="2021-09-30T18:13:59.163" v="5973" actId="478"/>
          <ac:cxnSpMkLst>
            <pc:docMk/>
            <pc:sldMk cId="895158619" sldId="451"/>
            <ac:cxnSpMk id="35" creationId="{2358E2E5-893A-4726-9996-994CC55DC07C}"/>
          </ac:cxnSpMkLst>
        </pc:cxnChg>
      </pc:sldChg>
      <pc:sldChg chg="addSp delSp modSp add mod">
        <pc:chgData name="Trong-Thuc Hoang" userId="74af82dad18fbf6c" providerId="LiveId" clId="{8372D42A-D0C1-4E4C-865A-97CA549E688F}" dt="2021-09-30T18:16:46.536" v="6078" actId="1076"/>
        <pc:sldMkLst>
          <pc:docMk/>
          <pc:sldMk cId="2961779750" sldId="452"/>
        </pc:sldMkLst>
        <pc:spChg chg="mod">
          <ac:chgData name="Trong-Thuc Hoang" userId="74af82dad18fbf6c" providerId="LiveId" clId="{8372D42A-D0C1-4E4C-865A-97CA549E688F}" dt="2021-09-30T18:16:46.536" v="6078" actId="1076"/>
          <ac:spMkLst>
            <pc:docMk/>
            <pc:sldMk cId="2961779750" sldId="452"/>
            <ac:spMk id="34" creationId="{100E7CBA-D983-45A9-B471-124E00256C6E}"/>
          </ac:spMkLst>
        </pc:spChg>
        <pc:spChg chg="del">
          <ac:chgData name="Trong-Thuc Hoang" userId="74af82dad18fbf6c" providerId="LiveId" clId="{8372D42A-D0C1-4E4C-865A-97CA549E688F}" dt="2021-09-30T18:15:44.044" v="6016" actId="478"/>
          <ac:spMkLst>
            <pc:docMk/>
            <pc:sldMk cId="2961779750" sldId="452"/>
            <ac:spMk id="36" creationId="{DD9CEE69-46A2-42E5-B410-8CD8D77D2023}"/>
          </ac:spMkLst>
        </pc:spChg>
        <pc:picChg chg="add mod ord">
          <ac:chgData name="Trong-Thuc Hoang" userId="74af82dad18fbf6c" providerId="LiveId" clId="{8372D42A-D0C1-4E4C-865A-97CA549E688F}" dt="2021-09-30T18:16:14.417" v="6025" actId="1076"/>
          <ac:picMkLst>
            <pc:docMk/>
            <pc:sldMk cId="2961779750" sldId="452"/>
            <ac:picMk id="11" creationId="{4FB2C660-90D6-435B-B4EE-1BE5B7E6E9FE}"/>
          </ac:picMkLst>
        </pc:picChg>
        <pc:picChg chg="del">
          <ac:chgData name="Trong-Thuc Hoang" userId="74af82dad18fbf6c" providerId="LiveId" clId="{8372D42A-D0C1-4E4C-865A-97CA549E688F}" dt="2021-09-30T18:15:42.079" v="6014" actId="478"/>
          <ac:picMkLst>
            <pc:docMk/>
            <pc:sldMk cId="2961779750" sldId="452"/>
            <ac:picMk id="17" creationId="{015CA2EF-F4BB-4FC3-8845-0BF2EB694BAD}"/>
          </ac:picMkLst>
        </pc:picChg>
        <pc:picChg chg="del">
          <ac:chgData name="Trong-Thuc Hoang" userId="74af82dad18fbf6c" providerId="LiveId" clId="{8372D42A-D0C1-4E4C-865A-97CA549E688F}" dt="2021-09-30T18:15:43.274" v="6015" actId="478"/>
          <ac:picMkLst>
            <pc:docMk/>
            <pc:sldMk cId="2961779750" sldId="452"/>
            <ac:picMk id="18" creationId="{2E786D53-6CBB-4962-A937-DD23AD8C94FF}"/>
          </ac:picMkLst>
        </pc:pic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Image (code + data)</c:v>
                </c:pt>
              </c:strCache>
            </c:strRef>
          </c:tx>
          <c:cat>
            <c:strRef>
              <c:f>Sheet1!$A$2:$A$13</c:f>
              <c:strCache>
                <c:ptCount val="12"/>
                <c:pt idx="0">
                  <c:v>s0</c:v>
                </c:pt>
                <c:pt idx="1">
                  <c:v>s1</c:v>
                </c:pt>
                <c:pt idx="2">
                  <c:v>s2</c:v>
                </c:pt>
                <c:pt idx="3">
                  <c:v>s3</c:v>
                </c:pt>
                <c:pt idx="4">
                  <c:v>s4</c:v>
                </c:pt>
                <c:pt idx="5">
                  <c:v>s5</c:v>
                </c:pt>
                <c:pt idx="6">
                  <c:v>s6</c:v>
                </c:pt>
                <c:pt idx="7">
                  <c:v>s24</c:v>
                </c:pt>
                <c:pt idx="8">
                  <c:v>s25</c:v>
                </c:pt>
                <c:pt idx="9">
                  <c:v>TBD1</c:v>
                </c:pt>
                <c:pt idx="10">
                  <c:v>TBD2</c:v>
                </c:pt>
                <c:pt idx="11">
                  <c:v>TBD3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42505</c:v>
                </c:pt>
                <c:pt idx="1">
                  <c:v>42505</c:v>
                </c:pt>
                <c:pt idx="2">
                  <c:v>43977</c:v>
                </c:pt>
                <c:pt idx="3">
                  <c:v>43977</c:v>
                </c:pt>
                <c:pt idx="4">
                  <c:v>41863</c:v>
                </c:pt>
                <c:pt idx="5">
                  <c:v>43603</c:v>
                </c:pt>
                <c:pt idx="6">
                  <c:v>46595</c:v>
                </c:pt>
                <c:pt idx="7">
                  <c:v>47673</c:v>
                </c:pt>
                <c:pt idx="8">
                  <c:v>48209</c:v>
                </c:pt>
                <c:pt idx="9">
                  <c:v>32718</c:v>
                </c:pt>
                <c:pt idx="10">
                  <c:v>32878</c:v>
                </c:pt>
                <c:pt idx="11">
                  <c:v>37663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Stack reserve</c:v>
                </c:pt>
              </c:strCache>
            </c:strRef>
          </c:tx>
          <c:cat>
            <c:strRef>
              <c:f>Sheet1!$A$2:$A$13</c:f>
              <c:strCache>
                <c:ptCount val="12"/>
                <c:pt idx="0">
                  <c:v>s0</c:v>
                </c:pt>
                <c:pt idx="1">
                  <c:v>s1</c:v>
                </c:pt>
                <c:pt idx="2">
                  <c:v>s2</c:v>
                </c:pt>
                <c:pt idx="3">
                  <c:v>s3</c:v>
                </c:pt>
                <c:pt idx="4">
                  <c:v>s4</c:v>
                </c:pt>
                <c:pt idx="5">
                  <c:v>s5</c:v>
                </c:pt>
                <c:pt idx="6">
                  <c:v>s6</c:v>
                </c:pt>
                <c:pt idx="7">
                  <c:v>s24</c:v>
                </c:pt>
                <c:pt idx="8">
                  <c:v>s25</c:v>
                </c:pt>
                <c:pt idx="9">
                  <c:v>TBD1</c:v>
                </c:pt>
                <c:pt idx="10">
                  <c:v>TBD2</c:v>
                </c:pt>
                <c:pt idx="11">
                  <c:v>TBD3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5376</c:v>
                </c:pt>
                <c:pt idx="1">
                  <c:v>5376</c:v>
                </c:pt>
                <c:pt idx="2">
                  <c:v>8448</c:v>
                </c:pt>
                <c:pt idx="3">
                  <c:v>8448</c:v>
                </c:pt>
                <c:pt idx="4">
                  <c:v>5376</c:v>
                </c:pt>
                <c:pt idx="5">
                  <c:v>8448</c:v>
                </c:pt>
                <c:pt idx="6">
                  <c:v>8448</c:v>
                </c:pt>
                <c:pt idx="7">
                  <c:v>11008</c:v>
                </c:pt>
                <c:pt idx="8">
                  <c:v>12544</c:v>
                </c:pt>
                <c:pt idx="9">
                  <c:v>22016</c:v>
                </c:pt>
                <c:pt idx="10">
                  <c:v>22016</c:v>
                </c:pt>
                <c:pt idx="11">
                  <c:v>23808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Times New Roman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Times New Roman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latin typeface="Times New Roman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281488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2262033-E569-469B-8AC2-4E5C1BF167E5}" type="datetimeFigureOut">
              <a:rPr lang="en-US" smtClean="0"/>
              <a:t>12/23/2024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573088" y="1336675"/>
            <a:ext cx="6413500" cy="36083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F078D98-5ADF-47DD-97FF-EFBD9071EF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0935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body"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body"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 type="body"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 type="body"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Slide" type="title">
  <p:cSld name="1_Title Slide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39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39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5" name="Google Shape;15;p39"/>
          <p:cNvSpPr txBox="1">
            <a:spLocks noGrp="1"/>
          </p:cNvSpPr>
          <p:nvPr>
            <p:ph type="dt" idx="10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6" name="Google Shape;16;p39"/>
          <p:cNvSpPr txBox="1">
            <a:spLocks noGrp="1"/>
          </p:cNvSpPr>
          <p:nvPr>
            <p:ph type="ftr" idx="1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7" name="Google Shape;17;p39"/>
          <p:cNvSpPr txBox="1">
            <a:spLocks noGrp="1"/>
          </p:cNvSpPr>
          <p:nvPr>
            <p:ph type="sldNum" idx="12"/>
          </p:nvPr>
        </p:nvSpPr>
        <p:spPr>
          <a:xfrm>
            <a:off x="11284906" y="6448425"/>
            <a:ext cx="907200" cy="40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0" marR="0" lvl="1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0" marR="0" lvl="2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0" marR="0" lvl="3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0" marR="0" lvl="4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0" marR="0" lvl="5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0" marR="0" lvl="6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0" marR="0" lvl="7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0" marR="0" lvl="8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0848838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chart" Target="../charts/char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image" Target="../media/image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image" Target="../media/image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image" Target="../media/image6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image" Target="../media/image7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image" Target="../media/image8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image" Target="../media/image6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CustomShape 2">
            <a:extLst>
              <a:ext uri="{FF2B5EF4-FFF2-40B4-BE49-F238E27FC236}">
                <a16:creationId xmlns:a16="http://schemas.microsoft.com/office/drawing/2014/main" id="{8E1DDF91-6A44-D4D7-7471-7AE241499D0B}"/>
              </a:ext>
            </a:extLst>
          </p:cNvPr>
          <p:cNvSpPr/>
          <p:nvPr/>
        </p:nvSpPr>
        <p:spPr>
          <a:xfrm>
            <a:off x="-6000" y="2079927"/>
            <a:ext cx="12198000" cy="156820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9" name="CustomShape 1"/>
          <p:cNvSpPr/>
          <p:nvPr/>
        </p:nvSpPr>
        <p:spPr>
          <a:xfrm>
            <a:off x="4341928" y="6089099"/>
            <a:ext cx="3502144" cy="58332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32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2026/12</a:t>
            </a:r>
            <a:endParaRPr lang="en-US" sz="3200" b="0" strike="noStrike" spc="-1" dirty="0">
              <a:latin typeface="Arial"/>
            </a:endParaRPr>
          </a:p>
        </p:txBody>
      </p:sp>
      <p:sp>
        <p:nvSpPr>
          <p:cNvPr id="41" name="CustomShape 3"/>
          <p:cNvSpPr/>
          <p:nvPr/>
        </p:nvSpPr>
        <p:spPr>
          <a:xfrm>
            <a:off x="0" y="2079928"/>
            <a:ext cx="12186000" cy="1568206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ja-JP" altLang="en-US" sz="48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「Course」</a:t>
            </a:r>
            <a:r>
              <a:rPr lang="en-US" altLang="ja-JP" sz="48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ja-JP" altLang="en-US" sz="48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endParaRPr lang="en-US" altLang="ja-JP" sz="4800" b="1" strike="noStrike" spc="-1" dirty="0">
              <a:solidFill>
                <a:srgbClr val="000000"/>
              </a:solidFill>
              <a:latin typeface="Times New Roman"/>
              <a:ea typeface="DejaVu Sans"/>
            </a:endParaRPr>
          </a:p>
          <a:p>
            <a:pPr algn="ctr">
              <a:lnSpc>
                <a:spcPct val="100000"/>
              </a:lnSpc>
            </a:pPr>
            <a:r>
              <a:rPr lang="en-US" altLang="ja-JP" sz="480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EDHOC on a Rocket RV64 SoC</a:t>
            </a:r>
            <a:r>
              <a:rPr lang="en-US" sz="4800" spc="-1" dirty="0">
                <a:solidFill>
                  <a:srgbClr val="000000"/>
                </a:solidFill>
                <a:latin typeface="Times New Roman"/>
              </a:rPr>
              <a:t/>
            </a:r>
            <a:r>
              <a:rPr lang="en-US" sz="4800" strike="noStrike" spc="-1" dirty="0">
                <a:solidFill>
                  <a:srgbClr val="000000"/>
                </a:solidFill>
                <a:latin typeface="Times New Roman"/>
              </a:rPr>
              <a:t/>
            </a:r>
            <a:endParaRPr lang="en-US" sz="4800" b="0" i="1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</a:t>
            </a:fld>
            <a:endParaRPr lang="en-US" sz="1600" b="0" strike="noStrike" spc="-1">
              <a:latin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0232DAB-B18D-766D-7494-FC208ADBD8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A255EAE-0C29-D6E4-77ED-04D11CA4E1E2}"/>
              </a:ext>
            </a:extLst>
          </p:cNvPr>
          <p:cNvSpPr txBox="1"/>
          <p:nvPr/>
        </p:nvSpPr>
        <p:spPr>
          <a:xfrm>
            <a:off x="4341928" y="5504324"/>
            <a:ext cx="3502144" cy="584775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Khai-Duy Nguyen</a:t>
            </a:r>
          </a:p>
        </p:txBody>
      </p:sp>
      <p:sp>
        <p:nvSpPr>
          <p:cNvPr id="6" name="CustomShape 3">
            <a:extLst>
              <a:ext uri="{FF2B5EF4-FFF2-40B4-BE49-F238E27FC236}">
                <a16:creationId xmlns:a16="http://schemas.microsoft.com/office/drawing/2014/main" id="{6D0CA2DB-BAF7-3DF1-4A25-671F9EC2334A}"/>
              </a:ext>
            </a:extLst>
          </p:cNvPr>
          <p:cNvSpPr/>
          <p:nvPr/>
        </p:nvSpPr>
        <p:spPr>
          <a:xfrm>
            <a:off x="-6000" y="3986473"/>
            <a:ext cx="12198000" cy="7064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ja-JP" altLang="en-US" sz="40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「 Lesson 1 」</a:t>
            </a:r>
            <a:r>
              <a:rPr lang="en-US" sz="40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ja-JP" altLang="en-US" sz="40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en-US" altLang="ja-JP" sz="400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en-US" altLang="ja-JP" sz="4000" strike="noStrike" spc="-1" dirty="0" err="1">
                <a:solidFill>
                  <a:srgbClr val="000000"/>
                </a:solidFill>
                <a:latin typeface="Times New Roman"/>
                <a:ea typeface="DejaVu Sans"/>
              </a:rPr>
              <a:t>  EDHOC SoC on Arty A7-100T</a:t>
            </a:r>
            <a:endParaRPr lang="en-US" sz="4000" b="0" i="1" strike="noStrike" spc="-1" dirty="0"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5300" y="1839130"/>
            <a:ext cx="11381400" cy="403041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400" b="1">
                <a:solidFill>
                  <a:srgbClr val="000000"/>
                </a:solidFill>
                <a:latin typeface="Times New Roman"/>
              </a:rPr>
              <a:t>Today’s lecture purpose:</a:t>
            </a:r>
          </a:p>
          <a:p>
            <a:pPr marL="256032" indent="-219456">
              <a:buChar char="•"/>
            </a:pPr>
            <a:r>
              <a:rPr sz="2200" b="0">
                <a:solidFill>
                  <a:srgbClr val="000000"/>
                </a:solidFill>
                <a:latin typeface="Times New Roman"/>
              </a:rPr>
              <a:t>Turn the EDHOC hardware requirement into a Chipyard SoC: 64-bit Rocket, 8 KiB caches, 64 KiB on-chip RAM, GPIO / UART / JTAG / SPI.</a:t>
            </a:r>
          </a:p>
          <a:p>
            <a:pPr marL="256032" indent="-219456">
              <a:buChar char="•"/>
            </a:pPr>
            <a:r>
              <a:rPr sz="2200" b="0">
                <a:solidFill>
                  <a:srgbClr val="000000"/>
                </a:solidFill>
                <a:latin typeface="Times New Roman"/>
              </a:rPr>
              <a:t>Set up your PC and boards from a fresh clone, then map the SoC onto two Arty A7-100T boards: SD card, radio, UART and JTAG on the four PMOD ports.</a:t>
            </a:r>
          </a:p>
          <a:p>
            <a:pPr marL="256032" indent="-219456">
              <a:buChar char="•"/>
            </a:pPr>
            <a:r>
              <a:rPr sz="2200" b="0">
                <a:solidFill>
                  <a:srgbClr val="000000"/>
                </a:solidFill>
                <a:latin typeface="Times New Roman"/>
              </a:rPr>
              <a:t>Build the bitstream, close timing at 75 MHz, program both boards and check every peripheral with a test program.</a:t>
            </a:r>
          </a:p>
          <a:p>
            <a:r>
              <a:rPr sz="1800" b="0">
                <a:solidFill>
                  <a:srgbClr val="808080"/>
                </a:solidFill>
                <a:latin typeface="Times New Roman"/>
              </a:rPr>
              <a:t>Repository: github.com/Khaiduy/chipyard-edhoc (private: ask the author for access)   ·   paths are relative to its root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6C8F3E6-8FCF-8406-D385-1271B41CF2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Start Here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System You Will Build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SoC Configuration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FPGA Pins &amp; Harness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&amp; Timing Closure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Programming &amp; Bring-up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Start Here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System You Will Build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SoC Configuration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FPGA Pins &amp; Harness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&amp; Timing Closure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Programming &amp; Bring-up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Start Here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(1/8) The learning path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320040" y="914400"/>
            <a:ext cx="1417320" cy="91440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Clone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20040" y="1874519"/>
            <a:ext cx="1417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L1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2002536" y="914400"/>
            <a:ext cx="1417320" cy="91440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Prepare</a:t>
            </a:r>
          </a:p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hardware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002536" y="1874519"/>
            <a:ext cx="1417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L1, L2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1737360" y="1371600"/>
            <a:ext cx="265176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/>
          <p:cNvSpPr/>
          <p:nvPr/>
        </p:nvSpPr>
        <p:spPr>
          <a:xfrm>
            <a:off x="3685032" y="914400"/>
            <a:ext cx="1417320" cy="91440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Run a</a:t>
            </a:r>
          </a:p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handshake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685032" y="1874519"/>
            <a:ext cx="1417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L3, L4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3419856" y="1371600"/>
            <a:ext cx="265176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ounded Rectangle 70"/>
          <p:cNvSpPr/>
          <p:nvPr/>
        </p:nvSpPr>
        <p:spPr>
          <a:xfrm>
            <a:off x="5367528" y="914400"/>
            <a:ext cx="1417320" cy="91440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Understand</a:t>
            </a:r>
          </a:p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the bytes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67528" y="1874519"/>
            <a:ext cx="1417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L3, L4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5102352" y="1371600"/>
            <a:ext cx="265176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Rounded Rectangle 73"/>
          <p:cNvSpPr/>
          <p:nvPr/>
        </p:nvSpPr>
        <p:spPr>
          <a:xfrm>
            <a:off x="7050024" y="914400"/>
            <a:ext cx="1417320" cy="91440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Transfer</a:t>
            </a:r>
          </a:p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a file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050024" y="1874519"/>
            <a:ext cx="1417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L5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6784848" y="1371600"/>
            <a:ext cx="265176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ounded Rectangle 76"/>
          <p:cNvSpPr/>
          <p:nvPr/>
        </p:nvSpPr>
        <p:spPr>
          <a:xfrm>
            <a:off x="8732520" y="914400"/>
            <a:ext cx="1417320" cy="91440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Measure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732520" y="1874519"/>
            <a:ext cx="1417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L3–L5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8467344" y="1371600"/>
            <a:ext cx="265176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Rounded Rectangle 79"/>
          <p:cNvSpPr/>
          <p:nvPr/>
        </p:nvSpPr>
        <p:spPr>
          <a:xfrm>
            <a:off x="10415016" y="914400"/>
            <a:ext cx="1417320" cy="91440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Diagnose</a:t>
            </a:r>
          </a:p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failures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415016" y="1874519"/>
            <a:ext cx="1417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L2–L5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10149840" y="1371600"/>
            <a:ext cx="265176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365760" y="2468880"/>
            <a:ext cx="114300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At the end of the course you can, with only these slides and the repository: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configure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your own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two boards (cables, consoles, wiring);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run one classical (RFC 9528) and one post-quantum (AuthKEM) handshake and explain the important output lines;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send a file from one SD card to the other and prove it arrived intact;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find the cause of a deliberately broken build or link, and restore it.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65760" y="5577840"/>
            <a:ext cx="1143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Lesson map: 1 hardware SoC · 2 software and first runs · 3 EDHOC · 4 post-quantum EDHOC · 5 file transfer, performance, diagnosis.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Start Here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(2/8) Equipment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6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731520"/>
                <a:gridCol w="5943600"/>
              </a:tblGrid>
              <a:tr h="52578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Item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Qty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Notes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Digilent Arty A7-100T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one board per party (initiator A, responder B)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micro-USB cable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power, FPGA programming and the console of each Arty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FTDI C232HM-DDHSL-0 USB–JTAG cable (3.3 V)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core debug on PMOD JD; leave its red VCC wire unconnected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Digilent PmodMicroSD + microSD card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PMOD JA; any SDHC / SDXC card — it gets erased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MRF24J40MA 802.15.4 module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PMOD JC; module-to-JC signal wiring in section 4 (6/9)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SD card reader (optional)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copy your own files; without one, sd_prep does it over JTAG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 jumper wires (optional)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wired UART1 link on PMOD JB (GND, TX↔RX crossed); 3× faster than the radio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303520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Wiring of every PMOD, pin by pin: section 4 (2/9).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Start Here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(3/8) How everything is connected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7</a:t>
            </a:fld>
            <a:endParaRPr lang="en-US" sz="1600" b="0" strike="noStrike" spc="-1">
              <a:latin typeface="Arial"/>
            </a:endParaRPr>
          </a:p>
        </p:txBody>
      </p:sp>
      <p:pic>
        <p:nvPicPr>
          <p:cNvPr id="63" name="Picture 62" descr="setup_two_boar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1760" y="804672"/>
            <a:ext cx="6692630" cy="548640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365760" y="635508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808080"/>
                </a:solidFill>
                <a:latin typeface="Times New Roman"/>
              </a:rPr>
              <a:t>Same wiring on both boards; the 3 UART wires on JB are optional (TRANSPORT=uart). Pin by pin: section 4 (2/9).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Start Here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(4/8) Software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8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20640"/>
                <a:gridCol w="2194560"/>
                <a:gridCol w="4114800"/>
              </a:tblGrid>
              <a:tr h="4064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Software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Tested version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Needed for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064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Ubuntu (x86-64)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24.04 LTS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host PC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064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Vivado ML Standard (free) or Vivado Lab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2024.2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building (route A) and programming the FPGAs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064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Chipyard and its conda environment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1.11.0 + this fork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route A only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064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riscv64-unknown-elf-gcc, rv64imac / lp64 multilib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15.1.0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all firmware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064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OpenOCD with RISC-V and FTDI support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0.12.0+dev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loading firmware over JTAG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064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Python 3 (in a venv, command below)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3.12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host tests, timing tables, reference model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064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pip: pyfatfs pycryptodome cryptography kyber-py setuptools&lt;81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FAT32 host test, AuthKEM reference model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064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dosfstools (mkfs.vfat, fsck.fat)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4.2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FAT32 host test, mksd.sh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Rectangle 63"/>
          <p:cNvSpPr/>
          <p:nvPr/>
        </p:nvSpPr>
        <p:spPr>
          <a:xfrm>
            <a:off x="365760" y="4617720"/>
            <a:ext cx="11430000" cy="805433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808080"/>
                </a:solidFill>
                <a:latin typeface="Consolas"/>
              </a:rPr>
              <a:t>Run this — once; plain pip install is refused on Ubuntu 24.04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python3 -m venv ~/edhoc-venv &amp;&amp; . ~/edhoc-venv/bin/activate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pip install pyfatfs pycryptodome cryptography kyber-py "setuptools&lt;81"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5486400"/>
            <a:ext cx="11430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400" b="0">
                <a:solidFill>
                  <a:srgbClr val="000000"/>
                </a:solidFill>
                <a:latin typeface="Times New Roman"/>
              </a:rPr>
              <a:t>USB access without sudo: install Vivado's cable drivers (Digilent) and OpenOCD's </a:t>
            </a:r>
            <a:r>
              <a:rPr sz="1400" b="0" i="1">
                <a:solidFill>
                  <a:srgbClr val="000000"/>
                </a:solidFill>
                <a:latin typeface="Times New Roman"/>
              </a:rPr>
              <a:t>60-openocd.rules</a:t>
            </a:r>
            <a:r>
              <a:rPr sz="1400" b="0">
                <a:solidFill>
                  <a:srgbClr val="000000"/>
                </a:solidFill>
                <a:latin typeface="Times New Roman"/>
              </a:rPr>
              <a:t> (C232HM), and be in the </a:t>
            </a:r>
            <a:r>
              <a:rPr sz="1400" b="0" i="1">
                <a:solidFill>
                  <a:srgbClr val="000000"/>
                </a:solidFill>
                <a:latin typeface="Times New Roman"/>
              </a:rPr>
              <a:t>dialout</a:t>
            </a:r>
            <a:r>
              <a:rPr sz="1400" b="0">
                <a:solidFill>
                  <a:srgbClr val="000000"/>
                </a:solidFill>
                <a:latin typeface="Times New Roman"/>
              </a:rPr>
              <a:t> / </a:t>
            </a:r>
            <a:r>
              <a:rPr sz="1400" b="0" i="1">
                <a:solidFill>
                  <a:srgbClr val="000000"/>
                </a:solidFill>
                <a:latin typeface="Times New Roman"/>
              </a:rPr>
              <a:t>plugdev</a:t>
            </a:r>
            <a:r>
              <a:rPr sz="1400" b="0">
                <a:solidFill>
                  <a:srgbClr val="000000"/>
                </a:solidFill>
                <a:latin typeface="Times New Roman"/>
              </a:rPr>
              <a:t> groups for the consoles.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400" b="0">
                <a:solidFill>
                  <a:srgbClr val="000000"/>
                </a:solidFill>
                <a:latin typeface="Times New Roman"/>
              </a:rPr>
              <a:t>Other versions may work; these are the ones every result in the course came from.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Start Here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(5/8) Get the code — two routes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898397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500" b="1">
                <a:solidFill>
                  <a:srgbClr val="808080"/>
                </a:solidFill>
                <a:latin typeface="Consolas"/>
              </a:rPr>
              <a:t>Run this — on your PC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git clone git@github.com:Khaiduy/chipyard-edhoc.git chipyard   # path without spaces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cd chipyard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65760" y="2041397"/>
          <a:ext cx="114300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566160"/>
                <a:gridCol w="3566160"/>
                <a:gridCol w="1920240"/>
              </a:tblGrid>
              <a:tr h="70104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Route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Your goal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Setup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Then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 — full hardware build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learn how the SoC is generated and placed on the FPGA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./build-setup.sh riscv-tools --skip-marshal --skip-firesim; source env.sh; ./patches/apply.sh (~30 min, ~20 GB + Vivado; then ~1 h per bitstream)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Lesson 1 from section 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 — firmware only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run and study the protocols on boards that already hold the EDHOC bitstream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cd fpga/sw/export; toolchain + OpenOCD (Lesson 2, section 1)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Lesson 1, section 6, then Lesson 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5" name="TextBox 64"/>
          <p:cNvSpPr txBox="1"/>
          <p:nvPr/>
        </p:nvSpPr>
        <p:spPr>
          <a:xfrm>
            <a:off x="365760" y="4663440"/>
            <a:ext cx="114300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The repository is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private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: ask the author to add your GitHub account, then clone with your own SSH key.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No prebuilt bitstream ships with the course: route B needs a bitstream built from the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same revision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(route A), e.g. by your lab, written to the boards' flash or kept as a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.bit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The firmware tree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fpga/sw/export/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is self-contained (all code vendored) and needs only the toolchain, OpenOCD and Python — not Chipyard.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Start Here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(6/8) Readiness check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36321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500" b="1">
                <a:solidFill>
                  <a:srgbClr val="808080"/>
                </a:solidFill>
                <a:latin typeface="Consolas"/>
              </a:rPr>
              <a:t>Run this — from the repository root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vivado -version | head -1                      # Vivado v2024.2 ...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riscv64-unknown-elf-gcc --version | head -1    # ... 15.1.0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openocd --version 2&gt;&amp;1 | head -1               # Open On-Chip Debugger 0.12.0 ...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cd fpga/sw/export &amp;&amp; ./common/board/list_boards.sh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460498"/>
            <a:ext cx="6858000" cy="1285747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AAAAAA"/>
                </a:solidFill>
                <a:latin typeface="Consolas"/>
              </a:rPr>
              <a:t>Example output — our lab (your serials differ)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C232HM JTAG   FTA6GPSN  (C232HM-DDHSL-0)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Arty console  210319B4A439  /dev/ttyUSB4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C232HM JTAG   FTA6JVAK  (C232HM-DDHSL-0)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Arty console  210319B269F6  /dev/ttyUSB1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406640" y="2374645"/>
            <a:ext cx="4572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Expect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two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Arty lines, each with a tty, and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two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C232HM lines.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 i="1">
                <a:solidFill>
                  <a:srgbClr val="000000"/>
                </a:solidFill>
                <a:latin typeface="Times New Roman"/>
              </a:rPr>
              <a:t>common/board/boards.env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ships with our serials: put your four in (Lesson 2, section 2).</a:t>
            </a:r>
          </a:p>
        </p:txBody>
      </p:sp>
      <p:graphicFrame>
        <p:nvGraphicFramePr>
          <p:cNvPr id="66" name="Table 65"/>
          <p:cNvGraphicFramePr>
            <a:graphicFrameLocks noGrp="1"/>
          </p:cNvGraphicFramePr>
          <p:nvPr/>
        </p:nvGraphicFramePr>
        <p:xfrm>
          <a:off x="365760" y="4020564"/>
          <a:ext cx="114300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8412480"/>
              </a:tblGrid>
              <a:tr h="38862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If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Check first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an Arty is missing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USB cable, board power switch, Vivado cable drivers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an Arty has no tty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dialout / plugdev group (log out and in), Vivado holding the port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 C232HM is missing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USB plug, OpenOCD udev rules (0403:6014)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Start Here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(7/8) How to read the practical slides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11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5486400" cy="54864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80" b="1">
                <a:solidFill>
                  <a:srgbClr val="808080"/>
                </a:solidFill>
                <a:latin typeface="Consolas"/>
              </a:rPr>
              <a:t>Run this — from fpga/sw/export/tests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1F1F1F"/>
                </a:solidFill>
                <a:latin typeface="Consolas"/>
              </a:rPr>
              <a:t>make gpio_test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217920" y="868680"/>
            <a:ext cx="5760720" cy="548640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80" b="1">
                <a:solidFill>
                  <a:srgbClr val="AAAAAA"/>
                </a:solidFill>
                <a:latin typeface="Consolas"/>
              </a:rPr>
              <a:t>Example output — board A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8BE98B"/>
                </a:solidFill>
                <a:latin typeface="Consolas"/>
              </a:rPr>
              <a:t>GPIO TEST: PASS (0 failures)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1828800"/>
            <a:ext cx="5486400" cy="54864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80" b="1">
                <a:solidFill>
                  <a:srgbClr val="808080"/>
                </a:solidFill>
                <a:latin typeface="Consolas"/>
              </a:rPr>
              <a:t>Simplified — common/src/sd_card.c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1F1F1F"/>
                </a:solidFill>
                <a:latin typeface="Consolas"/>
              </a:rPr>
              <a:t>while (busy) ...   /* shortened: not runnable */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65760" y="2743200"/>
            <a:ext cx="1143000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1">
                <a:solidFill>
                  <a:srgbClr val="000000"/>
                </a:solidFill>
                <a:latin typeface="Times New Roman"/>
              </a:rPr>
              <a:t>Run this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boxes are complete commands, in order, with the directory they start from.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Example output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boxes are real console text.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Simplified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boxes shorten source code with “...” — read them, do not paste them.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Every lab follows the same steps: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objective → starting state → commands → expected output → what it proves → if it fails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Serial numbers, tty names and times in examples come from our lab; yours differ. Lesson 2 shows how to set up your own.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Start Here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(8/8) Words used in this course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12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657600"/>
                <a:gridCol w="1645920"/>
                <a:gridCol w="3931920"/>
              </a:tblGrid>
              <a:tr h="5715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Term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Meaning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Term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Meaning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EDHOC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Ephemeral Diffie-Hellman Over COSE (RFC 9528)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AEAD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encryption + integrity tag (AES-CCM, AES-GCM, ChaCha20/Poly1305)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initiator / responder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board A / board B: who sends message_1 / who answers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KEM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key encapsulation: (ct, ss) = Encaps(pk); ss = Decaps(sk, ct)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suite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set of algorithms (curve or KEM, hash, AEAD)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ML-KEM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NIST post-quantum KEM (FIPS 203)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method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how each side proves itself: signature or static DH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AuthKEM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post-quantum EDHOC, method 5 (IETF draft)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CBOR / COSE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compact binary encoding / its security formats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PRK_out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shared secret EDHOC ends with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CRED / ID_CRED / kid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 public-key credential / a short reference to it / key id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TH_n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transcript hash: everything sent so far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PMOD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Digilent 12-pin expansion socket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PERF / STACK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console lines with timing / stack use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623560"/>
            <a:ext cx="11430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Every later lesson uses these words without repeating them; come back here when one is unclear.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Start Here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System You Will Build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SoC Configuration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FPGA Pins &amp; Harness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&amp; Timing Closure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Programming &amp; Bring-up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2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The System You Will Build </a:t>
            </a:r>
            <a:r>
              <a:rPr lang="en-US" sz="32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(1/4) The SoC you will build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14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457200" y="914400"/>
          <a:ext cx="1124712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4663440"/>
                <a:gridCol w="475488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Item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Setting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Where it is set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Core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one small Rocket, RV64IMAC, no FPU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EdhocRocket64Config: WithNSmallCores(1)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L1 caches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8 KiB I$ + 8 KiB D$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WithL1ICacheSets / WithL1DCacheSets(128)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RAM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64 KiB on-chip scratchpad at 0x8000_0000, no DDR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WithMbusScratchpad(64 &lt;&lt; 10), WithNoMemPort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Clock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75 MHz for every bus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WithTinyArty100TTweaks(75)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Peripherals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8 GPIO, 2 UART, 3 SPI, JTAG debug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WithDefaultPeripherals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Pins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SD on JA, UART1 on JB, radio on JC, JTAG on JD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WithArtyJCRadio + shell overlays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457200" y="5029200"/>
            <a:ext cx="112471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Section 3 shows each setting in the code, section 4 the pins, section 5 the build, section 6 how to check every peripheral on the board.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5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The System You Will Build </a:t>
            </a:r>
            <a:r>
              <a:rPr lang="en-US" sz="25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(2/4) How much of the 64 KiB each build uses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15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Chart 62"/>
          <p:cNvGraphicFramePr>
            <a:graphicFrameLocks noGrp="1"/>
          </p:cNvGraphicFramePr>
          <p:nvPr/>
        </p:nvGraphicFramePr>
        <p:xfrm>
          <a:off x="274320" y="777240"/>
          <a:ext cx="7498079" cy="55778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7955279" y="914400"/>
            <a:ext cx="402336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Bytes per cipher suite: the image and the stack reserve of its largest build (EDHOC suites 0–25 in Lesson 3, post-quantum TBD1–3 in Lesson 4).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Every build of the course fits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64 KiB = 65,536 B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; the largest are suite 25 (60,753 B) and TBD3 (61,471 B).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Check any build yourself: Lesson 2, “Will my build fit?”.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955279" y="5394960"/>
            <a:ext cx="4023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Default flags: TRANSPORT=rf; no TIMING, DEBUG or APP options.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The System You Will Build </a:t>
            </a:r>
            <a:r>
              <a:rPr lang="en-US" sz="2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(3/4) The 75 MHz clock: where it is set, how to check it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16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64008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75" b="1">
                <a:solidFill>
                  <a:srgbClr val="808080"/>
                </a:solidFill>
                <a:latin typeface="Consolas"/>
              </a:rPr>
              <a:t>Hardware</a:t>
            </a:r>
          </a:p>
          <a:p>
            <a:pPr algn="l">
              <a:lnSpc>
                <a:spcPct val="100000"/>
              </a:lnSpc>
            </a:pPr>
            <a:r>
              <a:rPr sz="1475">
                <a:solidFill>
                  <a:srgbClr val="1F1F1F"/>
                </a:solidFill>
                <a:latin typeface="Consolas"/>
              </a:rPr>
              <a:t>new WithTinyArty100TTweaks(75) ++   // every bus clock, in MHz (Configs.scala)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1691639"/>
            <a:ext cx="11430000" cy="64008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75" b="1">
                <a:solidFill>
                  <a:srgbClr val="808080"/>
                </a:solidFill>
                <a:latin typeface="Consolas"/>
              </a:rPr>
              <a:t>Firmware</a:t>
            </a:r>
          </a:p>
          <a:p>
            <a:pPr algn="l">
              <a:lnSpc>
                <a:spcPct val="100000"/>
              </a:lnSpc>
            </a:pPr>
            <a:r>
              <a:rPr sz="1475">
                <a:solidFill>
                  <a:srgbClr val="1F1F1F"/>
                </a:solidFill>
                <a:latin typeface="Consolas"/>
              </a:rPr>
              <a:t>PERF_CPU_HZ / F_CPU = 75000000      // UART, SPI and timing math (firmware)</a:t>
            </a:r>
          </a:p>
        </p:txBody>
      </p:sp>
      <p:graphicFrame>
        <p:nvGraphicFramePr>
          <p:cNvPr id="65" name="Table 64"/>
          <p:cNvGraphicFramePr>
            <a:graphicFrameLocks noGrp="1"/>
          </p:cNvGraphicFramePr>
          <p:nvPr/>
        </p:nvGraphicFramePr>
        <p:xfrm>
          <a:off x="365760" y="2606039"/>
          <a:ext cx="114300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35040"/>
                <a:gridCol w="539496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To change the clock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Then expect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1. Change the number in Configs.scala and in the firmware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2. Build the bitstream (section 5)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about 1 h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3. Read report/timing.txt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WNS ≥ 0 and 0 failing endpoints, or the bitstream is not usable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4. Program, then run the bring-up tests (section 6)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every test PASS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6" name="TextBox 65"/>
          <p:cNvSpPr txBox="1"/>
          <p:nvPr/>
        </p:nvSpPr>
        <p:spPr>
          <a:xfrm>
            <a:off x="365760" y="5806440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75 MHz meets timing in this flow (Vivado 2024.2). Exercise 3 asks you to try a faster clock.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The System You Will Build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(4/4) The two-board system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365760" y="914400"/>
            <a:ext cx="5394960" cy="68580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600" b="1">
                <a:solidFill>
                  <a:srgbClr val="000000"/>
                </a:solidFill>
                <a:latin typeface="Times New Roman"/>
              </a:rPr>
              <a:t>Board A — Initiator</a:t>
            </a:r>
          </a:p>
          <a:p>
            <a:pPr algn="ctr"/>
            <a:r>
              <a:rPr sz="1600" b="0">
                <a:solidFill>
                  <a:srgbClr val="000000"/>
                </a:solidFill>
                <a:latin typeface="Times New Roman"/>
              </a:rPr>
              <a:t>Arty A7-100T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645919" y="1828800"/>
            <a:ext cx="2834640" cy="91440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Rocket RV64 · 75 MHz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64 KiB scratchpad · 8 KiB I$/D$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365760" y="3108960"/>
            <a:ext cx="123444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JA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microSD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1737360" y="3108960"/>
            <a:ext cx="123444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JB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UART1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3108960" y="3108960"/>
            <a:ext cx="123444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JC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MRF24J40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480560" y="3108960"/>
            <a:ext cx="123444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JD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JTAG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3291840" y="4434840"/>
            <a:ext cx="2468880" cy="777240"/>
          </a:xfrm>
          <a:prstGeom prst="roundRect">
            <a:avLst/>
          </a:prstGeom>
          <a:solidFill>
            <a:srgbClr val="EEEEEE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PC: OpenOCD + C232HM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USB-UART console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5093208" y="3977639"/>
            <a:ext cx="0" cy="457201"/>
          </a:xfrm>
          <a:prstGeom prst="line">
            <a:avLst/>
          </a:prstGeom>
          <a:ln w="25400">
            <a:solidFill>
              <a:srgbClr val="808080"/>
            </a:solidFill>
            <a:tailEnd type="triangle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ounded Rectangle 70"/>
          <p:cNvSpPr/>
          <p:nvPr/>
        </p:nvSpPr>
        <p:spPr>
          <a:xfrm>
            <a:off x="6400800" y="914400"/>
            <a:ext cx="5394960" cy="68580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600" b="1">
                <a:solidFill>
                  <a:srgbClr val="000000"/>
                </a:solidFill>
                <a:latin typeface="Times New Roman"/>
              </a:rPr>
              <a:t>Board B — Responder</a:t>
            </a:r>
          </a:p>
          <a:p>
            <a:pPr algn="ctr"/>
            <a:r>
              <a:rPr sz="1600" b="0">
                <a:solidFill>
                  <a:srgbClr val="000000"/>
                </a:solidFill>
                <a:latin typeface="Times New Roman"/>
              </a:rPr>
              <a:t>Arty A7-100T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680960" y="1828800"/>
            <a:ext cx="2834640" cy="91440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Rocket RV64 · 75 MHz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64 KiB scratchpad · 8 KiB I$/D$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6400800" y="3108960"/>
            <a:ext cx="123444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JA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microSD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7772400" y="3108960"/>
            <a:ext cx="123444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JB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UART1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9144000" y="3108960"/>
            <a:ext cx="123444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JC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MRF24J40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10515600" y="3108960"/>
            <a:ext cx="123444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JD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JTAG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9326880" y="4434840"/>
            <a:ext cx="2468880" cy="777240"/>
          </a:xfrm>
          <a:prstGeom prst="roundRect">
            <a:avLst/>
          </a:prstGeom>
          <a:solidFill>
            <a:srgbClr val="EEEEEE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PC: OpenOCD + C232HM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USB-UART console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11128248" y="3977639"/>
            <a:ext cx="0" cy="457201"/>
          </a:xfrm>
          <a:prstGeom prst="line">
            <a:avLst/>
          </a:prstGeom>
          <a:ln w="25400">
            <a:solidFill>
              <a:srgbClr val="808080"/>
            </a:solidFill>
            <a:tailEnd type="triangle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3726180" y="2907792"/>
            <a:ext cx="0" cy="201168"/>
          </a:xfrm>
          <a:prstGeom prst="line">
            <a:avLst/>
          </a:prstGeom>
          <a:ln w="38100">
            <a:solidFill>
              <a:srgbClr val="3786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9761220" y="2907792"/>
            <a:ext cx="0" cy="201168"/>
          </a:xfrm>
          <a:prstGeom prst="line">
            <a:avLst/>
          </a:prstGeom>
          <a:ln w="38100">
            <a:solidFill>
              <a:srgbClr val="3786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3726180" y="2907792"/>
            <a:ext cx="6035040" cy="0"/>
          </a:xfrm>
          <a:prstGeom prst="line">
            <a:avLst/>
          </a:prstGeom>
          <a:ln w="38100">
            <a:solidFill>
              <a:srgbClr val="3786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4526280" y="1874519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37863C"/>
                </a:solidFill>
                <a:latin typeface="Times New Roman"/>
              </a:rPr>
              <a:t>2.4 GHz IEEE 802.15.4 radio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37863C"/>
                </a:solidFill>
                <a:latin typeface="Times New Roman"/>
              </a:rPr>
              <a:t>EDHOC handshake + encrypted file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65760" y="5394960"/>
            <a:ext cx="5760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Same bitstream on both boards; the firmware decides the role.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SD card on JA holds SEND.BIN (board A) and RECV.BIN (board B).</a:t>
            </a:r>
          </a:p>
        </p:txBody>
      </p:sp>
      <p:pic>
        <p:nvPicPr>
          <p:cNvPr id="84" name="Picture 83" descr="setup_two_boar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5257800"/>
            <a:ext cx="1450070" cy="1188720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8229600" y="5577840"/>
            <a:ext cx="3657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Full-size picture: section 1, (3/8).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Start Here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System You Will Build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SoC Configuration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FPGA Pins &amp; Harness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&amp; Timing Closure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Programming &amp; Bring-up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2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SoC Configuration </a:t>
            </a:r>
            <a:r>
              <a:rPr lang="en-US" sz="32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(1/7) One config class builds the SoC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777240"/>
            <a:ext cx="1143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The bitstream is built from 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EdhocRocket6475MHzArty100TConfig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in </a:t>
            </a:r>
            <a:r>
              <a:rPr sz="1900" b="0" i="1">
                <a:solidFill>
                  <a:srgbClr val="000000"/>
                </a:solidFill>
                <a:latin typeface="Times New Roman"/>
              </a:rPr>
              <a:t>fpga/src/main/scala/arty100t/Configs.scala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: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1554480"/>
            <a:ext cx="11430000" cy="1502664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class EdhocRocket6475MHzArty100TConfig extends Config(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  new WithArtyJCRadio ++                  // board-to-board link: MRF24J40 on PMOD JC (SPI1)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  new WithTinyArty100TTweaks(75) ++       // Arty shell, peripherals, all bus clocks = 75 MHz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  new chipyard.config.WithBroadcastManager ++   // coherence without an L2 cache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  new chipyard.EdhocRocket64Config        // the SoC itself (next slide)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331464"/>
            <a:ext cx="114300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Chipyard configs are a chain of fragments joined with </a:t>
            </a:r>
            <a:r>
              <a:rPr sz="1700" b="0">
                <a:solidFill>
                  <a:srgbClr val="8B1A1A"/>
                </a:solidFill>
                <a:latin typeface="Consolas"/>
              </a:rPr>
              <a:t>++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; a fragment on the 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left overrides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the ones on its right.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Read it bottom-up: the SoC → how memory coherence works → the board shell and clock → the radio pin variant.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Same pattern as the Chipyard lecture (04: </a:t>
            </a:r>
            <a:r>
              <a:rPr sz="1900" b="0" i="1">
                <a:solidFill>
                  <a:srgbClr val="000000"/>
                </a:solidFill>
                <a:latin typeface="Times New Roman"/>
              </a:rPr>
              <a:t>MyRocketConfig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on Arty 35T), on the 100T board.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SoC Configuration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(2/7) EdhocRocket64Config: the SoC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73152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 i="1">
                <a:solidFill>
                  <a:srgbClr val="000000"/>
                </a:solidFill>
                <a:latin typeface="Times New Roman"/>
              </a:rPr>
              <a:t>generators/chipyard/src/main/scala/config/EdhocConfigs.scala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1188720"/>
            <a:ext cx="6949440" cy="1656342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class EdhocRocket64Config extends Config(</a:t>
            </a:r>
          </a:p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  new freechips.rocketchip.subsystem.WithL1ICacheSets(128) ++     // 8 KiB I-cache</a:t>
            </a:r>
          </a:p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    new freechips.rocketchip.subsystem.WithL1DCacheSets(128) ++   // 8 KiB D-cache</a:t>
            </a:r>
          </a:p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    new chipyard.harness.WithDontTouchChipTopPorts(false) ++</a:t>
            </a:r>
          </a:p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    new testchipip.soc.WithMbusScratchpad(base = 0x80000000L,</a:t>
            </a:r>
          </a:p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                                          size = BigInt(64 &lt;&lt; 10)) ++  // 64 KiB on-chip SRAM</a:t>
            </a:r>
          </a:p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    new freechips.rocketchip.subsystem.WithNoMemPort ++           // no DDR / off-chip memory</a:t>
            </a:r>
          </a:p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    new freechips.rocketchip.subsystem.WithNSmallCores(1) ++      // one small Rocket, RV64</a:t>
            </a:r>
          </a:p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    new freechips.rocketchip.subsystem.WithoutTLMonitors ++</a:t>
            </a:r>
          </a:p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    new chipyard.config.AbstractConfig)</a:t>
            </a:r>
          </a:p>
        </p:txBody>
      </p:sp>
      <p:graphicFrame>
        <p:nvGraphicFramePr>
          <p:cNvPr id="65" name="Table 64"/>
          <p:cNvGraphicFramePr>
            <a:graphicFrameLocks noGrp="1"/>
          </p:cNvGraphicFramePr>
          <p:nvPr/>
        </p:nvGraphicFramePr>
        <p:xfrm>
          <a:off x="7498079" y="1188720"/>
          <a:ext cx="448056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37744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Fragment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Effect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WithNSmallCores(1)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 Rocket tile, RV64IMAC, no FPU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WithL1I/DCacheSets(128)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128 sets → 8 KiB caches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WithMbusScratchpad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64 KiB SRAM at 0x8000_0000 (BRAM)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WithNoMemPort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no DDR: all code + data on chip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WithoutTLMonitors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smaller, faster (no protocol checkers)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6" name="TextBox 65"/>
          <p:cNvSpPr txBox="1"/>
          <p:nvPr/>
        </p:nvSpPr>
        <p:spPr>
          <a:xfrm>
            <a:off x="365760" y="4663440"/>
            <a:ext cx="114300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Everything the firmware uses — code, data, stack — lives in the 64 KiB scratchpad. There is no external RAM on this SoC.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Arty’s 256 MB DDR3 is left unused: the requirement asks for on-chip RAM, and the whole firmware fits on chip.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3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SoC Configuration </a:t>
            </a:r>
            <a:r>
              <a:rPr lang="en-US" sz="33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(3/7) Cache size and fragment order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21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548640" y="1097280"/>
            <a:ext cx="1828800" cy="7315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2000" b="1">
                <a:solidFill>
                  <a:srgbClr val="000000"/>
                </a:solidFill>
                <a:latin typeface="Times New Roman"/>
              </a:rPr>
              <a:t>128 sets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423160" y="1188720"/>
            <a:ext cx="365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2600" b="0">
                <a:solidFill>
                  <a:srgbClr val="000000"/>
                </a:solidFill>
                <a:latin typeface="Times New Roman"/>
              </a:rPr>
              <a:t>×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2834640" y="1097280"/>
            <a:ext cx="1828800" cy="7315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2000" b="1">
                <a:solidFill>
                  <a:srgbClr val="000000"/>
                </a:solidFill>
                <a:latin typeface="Times New Roman"/>
              </a:rPr>
              <a:t>1 way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709160" y="1188720"/>
            <a:ext cx="365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2600" b="0">
                <a:solidFill>
                  <a:srgbClr val="000000"/>
                </a:solidFill>
                <a:latin typeface="Times New Roman"/>
              </a:rPr>
              <a:t>×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5120640" y="1097280"/>
            <a:ext cx="1828800" cy="7315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2000" b="1">
                <a:solidFill>
                  <a:srgbClr val="000000"/>
                </a:solidFill>
                <a:latin typeface="Times New Roman"/>
              </a:rPr>
              <a:t>64 B / line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995160" y="1188720"/>
            <a:ext cx="365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2600" b="0">
                <a:solidFill>
                  <a:srgbClr val="000000"/>
                </a:solidFill>
                <a:latin typeface="Times New Roman"/>
              </a:rPr>
              <a:t>=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7406640" y="1097280"/>
            <a:ext cx="2377440" cy="731520"/>
          </a:xfrm>
          <a:prstGeom prst="roundRect">
            <a:avLst/>
          </a:prstGeom>
          <a:solidFill>
            <a:srgbClr val="C5E0B4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2000" b="1">
                <a:solidFill>
                  <a:srgbClr val="000000"/>
                </a:solidFill>
                <a:latin typeface="Times New Roman"/>
              </a:rPr>
              <a:t>8 KiB per cache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57200" y="2194560"/>
            <a:ext cx="112471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8B1A1A"/>
                </a:solidFill>
                <a:latin typeface="Consolas"/>
              </a:rPr>
              <a:t>WithNSmallCores(1)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creates the tile with small default caches; </a:t>
            </a:r>
            <a:r>
              <a:rPr sz="1700" b="0">
                <a:solidFill>
                  <a:srgbClr val="8B1A1A"/>
                </a:solidFill>
                <a:latin typeface="Consolas"/>
              </a:rPr>
              <a:t>WithL1ICacheSets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/ </a:t>
            </a:r>
            <a:r>
              <a:rPr sz="1700" b="0">
                <a:solidFill>
                  <a:srgbClr val="8B1A1A"/>
                </a:solidFill>
                <a:latin typeface="Consolas"/>
              </a:rPr>
              <a:t>WithL1DCacheSets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rewrite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those tile parameters.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A rewrite only sees tiles that already exist, so the cache fragments must stay 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to the left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of </a:t>
            </a:r>
            <a:r>
              <a:rPr sz="1700" b="0">
                <a:solidFill>
                  <a:srgbClr val="8B1A1A"/>
                </a:solidFill>
                <a:latin typeface="Consolas"/>
              </a:rPr>
              <a:t>WithNSmallCores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in the chain.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Wrong order builds without error but gives the default cache size — check the generated </a:t>
            </a:r>
            <a:r>
              <a:rPr sz="1900" b="0" i="1">
                <a:solidFill>
                  <a:srgbClr val="000000"/>
                </a:solidFill>
                <a:latin typeface="Times New Roman"/>
              </a:rPr>
              <a:t>.dts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/ </a:t>
            </a:r>
            <a:r>
              <a:rPr sz="1900" b="0" i="1">
                <a:solidFill>
                  <a:srgbClr val="000000"/>
                </a:solidFill>
                <a:latin typeface="Times New Roman"/>
              </a:rPr>
              <a:t>.json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or the utilization report after a change.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Small core = RV64IMAC: integer, multiply/divide, atomics, compressed; no floating point (the firmware is integer-only).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SoC Configuration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(4/7) Memory map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22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457200" y="868680"/>
          <a:ext cx="1124712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097280"/>
                <a:gridCol w="2560320"/>
                <a:gridCol w="576072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Address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Size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Device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Used for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0x0000_0000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KiB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Debug module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JTAG debugging / program loading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0x0001_0000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8 KiB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Boot ROM (sdboot)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copies the firmware from the SD card at reset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0x0200_0000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64 KiB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CLINT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timer, software interrupts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0x0C00_0000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64 MiB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PLIC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external interrupts (unused by the firmware)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0x6400_0000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KiB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UART0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USB-UART console, 57600 baud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0x6400_1000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KiB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SPI0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microSD card (PMOD JA)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0x6400_2000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KiB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GPIO, 8 pins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LEDs, RGB LED, radio ~RST / INT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0x6400_3000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KiB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UART1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PMOD JB (optional wired link)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0x6400_5000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KiB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SPI2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spare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0x6400_6000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KiB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SPI1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MRF24J40 radio (PMOD JC)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0x8000_0000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64 KiB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Scratchpad SRAM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code, data and stack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The firmware’s </a:t>
            </a:r>
            <a:r>
              <a:rPr sz="1600" b="0" i="1">
                <a:solidFill>
                  <a:srgbClr val="808080"/>
                </a:solidFill>
                <a:latin typeface="Times New Roman"/>
              </a:rPr>
              <a:t>common/include/platform.h</a:t>
            </a:r>
            <a:r>
              <a:rPr sz="1600" b="0">
                <a:solidFill>
                  <a:srgbClr val="808080"/>
                </a:solidFill>
                <a:latin typeface="Times New Roman"/>
              </a:rPr>
              <a:t> uses the same addresses.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2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SoC Configuration </a:t>
            </a:r>
            <a:r>
              <a:rPr lang="en-US" sz="32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(5/7) Peripherals and their addresses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241681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808080"/>
                </a:solidFill>
                <a:latin typeface="Consolas"/>
              </a:rPr>
              <a:t>fpga/src/main/scala/arty100t/Configs.scala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class WithDefaultPeripherals extends Config((site, here, up) =&gt; {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case PeripheryUARTKey =&gt; List(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UARTParams(address = BigInt(0x64000000L)),  // UART0 - USB UART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UARTParams(address = BigInt(0x64003000L)))  // UART1 - PMOD JB (with the radio)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case PeripherySPIKey =&gt; List(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SPIParams(rAddress = BigInt(0x64001000L)),  // SPI0 - SD card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SPIParams(rAddress = BigInt(0x64006000L)),  // SPI1 - radio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SPIParams(rAddress = BigInt(0x64005000L)))  // SPI2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case PeripheryGPIOKey =&gt; List(GPIOParams(address = BigInt(0x64002000L), width = 8))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})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3559809"/>
            <a:ext cx="1143000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The UART, SPI and GPIO blocks are SiFive’s open-source peripherals (</a:t>
            </a:r>
            <a:r>
              <a:rPr sz="1900" b="0" i="1">
                <a:solidFill>
                  <a:srgbClr val="000000"/>
                </a:solidFill>
                <a:latin typeface="Times New Roman"/>
              </a:rPr>
              <a:t>sifive-blocks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), the same as in the Chipyard lecture (04).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Each list entry is one controller instance; the list index is the port number used by the overlays in section 4 (SPI0 → JA, SPI1 → JC).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Addresses are free to choose inside the peripheral bus window; keep them in step with the firmware headers.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SoC Configuration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(6/7) One clock for the whole SoC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24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7315200" cy="269748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50" b="1">
                <a:solidFill>
                  <a:srgbClr val="808080"/>
                </a:solidFill>
                <a:latin typeface="Consolas"/>
              </a:rPr>
              <a:t>fpga/src/main/scala/arty100t/Configs.scala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class WithTinyArty100TTweaks(freqMHz: Double = 50) extends Config(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chipyard.harness.WithHarnessBinderClockFreqMHz(freqMHz)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chipyard.config.WithMemoryBusFrequency(freqMHz)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chipyard.config.WithFrontBusFrequency(freqMHz)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chipyard.config.WithSystemBusFrequency(freqMHz)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chipyard.config.WithPeripheryBusFrequency(freqMHz)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chipyard.config.WithControlBusFrequency(freqMHz)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chipyard.config.WithOffchipBusFrequency(freqMHz)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chipyard.clocking.WithPassthroughClockGenerator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WithArty100TUARTHarnessBinder ++ new WithArty100TSPISDCardHarnessBinder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WithArty100TJTAGHarnessBinder ++ new WithArty100TGPIOHarnessBinder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...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WithDefaultPeripherals ++ new WithSystemModifications ++ ...)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63840" y="914400"/>
            <a:ext cx="411480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500" b="0">
                <a:solidFill>
                  <a:srgbClr val="8B1A1A"/>
                </a:solidFill>
                <a:latin typeface="Consolas"/>
              </a:rPr>
              <a:t>(75)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sets all seven bus clocks at once.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Chipyard 1.11 added front / control / off-chip bus clocks that default to 500 MHz; every bus in the clock group must ask for the same frequency.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board’s 100 MHz oscillator (pin E3) feeds a PLL that makes 75 MHz.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840480"/>
            <a:ext cx="11430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808080"/>
                </a:solidFill>
                <a:latin typeface="Times New Roman"/>
              </a:rPr>
              <a:t>Firmware must know the clock too: </a:t>
            </a:r>
            <a:r>
              <a:rPr sz="1500" b="0">
                <a:solidFill>
                  <a:srgbClr val="8B1A1A"/>
                </a:solidFill>
                <a:latin typeface="Consolas"/>
              </a:rPr>
              <a:t>PERF_CPU_HZ</a:t>
            </a:r>
            <a:r>
              <a:rPr sz="1700" b="0">
                <a:solidFill>
                  <a:srgbClr val="808080"/>
                </a:solidFill>
                <a:latin typeface="Times New Roman"/>
              </a:rPr>
              <a:t> / </a:t>
            </a:r>
            <a:r>
              <a:rPr sz="1500" b="0">
                <a:solidFill>
                  <a:srgbClr val="8B1A1A"/>
                </a:solidFill>
                <a:latin typeface="Consolas"/>
              </a:rPr>
              <a:t>F_CPU</a:t>
            </a:r>
            <a:r>
              <a:rPr sz="1700" b="0">
                <a:solidFill>
                  <a:srgbClr val="808080"/>
                </a:solidFill>
                <a:latin typeface="Times New Roman"/>
              </a:rPr>
              <a:t> = 75000000 (UART divider, SPI dividers, timing reports).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SoC Configuration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(7/7) Boot ROM rebuilt for RV64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241681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808080"/>
                </a:solidFill>
                <a:latin typeface="Consolas"/>
              </a:rPr>
              <a:t>fpga/src/main/scala/arty100t/Configs.scala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class WithSystemModifications extends Config((site, here, up) =&gt; {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case BootROMLocated(x) =&gt; up(BootROMLocated(x), site).map{ p =&gt;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val freqMHz = (site(SystemBusKey).dtsFrequency.get / (1000 * 1000)).toLong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val make = s"make -C fpga/src/main/resources/arty35t/sdboot " +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           s"XLEN=${site(XLen)} PBUS_CLK=${freqMHz}"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require (make.! == 0, "Failed to build bootrom")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p.copy(hang = 0x10000, size = 0x2000,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       contentFileName = s"./fpga/src/main/resources/arty35t/sdboot/build/sdboot.bin")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...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3559809"/>
            <a:ext cx="1143000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Every bitstream build recompiles the boot ROM for the core width (</a:t>
            </a:r>
            <a:r>
              <a:rPr sz="1700" b="0">
                <a:solidFill>
                  <a:srgbClr val="8B1A1A"/>
                </a:solidFill>
                <a:latin typeface="Consolas"/>
              </a:rPr>
              <a:t>XLEN=64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) and the bus clock (</a:t>
            </a:r>
            <a:r>
              <a:rPr sz="1700" b="0">
                <a:solidFill>
                  <a:srgbClr val="8B1A1A"/>
                </a:solidFill>
                <a:latin typeface="Consolas"/>
              </a:rPr>
              <a:t>PBUS_CLK=75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At reset the boot ROM copies the firmware from the SD card (LBA 2048) into the scratchpad and jumps to 0x8000_0000.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During development you can skip it: firmware is loaded over JTAG in seconds (section 6).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26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Start Here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System You Will Build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SoC Configuration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FPGA Pins &amp; Harness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&amp; Timing Closure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Programming &amp; Bring-up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FPGA Pins &amp; Harness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(1/9) PMOD map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27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2377440"/>
                <a:gridCol w="2468880"/>
                <a:gridCol w="5760720"/>
              </a:tblGrid>
              <a:tr h="603504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PMOD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Module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Controller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Pins (PMOD pin: FPGA pin)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PmodMicroSD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SPI0 @0x6400_1000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 CS: G13 · 2 MOSI: B11 · 3 MISO: A11 · 4 SCK: D12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UART1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UART1 @0x6400_3000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 RX: E15 · 2 TX: E16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MRF24J40 radio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SPI1 @0x6400_6000 + GPIO 5 / 7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 CS: U12 · 2 MOSI: V12 · 3 MISO: V10 · 4 SCK: V11 · 7 INT: U14 · 8 ~RST: V14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JTAG (C232HM cable)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Debug module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 TDI: D4 · 2 TMS: D3 · 3 TCK: F4 · 4 TDO: F3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pic>
        <p:nvPicPr>
          <p:cNvPr id="64" name="Picture 63" descr="arty_pmo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4023360"/>
            <a:ext cx="2244436" cy="2468880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6126480" y="4114800"/>
            <a:ext cx="566928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Same wiring on both boards.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500" b="0">
                <a:solidFill>
                  <a:srgbClr val="8B1A1A"/>
                </a:solidFill>
                <a:latin typeface="Consolas"/>
              </a:rPr>
              <a:t>WithArtyJCRadio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selects this map (radio on JC, UART1 on JB).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USB-UART console (UART0) uses the on-board FTDI chip, no PMOD.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8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FPGA Pins &amp; Harness </a:t>
            </a:r>
            <a:r>
              <a:rPr lang="en-US" sz="28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(2/9) Wiring: pin numbers, direction, power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457200" y="960120"/>
            <a:ext cx="822960" cy="4572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1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371600" y="960120"/>
            <a:ext cx="822960" cy="4572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2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2286000" y="960120"/>
            <a:ext cx="822960" cy="4572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3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3200400" y="960120"/>
            <a:ext cx="822960" cy="4572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4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114800" y="960120"/>
            <a:ext cx="82296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5 GND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029200" y="960120"/>
            <a:ext cx="82296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6 3.3V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457200" y="1508760"/>
            <a:ext cx="822960" cy="4572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7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1371600" y="1508760"/>
            <a:ext cx="822960" cy="4572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8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2286000" y="1508760"/>
            <a:ext cx="822960" cy="4572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9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3200400" y="1508760"/>
            <a:ext cx="822960" cy="4572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10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4114800" y="1508760"/>
            <a:ext cx="82296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11 GND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5029200" y="1508760"/>
            <a:ext cx="82296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12 3.3V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126480" y="914400"/>
            <a:ext cx="58521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Every PMOD is a 2 × 6 socket: top row 1–6, bottom row 7–12. Pins 5 / 11 are GND, 6 / 12 are 3.3 V. Pin 1 is marked on the board's silkscreen.</a:t>
            </a:r>
          </a:p>
        </p:txBody>
      </p:sp>
      <p:graphicFrame>
        <p:nvGraphicFramePr>
          <p:cNvPr id="76" name="Table 75"/>
          <p:cNvGraphicFramePr>
            <a:graphicFrameLocks noGrp="1"/>
          </p:cNvGraphicFramePr>
          <p:nvPr/>
        </p:nvGraphicFramePr>
        <p:xfrm>
          <a:off x="365760" y="2240280"/>
          <a:ext cx="1143000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3291840"/>
                <a:gridCol w="2743200"/>
                <a:gridCol w="3931920"/>
              </a:tblGrid>
              <a:tr h="530352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PMOD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FPGA → module (outputs)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module → FPGA (inputs)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Power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JA  SD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 CS, 2 MOSI, 4 SCK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 MISO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 GND, 6 3.3 V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JB  UART1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 TX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 RX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 GND; to the other board: TX → RX, RX ← TX, GND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JC  radio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 CS, 2 MOSI, 4 SCK, 8 ~RST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 MISO, 7 INT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 / 11 GND, 6 / 12 3.3 V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JD  JTAG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TDO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 TDI, 2 TMS, 3 TCK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 GND (black wire); red VCC unconnected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77" name="TextBox 76"/>
          <p:cNvSpPr txBox="1"/>
          <p:nvPr/>
        </p:nvSpPr>
        <p:spPr>
          <a:xfrm>
            <a:off x="365760" y="5074920"/>
            <a:ext cx="11430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Same wiring on both boards. The SD and radio modules take 3.3 V from the PMOD; the C232HM only shares ground.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Check before power-on: every module's GND on pin 5 (and 11), no 5 V anywhere.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FPGA Pins &amp; Harness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(3/9) From SoC port to FPGA pin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365760" y="1143000"/>
            <a:ext cx="2560320" cy="118872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DigitalTop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SoC: UART, SPI,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GPIO, JTAG ports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3291840" y="1143000"/>
            <a:ext cx="2560320" cy="11887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IOBinder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port → IO cell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(ChipTop)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2926080" y="1737360"/>
            <a:ext cx="36576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ounded Rectangle 65"/>
          <p:cNvSpPr/>
          <p:nvPr/>
        </p:nvSpPr>
        <p:spPr>
          <a:xfrm>
            <a:off x="6217920" y="1143000"/>
            <a:ext cx="2560320" cy="11887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HarnessBinder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IO cell → shell port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(Arty100TWithoutDDRHarness)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5852160" y="1737360"/>
            <a:ext cx="36576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/>
          <p:cNvSpPr/>
          <p:nvPr/>
        </p:nvSpPr>
        <p:spPr>
          <a:xfrm>
            <a:off x="9144000" y="1143000"/>
            <a:ext cx="2560320" cy="118872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Shell overlay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shell port → package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pin + IO standard (XDC)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8778240" y="1737360"/>
            <a:ext cx="36576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70" name="Table 69"/>
          <p:cNvGraphicFramePr>
            <a:graphicFrameLocks noGrp="1"/>
          </p:cNvGraphicFramePr>
          <p:nvPr/>
        </p:nvGraphicFramePr>
        <p:xfrm>
          <a:off x="365760" y="2651760"/>
          <a:ext cx="114300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/>
                <a:gridCol w="7406640"/>
              </a:tblGrid>
              <a:tr h="48768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File (fpga/src/main/scala/arty100t/)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What this tree changes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Configs.scala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EDHOC configs, peripherals, clock tweak, radio switch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IOBinders.scala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SPI / GPIO punch-through ports (WithArtySPIIOPunchthrough)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HarnessBinders.scala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UART, SPI-SD, JTAG (PMOD JD), GPIO binders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CustomShell.scala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shell with 3 SPI overlays, 2 UARTs, JTAG, GPIO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CustomOverlay.scala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package pins of every overlay (next slides)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1" name="TextBox 70"/>
          <p:cNvSpPr txBox="1"/>
          <p:nvPr/>
        </p:nvSpPr>
        <p:spPr>
          <a:xfrm>
            <a:off x="365760" y="5760720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808080"/>
                </a:solidFill>
                <a:latin typeface="Times New Roman"/>
              </a:rPr>
              <a:t>Same three levels as in the Chipyard lecture (04): DigitalTop → ChipTop → ChipHarness.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FPGA Pins &amp; Harness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(4/9) SD card on PMOD JA (SPI0)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6400800" cy="1410207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14" b="1">
                <a:solidFill>
                  <a:srgbClr val="808080"/>
                </a:solidFill>
                <a:latin typeface="Consolas"/>
              </a:rPr>
              <a:t>CustomOverlay.scala — SDIOArtyPlacedOverlay</a:t>
            </a:r>
          </a:p>
          <a:p>
            <a:pPr algn="l">
              <a:lnSpc>
                <a:spcPct val="100000"/>
              </a:lnSpc>
            </a:pPr>
            <a:r>
              <a:rPr sz="1114">
                <a:solidFill>
                  <a:srgbClr val="1F1F1F"/>
                </a:solidFill>
                <a:latin typeface="Consolas"/>
              </a:rPr>
              <a:t>case 0 =&gt; Seq(("D12", IOPin(io.spi_clk)),    // SPI0 - PMOD JA (SD card)</a:t>
            </a:r>
          </a:p>
          <a:p>
            <a:pPr algn="l">
              <a:lnSpc>
                <a:spcPct val="100000"/>
              </a:lnSpc>
            </a:pPr>
            <a:r>
              <a:rPr sz="1114">
                <a:solidFill>
                  <a:srgbClr val="1F1F1F"/>
                </a:solidFill>
                <a:latin typeface="Consolas"/>
              </a:rPr>
              <a:t>              ("B11", IOPin(io.spi_cs)),</a:t>
            </a:r>
          </a:p>
          <a:p>
            <a:pPr algn="l">
              <a:lnSpc>
                <a:spcPct val="100000"/>
              </a:lnSpc>
            </a:pPr>
            <a:r>
              <a:rPr sz="1114">
                <a:solidFill>
                  <a:srgbClr val="1F1F1F"/>
                </a:solidFill>
                <a:latin typeface="Consolas"/>
              </a:rPr>
              <a:t>              ("A11", IOPin(io.spi_dat(0))),</a:t>
            </a:r>
          </a:p>
          <a:p>
            <a:pPr algn="l">
              <a:lnSpc>
                <a:spcPct val="100000"/>
              </a:lnSpc>
            </a:pPr>
            <a:r>
              <a:rPr sz="1114">
                <a:solidFill>
                  <a:srgbClr val="1F1F1F"/>
                </a:solidFill>
                <a:latin typeface="Consolas"/>
              </a:rPr>
              <a:t>              ("D13", IOPin(io.spi_dat(1))),</a:t>
            </a:r>
          </a:p>
          <a:p>
            <a:pPr algn="l">
              <a:lnSpc>
                <a:spcPct val="100000"/>
              </a:lnSpc>
            </a:pPr>
            <a:r>
              <a:rPr sz="1114">
                <a:solidFill>
                  <a:srgbClr val="1F1F1F"/>
                </a:solidFill>
                <a:latin typeface="Consolas"/>
              </a:rPr>
              <a:t>              ("B18", IOPin(io.spi_dat(2))),</a:t>
            </a:r>
          </a:p>
          <a:p>
            <a:pPr algn="l">
              <a:lnSpc>
                <a:spcPct val="100000"/>
              </a:lnSpc>
            </a:pPr>
            <a:r>
              <a:rPr sz="1114">
                <a:solidFill>
                  <a:srgbClr val="1F1F1F"/>
                </a:solidFill>
                <a:latin typeface="Consolas"/>
              </a:rPr>
              <a:t>              ("G13", IOPin(io.spi_dat(3))))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65760" y="2461767"/>
          <a:ext cx="64008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1097280"/>
                <a:gridCol w="1280160"/>
              </a:tblGrid>
              <a:tr h="43891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Overlay pin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Carries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PMOD pin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PmodMicroSD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G13  spi_dat(3)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chip select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JA1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B11  spi_cs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MOSI (command)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JA2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MOSI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A11  spi_dat(0)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MISO (data 0)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JA3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MISO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D12  spi_clk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clock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JA4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SCK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5" name="TextBox 64"/>
          <p:cNvSpPr txBox="1"/>
          <p:nvPr/>
        </p:nvSpPr>
        <p:spPr>
          <a:xfrm>
            <a:off x="6949440" y="914400"/>
            <a:ext cx="493776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SDIO overlay uses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SD-card pin names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: the pin called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spi_cs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carries MOSI, and CS goes out on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dat(3)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Pull-ups on CS, MOSI and MISO.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Same pins as upstream Chipyard’s Arty 100T SD slot.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Card init at ~150 kHz, data at ~2.3 MHz (SPI mode).</a:t>
            </a:r>
          </a:p>
        </p:txBody>
      </p:sp>
      <p:pic>
        <p:nvPicPr>
          <p:cNvPr id="66" name="Picture 65" descr="pmodmicrosd-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5532120"/>
            <a:ext cx="914400" cy="914400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1371600" y="576072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808080"/>
                </a:solidFill>
                <a:latin typeface="Times New Roman"/>
              </a:rPr>
              <a:t>PmodMicroSD (pin 1 = CS, top); image: Digilent Inc.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7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FPGA Pins &amp; Harness </a:t>
            </a:r>
            <a:r>
              <a:rPr lang="en-US" sz="27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(5/9) MRF24J40 radio on PMOD JC (SPI1 + GPIO)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31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6035040" cy="1619873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44" b="1">
                <a:solidFill>
                  <a:srgbClr val="808080"/>
                </a:solidFill>
                <a:latin typeface="Consolas"/>
              </a:rPr>
              <a:t>CustomOverlay.scala — SPI1 with the radio</a:t>
            </a:r>
          </a:p>
          <a:p>
            <a:pPr algn="l">
              <a:lnSpc>
                <a:spcPct val="100000"/>
              </a:lnSpc>
            </a:pPr>
            <a:r>
              <a:rPr sz="1144">
                <a:solidFill>
                  <a:srgbClr val="1F1F1F"/>
                </a:solidFill>
                <a:latin typeface="Consolas"/>
              </a:rPr>
              <a:t>case 1 if shell.p(ArtyJCRadioKey) =&gt;</a:t>
            </a:r>
          </a:p>
          <a:p>
            <a:pPr algn="l">
              <a:lnSpc>
                <a:spcPct val="100000"/>
              </a:lnSpc>
            </a:pPr>
            <a:r>
              <a:rPr sz="1144">
                <a:solidFill>
                  <a:srgbClr val="1F1F1F"/>
                </a:solidFill>
                <a:latin typeface="Consolas"/>
              </a:rPr>
              <a:t>  Seq(("V11", IOPin(io.spi_clk)),    // JC4 SCK</a:t>
            </a:r>
          </a:p>
          <a:p>
            <a:pPr algn="l">
              <a:lnSpc>
                <a:spcPct val="100000"/>
              </a:lnSpc>
            </a:pPr>
            <a:r>
              <a:rPr sz="1144">
                <a:solidFill>
                  <a:srgbClr val="1F1F1F"/>
                </a:solidFill>
                <a:latin typeface="Consolas"/>
              </a:rPr>
              <a:t>      ("V12", IOPin(io.spi_cs)),     // JC2 MOSI</a:t>
            </a:r>
          </a:p>
          <a:p>
            <a:pPr algn="l">
              <a:lnSpc>
                <a:spcPct val="100000"/>
              </a:lnSpc>
            </a:pPr>
            <a:r>
              <a:rPr sz="1144">
                <a:solidFill>
                  <a:srgbClr val="1F1F1F"/>
                </a:solidFill>
                <a:latin typeface="Consolas"/>
              </a:rPr>
              <a:t>      ("V10", IOPin(io.spi_dat(0))), // JC3 MISO</a:t>
            </a:r>
          </a:p>
          <a:p>
            <a:pPr algn="l">
              <a:lnSpc>
                <a:spcPct val="100000"/>
              </a:lnSpc>
            </a:pPr>
            <a:r>
              <a:rPr sz="1144">
                <a:solidFill>
                  <a:srgbClr val="1F1F1F"/>
                </a:solidFill>
                <a:latin typeface="Consolas"/>
              </a:rPr>
              <a:t>      ("F6",  IOPin(io.spi_dat(1))), // unused (freed RGB LED pin)</a:t>
            </a:r>
          </a:p>
          <a:p>
            <a:pPr algn="l">
              <a:lnSpc>
                <a:spcPct val="100000"/>
              </a:lnSpc>
            </a:pPr>
            <a:r>
              <a:rPr sz="1144">
                <a:solidFill>
                  <a:srgbClr val="1F1F1F"/>
                </a:solidFill>
                <a:latin typeface="Consolas"/>
              </a:rPr>
              <a:t>      ("G4",  IOPin(io.spi_dat(2))), // unused (freed RGB LED pin)</a:t>
            </a:r>
          </a:p>
          <a:p>
            <a:pPr algn="l">
              <a:lnSpc>
                <a:spcPct val="100000"/>
              </a:lnSpc>
            </a:pPr>
            <a:r>
              <a:rPr sz="1144">
                <a:solidFill>
                  <a:srgbClr val="1F1F1F"/>
                </a:solidFill>
                <a:latin typeface="Consolas"/>
              </a:rPr>
              <a:t>      ("U12", IOPin(io.spi_dat(3)))) // JC1 CS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671433"/>
            <a:ext cx="6035040" cy="129844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80" b="1">
                <a:solidFill>
                  <a:srgbClr val="808080"/>
                </a:solidFill>
                <a:latin typeface="Consolas"/>
              </a:rPr>
              <a:t>CustomOverlay.scala — GPIO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1F1F1F"/>
                </a:solidFill>
                <a:latin typeface="Consolas"/>
              </a:rPr>
              <a:t>val gpioLocations = List("H5", "J5", "T9", "T10",  // 4 LEDs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1F1F1F"/>
                </a:solidFill>
                <a:latin typeface="Consolas"/>
              </a:rPr>
              <a:t>                         "E1",                     // RGB LED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1F1F1F"/>
                </a:solidFill>
                <a:latin typeface="Consolas"/>
              </a:rPr>
              <a:t>                         if (radio) "V14" else "F6", // JC8 ~RST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1F1F1F"/>
                </a:solidFill>
                <a:latin typeface="Consolas"/>
              </a:rPr>
              <a:t>                         "G6",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1F1F1F"/>
                </a:solidFill>
                <a:latin typeface="Consolas"/>
              </a:rPr>
              <a:t>                         if (radio) "U14" else "G4") // JC7 INT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583680" y="914400"/>
            <a:ext cx="530352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500" b="0">
                <a:solidFill>
                  <a:srgbClr val="8B1A1A"/>
                </a:solidFill>
                <a:latin typeface="Consolas"/>
              </a:rPr>
              <a:t>WithArtyJCRadio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sets </a:t>
            </a:r>
            <a:r>
              <a:rPr sz="1500" b="0">
                <a:solidFill>
                  <a:srgbClr val="8B1A1A"/>
                </a:solidFill>
                <a:latin typeface="Consolas"/>
              </a:rPr>
              <a:t>ArtyJCRadioKey = true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; the overlays then pick the radio pinout.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MRF24J40MA: IEEE 802.15.4, 2.4 GHz, 250 kbit/s; SPI at 4.7 MHz.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GPIO 5 drives the radio’s reset, GPIO 7 reads its interrupt line (polled).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Two RGB-LED pins are given up for this.</a:t>
            </a:r>
          </a:p>
        </p:txBody>
      </p:sp>
      <p:pic>
        <p:nvPicPr>
          <p:cNvPr id="66" name="Picture 65" descr="mrf24J40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4152761"/>
            <a:ext cx="960120" cy="960120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1463040" y="4427081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808080"/>
                </a:solidFill>
                <a:latin typeface="Times New Roman"/>
              </a:rPr>
              <a:t>MRF24J40MA, on a PMOD adapter on JC; image: Microchip Technology.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8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FPGA Pins &amp; Harness </a:t>
            </a:r>
            <a:r>
              <a:rPr lang="en-US" sz="28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(6/9) Radio adapter: module pins to PMOD JC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32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108960"/>
                <a:gridCol w="2103120"/>
                <a:gridCol w="2103120"/>
                <a:gridCol w="1828800"/>
              </a:tblGrid>
              <a:tr h="420624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MRF24J40MA pin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Signal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Direction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PMOD JC pin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FPGA pin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8  CS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chip select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FPGA → radio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JC1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U12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  SDI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SPI data in (MOSI)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FPGA → radio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JC2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V12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7  SDO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SPI data out (MISO)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radio → FPGA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JC3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V10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6  SCK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SPI clock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FPGA → radio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JC4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V11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 INT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interrupt (polled by GPIO 7)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radio → FPGA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JC7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U14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  RESET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reset, active low (GPIO 5)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FPGA → radio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JC8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V14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10  VIN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3.3 V supply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JC6 (or 12)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1, 11, 12  GND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ground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JC5 (or 11)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  WAKE, 9  NC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not used by the firmware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257800"/>
            <a:ext cx="114300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Connect the module signals to the JC pins shown here; check the module pin numbers against the MRF24J40MA data sheet.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The JC column is fixed by the bitstream (section 4, (5/9)).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9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FPGA Pins &amp; Harness </a:t>
            </a:r>
            <a:r>
              <a:rPr lang="en-US" sz="29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(7/9) UART0 console and UART1 on PMOD JB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7680960" cy="2568982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273" b="1">
                <a:solidFill>
                  <a:srgbClr val="808080"/>
                </a:solidFill>
                <a:latin typeface="Consolas"/>
              </a:rPr>
              <a:t>CustomOverlay.scala — UARTArtyPlacedOverlay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2E7D32"/>
                </a:solidFill>
                <a:latin typeface="Consolas"/>
              </a:rPr>
              <a:t>// UART0: USB UART (A9=RX, D10=TX)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2E7D32"/>
                </a:solidFill>
                <a:latin typeface="Consolas"/>
              </a:rPr>
              <a:t>// UART1: PMOD C (U12=RX, V12=TX), or PMOD B (E15=RX, E16=TX) with the radio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1F1F1F"/>
                </a:solidFill>
                <a:latin typeface="Consolas"/>
              </a:rPr>
              <a:t>val packagePinsWithPackageIOs = shellInput.index match {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1F1F1F"/>
                </a:solidFill>
                <a:latin typeface="Consolas"/>
              </a:rPr>
              <a:t>  case 0 =&gt; Seq(("A9",  IOPin(io.rxd)),    // USB UART RX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1F1F1F"/>
                </a:solidFill>
                <a:latin typeface="Consolas"/>
              </a:rPr>
              <a:t>                ("D10", IOPin(io.txd)))    // USB UART TX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1F1F1F"/>
                </a:solidFill>
                <a:latin typeface="Consolas"/>
              </a:rPr>
              <a:t>  case 1 if shell.p(ArtyJCRadioKey) =&gt; Seq(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1F1F1F"/>
                </a:solidFill>
                <a:latin typeface="Consolas"/>
              </a:rPr>
              <a:t>                ("E15", IOPin(io.rxd)),    // PMOD B JB1 - RX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1F1F1F"/>
                </a:solidFill>
                <a:latin typeface="Consolas"/>
              </a:rPr>
              <a:t>                ("E16", IOPin(io.txd)))    // PMOD B JB2 - TX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1F1F1F"/>
                </a:solidFill>
                <a:latin typeface="Consolas"/>
              </a:rPr>
              <a:t>  case 1 =&gt; Seq(("U12", IOPin(io.rxd)),    // PMOD C JC1 - RX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1F1F1F"/>
                </a:solidFill>
                <a:latin typeface="Consolas"/>
              </a:rPr>
              <a:t>                ("V12", IOPin(io.txd)))    // PMOD C JC2 - TX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1F1F1F"/>
                </a:solidFill>
                <a:latin typeface="Consolas"/>
              </a:rPr>
              <a:t>}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29600" y="914400"/>
            <a:ext cx="3749039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UART0 = console through the board’s USB port, 57600 baud, 8N1.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UART1 = optional wired link between the boards (TRANSPORT=uart).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With the radio, UART1 moves from JC to JB.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711982"/>
            <a:ext cx="114300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Each board shows up as two ttyUSB devices; the console is interface 1 of the Digilent FTDI. Find it by serial number, because ttyUSB numbers change when Vivado or OpenOCD opens a port (section 6).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9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FPGA Pins &amp; Harness </a:t>
            </a:r>
            <a:r>
              <a:rPr lang="en-US" sz="29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(8/9) JTAG on PMOD JD with a C232HM cable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34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667512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024"/>
                <a:gridCol w="1335024"/>
                <a:gridCol w="1335024"/>
                <a:gridCol w="1335024"/>
                <a:gridCol w="1335024"/>
              </a:tblGrid>
              <a:tr h="47244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C232HM wire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FTDI pin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Signal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PMOD JD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FPGA pin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Orange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ADBUS0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JD3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Yellow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ADBUS1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TDI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JD1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Green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ADBUS2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TDO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JD4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Brown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ADBUS3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TMS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JD2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Black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GND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GND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JD5 (GND)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Rectangle 63"/>
          <p:cNvSpPr/>
          <p:nvPr/>
        </p:nvSpPr>
        <p:spPr>
          <a:xfrm>
            <a:off x="365760" y="3886200"/>
            <a:ext cx="6675120" cy="1611121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808080"/>
                </a:solidFill>
                <a:latin typeface="Consolas"/>
              </a:rPr>
              <a:t>fpga/sw/export/common/board/c232hm.cfg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source [find interface/ftdi/c232hm.cfg]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transport select jtag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adapter speed 1000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2E7D32"/>
                </a:solidFill>
                <a:latin typeface="Consolas"/>
              </a:rPr>
              <a:t># RISC-V debug DTM: 5-bit IR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jtag newtap riscv tap -irlen 5 -ignore-version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target create riscv.cpu riscv -chain-position riscv.tap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914400"/>
            <a:ext cx="475488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core’s debug module is wired to PMOD JD, not to the board’s USB JTAG (that one programs the FPGA).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One C232HM per board; scripts pick the cable by its FTDI serial (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common/board/boards.env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JTAG clock 1 MHz (</a:t>
            </a:r>
            <a:r>
              <a:rPr sz="1500" b="0">
                <a:solidFill>
                  <a:srgbClr val="8B1A1A"/>
                </a:solidFill>
                <a:latin typeface="Consolas"/>
              </a:rPr>
              <a:t>adapter speed 1000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).</a:t>
            </a:r>
          </a:p>
        </p:txBody>
      </p:sp>
      <p:pic>
        <p:nvPicPr>
          <p:cNvPr id="66" name="Picture 65" descr="C232H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4800600"/>
            <a:ext cx="1574684" cy="1463040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8869680" y="5120640"/>
            <a:ext cx="3108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808080"/>
                </a:solidFill>
                <a:latin typeface="Times New Roman"/>
              </a:rPr>
              <a:t>C232HM-DDHSL-0: flying leads to JD, USB to the PC; image: FTDI.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FPGA Pins &amp; Harness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(9/9) Makefile entry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237032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808080"/>
                </a:solidFill>
                <a:latin typeface="Consolas"/>
              </a:rPr>
              <a:t>fpga/Makefile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ifeq ($(SUB_PROJECT),arty100t)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SBT_PROJECT       ?= fpga_platforms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MODEL             ?= Arty100TWithoutDDRHarness   # was Arty100THarness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VLOG_MODEL        ?= Arty100TWithoutDDRHarness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MODEL_PACKAGE     ?= chipyard.fpga.arty100t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CONFIG            ?= SmallRocket32Arty100TConfig  # default; override on the command line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CONFIG_PACKAGE    ?= chipyard.fpga.arty100t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GENERATOR_PACKAGE ?= chipyard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...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3513328"/>
            <a:ext cx="1143000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8B1A1A"/>
                </a:solidFill>
                <a:latin typeface="Consolas"/>
              </a:rPr>
              <a:t>SUB_PROJECT ?= arty100t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is now the default sub-project (upstream: vcu118).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1">
                <a:solidFill>
                  <a:srgbClr val="000000"/>
                </a:solidFill>
                <a:latin typeface="Times New Roman"/>
              </a:rPr>
              <a:t>Arty100TWithoutDDRHarness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: the harness without the DDR3 controller (the SoC has no memory port).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The EDHOC config is chosen at build time: </a:t>
            </a:r>
            <a:r>
              <a:rPr sz="1700" b="0">
                <a:solidFill>
                  <a:srgbClr val="8B1A1A"/>
                </a:solidFill>
                <a:latin typeface="Consolas"/>
              </a:rPr>
              <a:t>CONFIG=EdhocRocket6475MHzArty100TConfig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(next section).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36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Start Here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System You Will Build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SoC Configuration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FPGA Pins &amp; Harness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&amp; Timing Closure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Programming &amp; Bring-up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Build &amp; Timing Closure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(1/5) Build the bitstream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914400"/>
            <a:ext cx="11430000" cy="1688592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600" b="1">
                <a:solidFill>
                  <a:srgbClr val="808080"/>
                </a:solidFill>
                <a:latin typeface="Consolas"/>
              </a:rPr>
              <a:t>Run this — about 1 h on a recent PC</a:t>
            </a:r>
          </a:p>
          <a:p>
            <a:pPr algn="l">
              <a:lnSpc>
                <a:spcPct val="100000"/>
              </a:lnSpc>
            </a:pPr>
            <a:r>
              <a:rPr sz="1600">
                <a:solidFill>
                  <a:srgbClr val="1F1F1F"/>
                </a:solidFill>
                <a:latin typeface="Consolas"/>
              </a:rPr>
              <a:t>cd chipyard                # repository root, route A set up (section 1)</a:t>
            </a:r>
          </a:p>
          <a:p>
            <a:pPr algn="l">
              <a:lnSpc>
                <a:spcPct val="100000"/>
              </a:lnSpc>
            </a:pPr>
            <a:r>
              <a:rPr sz="1600">
                <a:solidFill>
                  <a:srgbClr val="1F1F1F"/>
                </a:solidFill>
                <a:latin typeface="Consolas"/>
              </a:rPr>
              <a:t>source env.sh</a:t>
            </a:r>
          </a:p>
          <a:p>
            <a:pPr algn="l">
              <a:lnSpc>
                <a:spcPct val="100000"/>
              </a:lnSpc>
            </a:pPr>
            <a:r>
              <a:rPr sz="1600">
                <a:solidFill>
                  <a:srgbClr val="1F1F1F"/>
                </a:solidFill>
                <a:latin typeface="Consolas"/>
              </a:rPr>
              <a:t>cd fpga</a:t>
            </a:r>
          </a:p>
          <a:p>
            <a:pPr algn="l">
              <a:lnSpc>
                <a:spcPct val="100000"/>
              </a:lnSpc>
            </a:pPr>
            <a:r>
              <a:rPr sz="1600">
                <a:solidFill>
                  <a:srgbClr val="1F1F1F"/>
                </a:solidFill>
                <a:latin typeface="Consolas"/>
              </a:rPr>
              <a:t>make SUB_PROJECT=arty100t CONFIG=EdhocRocket6475MHzArty100TConfig bitstream</a:t>
            </a:r>
          </a:p>
          <a:p>
            <a:pPr algn="l">
              <a:lnSpc>
                <a:spcPct val="100000"/>
              </a:lnSpc>
            </a:pPr>
            <a:r>
              <a:rPr sz="1600">
                <a:solidFill>
                  <a:srgbClr val="1F1F1F"/>
                </a:solidFill>
                <a:latin typeface="Consolas"/>
              </a:rPr>
              <a:t>echo $?                    # 0 = make finished; nonzero = something failed: read the log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2877312"/>
            <a:ext cx="11430000" cy="3749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Output folder: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fpga/generated-src/chipyard.fpga.arty100t.Arty100TWithoutDDRHarness.EdhocRocket6475MHzArty100TConfig/obj/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400" b="0" i="1">
                <a:solidFill>
                  <a:srgbClr val="000000"/>
                </a:solidFill>
                <a:latin typeface="Times New Roman"/>
              </a:rPr>
              <a:t>Arty100TWithoutDDRHarness.bit</a:t>
            </a:r>
            <a:r>
              <a:rPr sz="1400" b="0">
                <a:solidFill>
                  <a:srgbClr val="000000"/>
                </a:solidFill>
                <a:latin typeface="Times New Roman"/>
              </a:rPr>
              <a:t> — the bitstream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400" b="0" i="1">
                <a:solidFill>
                  <a:srgbClr val="000000"/>
                </a:solidFill>
                <a:latin typeface="Times New Roman"/>
              </a:rPr>
              <a:t>report/timing.txt</a:t>
            </a:r>
            <a:r>
              <a:rPr sz="1400" b="0">
                <a:solidFill>
                  <a:srgbClr val="000000"/>
                </a:solidFill>
                <a:latin typeface="Times New Roman"/>
              </a:rPr>
              <a:t>, </a:t>
            </a:r>
            <a:r>
              <a:rPr sz="1400" b="0" i="1">
                <a:solidFill>
                  <a:srgbClr val="000000"/>
                </a:solidFill>
                <a:latin typeface="Times New Roman"/>
              </a:rPr>
              <a:t>report/utilization.txt</a:t>
            </a:r>
            <a:r>
              <a:rPr sz="1400" b="0">
                <a:solidFill>
                  <a:srgbClr val="000000"/>
                </a:solidFill>
                <a:latin typeface="Times New Roman"/>
              </a:rPr>
              <a:t> — check these after every build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400" b="0" i="1">
                <a:solidFill>
                  <a:srgbClr val="000000"/>
                </a:solidFill>
                <a:latin typeface="Times New Roman"/>
              </a:rPr>
              <a:t>post_opt.dcp</a:t>
            </a:r>
            <a:r>
              <a:rPr sz="1400" b="0">
                <a:solidFill>
                  <a:srgbClr val="000000"/>
                </a:solidFill>
                <a:latin typeface="Times New Roman"/>
              </a:rPr>
              <a:t>, </a:t>
            </a:r>
            <a:r>
              <a:rPr sz="1400" b="0" i="1">
                <a:solidFill>
                  <a:srgbClr val="000000"/>
                </a:solidFill>
                <a:latin typeface="Times New Roman"/>
              </a:rPr>
              <a:t>post_route.dcp</a:t>
            </a:r>
            <a:r>
              <a:rPr sz="1400" b="0">
                <a:solidFill>
                  <a:srgbClr val="000000"/>
                </a:solidFill>
                <a:latin typeface="Times New Roman"/>
              </a:rPr>
              <a:t> — checkpoints for timing closure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1">
                <a:solidFill>
                  <a:srgbClr val="000000"/>
                </a:solidFill>
                <a:latin typeface="Times New Roman"/>
              </a:rPr>
              <a:t>Careful: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exit status 0 does not mean timing was met, and a failed flow may still leave a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.bit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. Timing is decided only by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report/timing.txt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: read it before using a new bitstream.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Lines like </a:t>
            </a:r>
            <a:r>
              <a:rPr sz="1400" b="0">
                <a:solidFill>
                  <a:srgbClr val="8B1A1A"/>
                </a:solidFill>
                <a:latin typeface="Consolas"/>
              </a:rPr>
              <a:t>make: [...] Error 1 (ignored)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are normal: a Chipyard copy step that has no files to copy in the FPGA flow.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Build &amp; Timing Closure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(2/5) Resources used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38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914400"/>
          <a:ext cx="73152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645920"/>
                <a:gridCol w="2103120"/>
                <a:gridCol w="1188720"/>
              </a:tblGrid>
              <a:tr h="512064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Resource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Used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Available (XC7A100T)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Use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Slice LUTs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14,767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63,400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23.3 %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Flip-flops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6,716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126,800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5.3 %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Block RAM (36 Kb)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34 + 10 half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135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28.9 %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DSP slices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10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240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4.2 %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7863840" y="914400"/>
            <a:ext cx="41148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16 of the 34 block RAMs are the 64 KiB scratchpad (16 × 4 KiB).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rest: caches, boot ROM, peripheral FIFOs.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Your numbers should be close to these; the scratchpad must use 16 RAMB36.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84048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From </a:t>
            </a:r>
            <a:r>
              <a:rPr sz="1600" b="0" i="1">
                <a:solidFill>
                  <a:srgbClr val="808080"/>
                </a:solidFill>
                <a:latin typeface="Times New Roman"/>
              </a:rPr>
              <a:t>report/utilization.txt</a:t>
            </a:r>
            <a:r>
              <a:rPr sz="1600" b="0">
                <a:solidFill>
                  <a:srgbClr val="808080"/>
                </a:solidFill>
                <a:latin typeface="Times New Roman"/>
              </a:rPr>
              <a:t> (</a:t>
            </a:r>
            <a:r>
              <a:rPr sz="1400" b="0">
                <a:solidFill>
                  <a:srgbClr val="8B1A1A"/>
                </a:solidFill>
                <a:latin typeface="Consolas"/>
              </a:rPr>
              <a:t>report_utilization -hierarchical</a:t>
            </a:r>
            <a:r>
              <a:rPr sz="1600" b="0">
                <a:solidFill>
                  <a:srgbClr val="808080"/>
                </a:solidFill>
                <a:latin typeface="Times New Roman"/>
              </a:rPr>
              <a:t>):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65760" y="4297680"/>
            <a:ext cx="11430000" cy="1130808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| Instance                  | Module         | Total LUTs |  FFs | RAMB36 | RAMB18 | DSP |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| Arty100TWithoutDDRHarness |          (top) |      14767 | 6716 |     34 |     10 |  10 |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|   chiptop0                | ChipTop        |      14761 | 6630 |     34 |     10 |  10 |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|     system                | DigitalTop     |      14759 | 6624 |     34 |     10 |  10 |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|       bank                | ScratchpadBank |         67 |  109 |     16 |      0 |   0 |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2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Build &amp; Timing Closure </a:t>
            </a:r>
            <a:r>
              <a:rPr lang="en-US" sz="32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(3/5) Reading the timing report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82296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 i="1">
                <a:solidFill>
                  <a:srgbClr val="000000"/>
                </a:solidFill>
                <a:latin typeface="Times New Roman"/>
              </a:rPr>
              <a:t>report/timing.txt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— Design Timing Summary, 75 MHz build: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1280160"/>
            <a:ext cx="11430000" cy="1130808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WNS(ns)  TNS(ns)  TNS Failing Endpoints  TNS Total Endpoints   WHS(ns)  THS(ns)  THS Failing Endpoints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  0.002    0.000                      0                24148     0.037    0.000                      0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Clock                      WNS(ns)  TNS(ns)  TNS Failing  TNS Total   WHS(ns)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clk_out1_harnessSysPLL     0.002    0.000            0      23458     0.037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JTCK                        41.450    0.000            0        548     0.109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2685288"/>
            <a:ext cx="114300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1">
                <a:solidFill>
                  <a:srgbClr val="000000"/>
                </a:solidFill>
                <a:latin typeface="Times New Roman"/>
              </a:rPr>
              <a:t>WNS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(worst negative slack) ≥ 0 and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0 failing endpoints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for setup (TNS) and hold (THS) = timing met.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 i="1">
                <a:solidFill>
                  <a:srgbClr val="000000"/>
                </a:solidFill>
                <a:latin typeface="Times New Roman"/>
              </a:rPr>
              <a:t>clk_out1_harnessSysPLL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is the 75 MHz system clock;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JTCK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is the JTAG clock from PMOD JD (10 MHz constraint, easily met).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Build &amp; Timing Closure </a:t>
            </a:r>
            <a:r>
              <a:rPr lang="en-US" sz="2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(4/5) If WNS is slightly negative: the closure recipe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822960"/>
            <a:ext cx="114300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75 MHz has little margin in this design: a change of pins or flow can move WNS a little below 0 (e.g. −0.17 ns). Then do not rebuild from scratch.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Run this in Vivado (Tcl console), from the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obj/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folder of the build: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331720"/>
            <a:ext cx="7498079" cy="221538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open_checkpoint post_opt.dcp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place_design    -directive Explore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phys_opt_design -directive AlternateFlowWithRetiming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route_design    -directive AggressiveExplore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phys_opt_design -directive Explore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route_design    -directive AggressiveExplore -tns_cleanup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phys_opt_design -directive Explore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file mkdir report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report_timing_summary -file report/timing.txt ;# check WNS and WHS &gt;= 0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write_bitstream Arty100TWithoutDDRHarness.bit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046720" y="2331720"/>
            <a:ext cx="393192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Expect setup and hold met (WNS, WHS ≥ 0); then accept the bitstream as in (5/5).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Extra clock uncertainty did not improve the measured implementation; do not assume it will repair a timing failure.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Vivado 2024.2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phys_opt_design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sometimes crashes after routing (exit 139): run each attempt as its own process from a checkpoint.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0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Build &amp; Timing Closure </a:t>
            </a:r>
            <a:r>
              <a:rPr lang="en-US" sz="30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(5/5) How to accept a new bitstream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41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4754880"/>
                <a:gridCol w="5029200"/>
              </a:tblGrid>
              <a:tr h="49638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Step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Look at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Accept when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1. Build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exit status of make, then the log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0; nonzero = build failed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2. Timing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Design Timing Summary in report/timing.txt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WNS ≥ 0 and WHS ≥ 0, 0 failing endpoints (TNS and THS)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3. Area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report/utilization.txt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ScratchpadBank uses 16 RAMB36 (64 KiB)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4. Program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program_two.tcl (section 6)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PROGRAMMED &lt;serial&gt; for both boards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5. Bring-up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jtag, gpio, spi, uart tests (section 6)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each ends in PASS; jtag_test shows MXL = 2, ACIMX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639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6. Keep it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copy the .bit with config name and date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Rectangle 63"/>
          <p:cNvSpPr/>
          <p:nvPr/>
        </p:nvSpPr>
        <p:spPr>
          <a:xfrm>
            <a:off x="365760" y="4526280"/>
            <a:ext cx="11430000" cy="831847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56" b="1">
                <a:solidFill>
                  <a:srgbClr val="808080"/>
                </a:solidFill>
                <a:latin typeface="Consolas"/>
              </a:rPr>
              <a:t>Run this — step 2</a:t>
            </a:r>
          </a:p>
          <a:p>
            <a:pPr algn="l">
              <a:lnSpc>
                <a:spcPct val="100000"/>
              </a:lnSpc>
            </a:pPr>
            <a:r>
              <a:rPr sz="1356">
                <a:solidFill>
                  <a:srgbClr val="1F1F1F"/>
                </a:solidFill>
                <a:latin typeface="Consolas"/>
              </a:rPr>
              <a:t>cd fpga/generated-src/chipyard.fpga.arty100t.Arty100TWithoutDDRHarness.EdhocRocket6475MHzArty100TConfig/obj</a:t>
            </a:r>
          </a:p>
          <a:p>
            <a:pPr algn="l">
              <a:lnSpc>
                <a:spcPct val="100000"/>
              </a:lnSpc>
            </a:pPr>
            <a:r>
              <a:rPr sz="1356">
                <a:solidFill>
                  <a:srgbClr val="1F1F1F"/>
                </a:solidFill>
                <a:latin typeface="Consolas"/>
              </a:rPr>
              <a:t>grep -A6 "Design Timing Summary" report/timing.txt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5541007"/>
            <a:ext cx="114300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Do not skip step 2 because the board seems to work: a design that misses timing can fail only now and then, in ways that look like software bugs.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Start Here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System You Will Build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SoC Configuration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FPGA Pins &amp; Harness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&amp; Timing Closure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Programming &amp; Bring-up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Programming &amp; Bring-up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(1/5) Program both FPGAs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502664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808080"/>
                </a:solidFill>
                <a:latin typeface="Consolas"/>
              </a:rPr>
              <a:t>Run this — SERIALS are our boards: use your two Arty serials (list_boards.sh)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cd fpga/sw/export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BIT=../../generated-src/chipyard.fpga.arty100t.Arty100TWithoutDDRHarness.\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EdhocRocket6475MHzArty100TConfig/obj/Arty100TWithoutDDRHarness.bit \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SERIALS="210319B269F6 210319B4A439" \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vivado -mode batch -source common/board/program_two.tcl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554224"/>
            <a:ext cx="3840480" cy="604012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PROGRAMMED 210319B269F6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PROGRAMMED 210319B4A439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432555"/>
            <a:ext cx="114300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SERIALS = the Digilent USB serial of each Arty, as printed by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common/board/list_boards.sh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. The script uses a running Vivado GUI’s hardware server if there is one.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At power-up the FPGA loads whatever its QSPI flash holds (e.g. an older design). Symptom: OpenOCD reports “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dtmcontrol is 0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” → program again.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For a board that starts the EDHOC SoC by itself, write the bitstream to the QSPI flash (Vivado → Add Configuration Memory Device).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Programming &amp; Bring-up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(2/5) Load firmware over JTAG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44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7315200" cy="1139631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211" b="1">
                <a:solidFill>
                  <a:srgbClr val="808080"/>
                </a:solidFill>
                <a:latin typeface="Consolas"/>
              </a:rPr>
              <a:t>Run this — from the repository root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1F1F1F"/>
                </a:solidFill>
                <a:latin typeface="Consolas"/>
              </a:rPr>
              <a:t>cd fpga/sw/export/tests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1F1F1F"/>
                </a:solidFill>
                <a:latin typeface="Consolas"/>
              </a:rPr>
              <a:t>make gpio_test                          # build a test program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1F1F1F"/>
                </a:solidFill>
                <a:latin typeface="Consolas"/>
              </a:rPr>
              <a:t>BOARD=initiator ../common/board/run_one.sh build/gpio_test.elf 5   # board A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1F1F1F"/>
                </a:solidFill>
                <a:latin typeface="Consolas"/>
              </a:rPr>
              <a:t>BOARD=responder ../common/board/run_one.sh build/gpio_test.elf 5   # board B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191191"/>
            <a:ext cx="7315200" cy="1004809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296" b="1">
                <a:solidFill>
                  <a:srgbClr val="808080"/>
                </a:solidFill>
                <a:latin typeface="Consolas"/>
              </a:rPr>
              <a:t>Simplified — what run_one.sh does ($SERIAL, $ELF are set by the script)</a:t>
            </a:r>
          </a:p>
          <a:p>
            <a:pPr algn="l">
              <a:lnSpc>
                <a:spcPct val="100000"/>
              </a:lnSpc>
            </a:pPr>
            <a:r>
              <a:rPr sz="1296">
                <a:solidFill>
                  <a:srgbClr val="1F1F1F"/>
                </a:solidFill>
                <a:latin typeface="Consolas"/>
              </a:rPr>
              <a:t>openocd -c "adapter serial $SERIAL" -f c232hm.cfg \</a:t>
            </a:r>
          </a:p>
          <a:p>
            <a:pPr algn="l">
              <a:lnSpc>
                <a:spcPct val="100000"/>
              </a:lnSpc>
            </a:pPr>
            <a:r>
              <a:rPr sz="1296">
                <a:solidFill>
                  <a:srgbClr val="1F1F1F"/>
                </a:solidFill>
                <a:latin typeface="Consolas"/>
              </a:rPr>
              <a:t>  -c "halt" -c "load_image $ELF" \</a:t>
            </a:r>
          </a:p>
          <a:p>
            <a:pPr algn="l">
              <a:lnSpc>
                <a:spcPct val="100000"/>
              </a:lnSpc>
            </a:pPr>
            <a:r>
              <a:rPr sz="1296">
                <a:solidFill>
                  <a:srgbClr val="1F1F1F"/>
                </a:solidFill>
                <a:latin typeface="Consolas"/>
              </a:rPr>
              <a:t>  -c "resume 0x80000000" -c "shutdown"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863840" y="914400"/>
            <a:ext cx="4114800" cy="5394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400" b="0">
                <a:solidFill>
                  <a:srgbClr val="8B1A1A"/>
                </a:solidFill>
                <a:latin typeface="Consolas"/>
              </a:rPr>
              <a:t>run_one.sh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: halt the core, write the ELF into the scratchpad, start at 0x8000_0000, show the console.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Both boards at once (responder first): </a:t>
            </a:r>
            <a:r>
              <a:rPr sz="1400" b="0">
                <a:solidFill>
                  <a:srgbClr val="8B1A1A"/>
                </a:solidFill>
                <a:latin typeface="Consolas"/>
              </a:rPr>
              <a:t>load_both.sh &lt;initiator.elf&gt; &lt;responder.elf&gt;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, used from Lesson 3 on.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Cable and console of each board come from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boards.env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. It ships with our serials: put yours in first (Lesson 2, section 2, (1/3)–(2/3)).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The console tty is found by the board's serial, so moving ttyUSB numbers do not matter (57600 baud).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65760" y="3378880"/>
            <a:ext cx="7315200" cy="576553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211" b="1">
                <a:solidFill>
                  <a:srgbClr val="808080"/>
                </a:solidFill>
                <a:latin typeface="Consolas"/>
              </a:rPr>
              <a:t>Run this — which tty is which board?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1F1F1F"/>
                </a:solidFill>
                <a:latin typeface="Consolas"/>
              </a:rPr>
              <a:t>../common/board/list_boards.sh     # serial and tty of every board and cable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Programming &amp; Bring-up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(3/5) Bring-up: GPIO and JTAG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914400"/>
            <a:ext cx="5669280" cy="2416810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AAAAAA"/>
                </a:solidFill>
                <a:latin typeface="Consolas"/>
              </a:rPr>
              <a:t>tests/build/gpio_test.elf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=== GPIO test (0x64002000, 8 pins) ===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output_en   : got=ff want=ff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all low     : got=0 want=0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all high    : got=ff want=ff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walking ones (watch the LEDs):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  walk: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xor set     : got=ff want=ff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pattern AA  : got=aa want=aa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pattern 55  : got=55 want=55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GPIO TEST: PASS (0 failures)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217920" y="914400"/>
            <a:ext cx="5760720" cy="1971910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42" b="1">
                <a:solidFill>
                  <a:srgbClr val="AAAAAA"/>
                </a:solidFill>
                <a:latin typeface="Consolas"/>
              </a:rPr>
              <a:t>tests/build/jtag_test.elf</a:t>
            </a:r>
          </a:p>
          <a:p>
            <a:pPr algn="l">
              <a:lnSpc>
                <a:spcPct val="100000"/>
              </a:lnSpc>
            </a:pPr>
            <a:r>
              <a:rPr sz="1142">
                <a:solidFill>
                  <a:srgbClr val="E6E6E6"/>
                </a:solidFill>
                <a:latin typeface="Consolas"/>
              </a:rPr>
              <a:t>=== JTAG / debug module test ===</a:t>
            </a:r>
          </a:p>
          <a:p>
            <a:pPr algn="l">
              <a:lnSpc>
                <a:spcPct val="100000"/>
              </a:lnSpc>
            </a:pPr>
            <a:r>
              <a:rPr sz="1142">
                <a:solidFill>
                  <a:srgbClr val="8BE98B"/>
                </a:solidFill>
                <a:latin typeface="Consolas"/>
              </a:rPr>
              <a:t>  Loaded and resumed over JTAG: PASS (this output is the proof)</a:t>
            </a:r>
          </a:p>
          <a:p>
            <a:pPr algn="l">
              <a:lnSpc>
                <a:spcPct val="100000"/>
              </a:lnSpc>
            </a:pPr>
            <a:r>
              <a:rPr sz="1142">
                <a:solidFill>
                  <a:srgbClr val="E6E6E6"/>
                </a:solidFill>
                <a:latin typeface="Consolas"/>
              </a:rPr>
              <a:t>  mhartid     : 0</a:t>
            </a:r>
          </a:p>
          <a:p>
            <a:pPr algn="l">
              <a:lnSpc>
                <a:spcPct val="100000"/>
              </a:lnSpc>
            </a:pPr>
            <a:r>
              <a:rPr sz="1142">
                <a:solidFill>
                  <a:srgbClr val="E6E6E6"/>
                </a:solidFill>
                <a:latin typeface="Consolas"/>
              </a:rPr>
              <a:t>  mvendorid   : 0</a:t>
            </a:r>
          </a:p>
          <a:p>
            <a:pPr algn="l">
              <a:lnSpc>
                <a:spcPct val="100000"/>
              </a:lnSpc>
            </a:pPr>
            <a:r>
              <a:rPr sz="1142">
                <a:solidFill>
                  <a:srgbClr val="E6E6E6"/>
                </a:solidFill>
                <a:latin typeface="Consolas"/>
              </a:rPr>
              <a:t>  marchid     : 1</a:t>
            </a:r>
          </a:p>
          <a:p>
            <a:pPr algn="l">
              <a:lnSpc>
                <a:spcPct val="100000"/>
              </a:lnSpc>
            </a:pPr>
            <a:r>
              <a:rPr sz="1142">
                <a:solidFill>
                  <a:srgbClr val="E6E6E6"/>
                </a:solidFill>
                <a:latin typeface="Consolas"/>
              </a:rPr>
              <a:t>  mimpid      : 20181004</a:t>
            </a:r>
          </a:p>
          <a:p>
            <a:pPr algn="l">
              <a:lnSpc>
                <a:spcPct val="100000"/>
              </a:lnSpc>
            </a:pPr>
            <a:r>
              <a:rPr sz="1142">
                <a:solidFill>
                  <a:srgbClr val="E6E6E6"/>
                </a:solidFill>
                <a:latin typeface="Consolas"/>
              </a:rPr>
              <a:t>  misa low32  : 801105  (MXL=2 -&gt; RV64)</a:t>
            </a:r>
          </a:p>
          <a:p>
            <a:pPr algn="l">
              <a:lnSpc>
                <a:spcPct val="100000"/>
              </a:lnSpc>
            </a:pPr>
            <a:r>
              <a:rPr sz="1142">
                <a:solidFill>
                  <a:srgbClr val="E6E6E6"/>
                </a:solidFill>
                <a:latin typeface="Consolas"/>
              </a:rPr>
              <a:t>  extensions  : ACIMX</a:t>
            </a:r>
          </a:p>
          <a:p>
            <a:pPr algn="l">
              <a:lnSpc>
                <a:spcPct val="100000"/>
              </a:lnSpc>
            </a:pPr>
            <a:r>
              <a:rPr sz="1142">
                <a:solidFill>
                  <a:srgbClr val="8BE98B"/>
                </a:solidFill>
                <a:latin typeface="Consolas"/>
              </a:rPr>
              <a:t>JTAG TEST: PASS (0 failures)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605530"/>
            <a:ext cx="1161288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Real output from board A. The GPIO walk lights the four LEDs one after another.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 i="1">
                <a:solidFill>
                  <a:srgbClr val="000000"/>
                </a:solidFill>
                <a:latin typeface="Times New Roman"/>
              </a:rPr>
              <a:t>misa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confirms the hardware: MXL = 2 → 64-bit; extensions A, C, I, M (X = non-standard extensions present);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marchid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1 = Rocket.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9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Programming &amp; Bring-up </a:t>
            </a:r>
            <a:r>
              <a:rPr lang="en-US" sz="29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(4/5) Bring-up: SPI (SD card) and UART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46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914400"/>
            <a:ext cx="5669280" cy="1611121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AAAAAA"/>
                </a:solidFill>
                <a:latin typeface="Consolas"/>
              </a:rPr>
              <a:t>tests/build/spi_test.elf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=== SPI test (SPI0 @ 0x64001000, SD slot) ===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sckdiv      : got=c want=c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sckmode     : got=0 want=0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csdef       : got=1 want=1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SD CMD0     : R1=1 PASS (card in idle state)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SPI TEST: PASS (0 failures)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217920" y="914400"/>
            <a:ext cx="5760720" cy="2060448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200" b="1">
                <a:solidFill>
                  <a:srgbClr val="AAAAAA"/>
                </a:solidFill>
                <a:latin typeface="Consolas"/>
              </a:rPr>
              <a:t>tests/build/uart_test.elf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=== UART test ===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UART0 @ 0x64000000 (console), UART1 @ 0x64003000 (PMOD JB)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UART0 console TX: PASS (you are reading it)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UART0 div   : got=2a want=2a PASS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UART1 div   : got=2a want=2a PASS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UART1 txen  : got=1 want=1 PASS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UART1 rxen  : got=1 want=1 PASS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UART1 loop  : SKIP (no echo; jumper JB1-JB2 to test)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UART TEST: PASS (0 failures)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249168"/>
            <a:ext cx="1161288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1">
                <a:solidFill>
                  <a:srgbClr val="000000"/>
                </a:solidFill>
                <a:latin typeface="Times New Roman"/>
              </a:rPr>
              <a:t>SD CMD0 → R1 = 0x01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proves clock, chip select and both data lines work against a real card.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Right after power-up the card can answer the first CMD0 with one junk byte (e.g. 0x3f). The boot ROM, this test and the firmware send CMD0 again; the second answer is clean.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UART1 loopback needs a jumper JB1–JB2; without it the step is skipped, not failed.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3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Programming &amp; Bring-up </a:t>
            </a:r>
            <a:r>
              <a:rPr lang="en-US" sz="33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(5/5) Booting from the SD card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068832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808080"/>
                </a:solidFill>
                <a:latin typeface="Consolas"/>
              </a:rPr>
              <a:t>Run this — from the repository root; sdX = your card reader (lsblk)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cd fpga/sw/export/tests &amp;&amp; make gpio_test      # -&gt; build/gpio_test.bin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sudo ../tools/mksd.sh /dev/sdX                       # once; ERASES the card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sudo ../common/board/sd_boot.sh build/gpio_test.bin sdX1    # image -&gt; LBA 2048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65760" y="2211832"/>
          <a:ext cx="74980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356616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Card area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Content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LBA 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MBR partition table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LBA 2048 … (partition 1, raw, 32 MiB)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firmware image read by the boot ROM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LBA 67584 … (partition 2, FAT32)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files: SEND.BIN / RECV.BIN (Lesson 5)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5" name="TextBox 64"/>
          <p:cNvSpPr txBox="1"/>
          <p:nvPr/>
        </p:nvSpPr>
        <p:spPr>
          <a:xfrm>
            <a:off x="365760" y="4114800"/>
            <a:ext cx="1143000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At reset the boot ROM copies 126 sectors (63 KiB) from LBA 2048 into the scratchpad and jumps there.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Check: put the card into JA, press RESET (also right after inserting the card). Expect </a:t>
            </a:r>
            <a:r>
              <a:rPr sz="1500" b="0" i="1">
                <a:solidFill>
                  <a:srgbClr val="000000"/>
                </a:solidFill>
                <a:latin typeface="Times New Roman"/>
              </a:rPr>
              <a:t>GPIO TEST: PASS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on the console within a few seconds. The boot ROM’s own lines (INIT … BOOT) come first at another baud rate and look garbled at 57600.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Only garbled lines, no PASS: the boot ROM found no valid image at LBA 2048. Write it again.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No card reader? First format the card with </a:t>
            </a:r>
            <a:r>
              <a:rPr sz="1500" b="0" i="1">
                <a:solidFill>
                  <a:srgbClr val="000000"/>
                </a:solidFill>
                <a:latin typeface="Times New Roman"/>
              </a:rPr>
              <a:t>sd_prep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(Lesson 5). In </a:t>
            </a:r>
            <a:r>
              <a:rPr sz="1500" b="0" i="1">
                <a:solidFill>
                  <a:srgbClr val="000000"/>
                </a:solidFill>
                <a:latin typeface="Times New Roman"/>
              </a:rPr>
              <a:t>tests/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: </a:t>
            </a:r>
            <a:r>
              <a:rPr sz="1300" b="0">
                <a:solidFill>
                  <a:srgbClr val="8B1A1A"/>
                </a:solidFill>
                <a:latin typeface="Consolas"/>
              </a:rPr>
              <a:t>cp build/gpio_test.bin build/boot.bin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, then </a:t>
            </a:r>
            <a:r>
              <a:rPr sz="1300" b="0">
                <a:solidFill>
                  <a:srgbClr val="8B1A1A"/>
                </a:solidFill>
                <a:latin typeface="Consolas"/>
              </a:rPr>
              <a:t>make -B sd_prep EXTRA_CFLAGS=-DSD_PREP_BOOT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. Load it with </a:t>
            </a:r>
            <a:r>
              <a:rPr sz="1300" b="0">
                <a:solidFill>
                  <a:srgbClr val="8B1A1A"/>
                </a:solidFill>
                <a:latin typeface="Consolas"/>
              </a:rPr>
              <a:t>BOARD=initiator ../common/board/run_one.sh build/sd_prep.elf 30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, then press RESET.</a:t>
            </a:r>
          </a:p>
        </p:txBody>
      </p:sp>
      <p:pic>
        <p:nvPicPr>
          <p:cNvPr id="66" name="Picture 65" descr="pmodmicrosd-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0" y="2211832"/>
            <a:ext cx="18288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Start Here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System You Will Build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SoC Configuration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FPGA Pins &amp; Harness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&amp; Timing Closure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Programming &amp; Bring-up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7. Practice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(1/3) Exercises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914400"/>
            <a:ext cx="17373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Exercise 1: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57200" y="1371600"/>
            <a:ext cx="11430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Add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EdhocRocket128K75MHzArty100TConfig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: the same SoC with a 128 KiB scratchpad.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Build it. How many block RAMs does the scratchpad use now? Does 75 MHz still close?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2743200"/>
            <a:ext cx="17373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Exercise 2: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57200" y="3200400"/>
            <a:ext cx="11430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Program both boards with the EDHOC bitstream and run </a:t>
            </a:r>
            <a:r>
              <a:rPr sz="1600" b="0">
                <a:solidFill>
                  <a:srgbClr val="8B1A1A"/>
                </a:solidFill>
                <a:latin typeface="Consolas"/>
              </a:rPr>
              <a:t>gpio_test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, </a:t>
            </a:r>
            <a:r>
              <a:rPr sz="1600" b="0">
                <a:solidFill>
                  <a:srgbClr val="8B1A1A"/>
                </a:solidFill>
                <a:latin typeface="Consolas"/>
              </a:rPr>
              <a:t>spi_test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, </a:t>
            </a:r>
            <a:r>
              <a:rPr sz="1600" b="0">
                <a:solidFill>
                  <a:srgbClr val="8B1A1A"/>
                </a:solidFill>
                <a:latin typeface="Consolas"/>
              </a:rPr>
              <a:t>jtag_test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and </a:t>
            </a:r>
            <a:r>
              <a:rPr sz="1600" b="0">
                <a:solidFill>
                  <a:srgbClr val="8B1A1A"/>
                </a:solidFill>
                <a:latin typeface="Consolas"/>
              </a:rPr>
              <a:t>uart_test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on each.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Put a jumper on JB1–JB2 and make the UART1 loopback PASS.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65760" y="4572000"/>
            <a:ext cx="17373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Exercise 3: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029200"/>
            <a:ext cx="11430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Copy the config with </a:t>
            </a:r>
            <a:r>
              <a:rPr sz="1600" b="0">
                <a:solidFill>
                  <a:srgbClr val="8B1A1A"/>
                </a:solidFill>
                <a:latin typeface="Consolas"/>
              </a:rPr>
              <a:t>WithTinyArty100TTweaks(100)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and build it. Read the Design Timing Summary: would you accept this bitstream?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7. Practice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(2/3) What to put in the report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50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457200" y="1005840"/>
            <a:ext cx="1124712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Exercise 1: your config class, the utilization table (block RAM count) and the Design Timing Summary lines (WNS, failing endpoints).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Exercise 2: the console output of all four tests on both boards, and a photo of your wiring with the PMOD ports labelled.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Exercise 3: the Design Timing Summary lines and your decision, with the rule from section 5 (5/5).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For every step: the command you ran and how long it took on your PC.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7. Practice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(3/3) Answer notes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51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3657600"/>
                <a:gridCol w="2377440"/>
                <a:gridCol w="3931920"/>
              </a:tblGrid>
              <a:tr h="10058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Exercise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What should change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What should stay the same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Why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10058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1. 128 KiB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ScratchpadBank: 16 → 32 RAMB36; size = BigInt(128 &lt;&lt; 10) in a copy of EdhocRocket64Config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core, caches and pins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one RAMB36 holds 4 KiB. Timing may or may not still close: read timing.txt. The firmware still uses 64 KiB until memory.lds changes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2. Tests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UART1 loop: SKIP → PASS with the jumper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every other line PASS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SKIP means “not run”; the jumper lets UART1 hear itself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10058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3. 100 MHz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WNS clearly negative (about −3.2 ns in this flow) and thousands of failing endpoints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build itself still finishes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reject it: the critical path inside the Rocket core needs about 13 ns here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120640"/>
            <a:ext cx="114300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Negative case to recognise: a bitstream with WNS &lt; 0 may load and even pass a test — reject it anyway (section 5, (5/5)).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52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5300" y="1508270"/>
            <a:ext cx="11381400" cy="424586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200" b="1" i="1">
                <a:solidFill>
                  <a:srgbClr val="000000"/>
                </a:solidFill>
                <a:latin typeface="Times New Roman"/>
              </a:rPr>
              <a:t>Today’s lecture highlight:</a:t>
            </a:r>
          </a:p>
          <a:p>
            <a:pPr algn="l" marL="256032" indent="-219456">
              <a:buChar char="•"/>
            </a:pPr>
            <a:r>
              <a:rPr sz="1900" b="0" i="1">
                <a:solidFill>
                  <a:srgbClr val="000000"/>
                </a:solidFill>
                <a:latin typeface="Times New Roman"/>
              </a:rPr>
              <a:t>EdhocRocket6475MHzArty100TConfig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= small RV64 Rocket, 8 KiB caches, 64 KiB scratchpad, no DDR, GPIO / 2 UART / 3 SPI / JTAG.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Every build of the course fits the 64 KiB scratchpad (largest 61.5 KB with its stack); the clock is set in one place and checked in report/timing.txt.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Pins: JA SD card, JB UART1, JC MRF24J40 radio, JD JTAG — set in the shell overlays, selected by config keys.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Accept a bitstream only after its timing report: a failing build still writes a .bit file.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Program both boards, load over JTAG, prove each peripheral with a test program.</a:t>
            </a:r>
          </a:p>
          <a:p>
            <a:pPr algn="ctr"/>
            <a:r>
              <a:rPr sz="2000" b="1" i="1">
                <a:solidFill>
                  <a:srgbClr val="000000"/>
                </a:solidFill>
                <a:latin typeface="Times New Roman"/>
              </a:rPr>
              <a:t>Next lesson:</a:t>
            </a:r>
          </a:p>
          <a:p>
            <a:pPr algn="ctr"/>
            <a:r>
              <a:rPr sz="2000" b="0">
                <a:solidFill>
                  <a:srgbClr val="000000"/>
                </a:solidFill>
                <a:latin typeface="Times New Roman"/>
              </a:rPr>
              <a:t>「 Lesson 2 」 Software environment and tests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6C8F3E6-8FCF-8406-D385-1271B41CF2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" name="CustomShape 1"/>
          <p:cNvSpPr/>
          <p:nvPr/>
        </p:nvSpPr>
        <p:spPr>
          <a:xfrm>
            <a:off x="0" y="2338920"/>
            <a:ext cx="12192000" cy="193284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68" name="CustomShape 2"/>
          <p:cNvSpPr/>
          <p:nvPr/>
        </p:nvSpPr>
        <p:spPr>
          <a:xfrm>
            <a:off x="2920320" y="2834640"/>
            <a:ext cx="6129000" cy="10040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>
                <a:solidFill>
                  <a:srgbClr val="000000"/>
                </a:solidFill>
                <a:latin typeface="Times New Roman"/>
                <a:ea typeface="DejaVu Sans"/>
              </a:rPr>
              <a:t>THANK YOU</a:t>
            </a:r>
            <a:endParaRPr lang="en-US" sz="6000" b="0" strike="noStrike" spc="-1">
              <a:latin typeface="Arial"/>
            </a:endParaRPr>
          </a:p>
        </p:txBody>
      </p:sp>
      <p:sp>
        <p:nvSpPr>
          <p:cNvPr id="70" name="CustomShape 4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6089D392-ACF8-401D-9835-6E74EF9B11A4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53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8" name="CustomShape 4">
            <a:extLst>
              <a:ext uri="{FF2B5EF4-FFF2-40B4-BE49-F238E27FC236}">
                <a16:creationId xmlns:a16="http://schemas.microsoft.com/office/drawing/2014/main" id="{E74905CF-9580-4841-AAEC-D6B501EE967B}"/>
              </a:ext>
            </a:extLst>
          </p:cNvPr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9" name="Picture 4" descr="http://vlsilab.ee.uec.ac.jp/images/logo.png">
            <a:extLst>
              <a:ext uri="{FF2B5EF4-FFF2-40B4-BE49-F238E27FC236}">
                <a16:creationId xmlns:a16="http://schemas.microsoft.com/office/drawing/2014/main" id="{9DE8A4C6-EF40-4C98-86CA-0B5033F2A770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2" name="CustomShape 1">
            <a:extLst>
              <a:ext uri="{FF2B5EF4-FFF2-40B4-BE49-F238E27FC236}">
                <a16:creationId xmlns:a16="http://schemas.microsoft.com/office/drawing/2014/main" id="{BB2AFDE3-18E3-0A42-6CD0-087EBB1FC018}"/>
              </a:ext>
            </a:extLst>
          </p:cNvPr>
          <p:cNvSpPr/>
          <p:nvPr/>
        </p:nvSpPr>
        <p:spPr>
          <a:xfrm>
            <a:off x="4341928" y="6089099"/>
            <a:ext cx="3502144" cy="58332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32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2026/12</a:t>
            </a:r>
            <a:endParaRPr lang="en-US" sz="3200" b="0" strike="noStrike" spc="-1" dirty="0">
              <a:latin typeface="Arial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6898291-B7AA-935C-34F3-91DF98E1FDB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70652</TotalTime>
  <Words>2438</Words>
  <Application>Microsoft Office PowerPoint</Application>
  <PresentationFormat>Widescreen</PresentationFormat>
  <Paragraphs>376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6" baseType="lpstr">
      <vt:lpstr>Arial</vt:lpstr>
      <vt:lpstr>Calibri</vt:lpstr>
      <vt:lpstr>Courier New</vt:lpstr>
      <vt:lpstr>Symbol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Hoang Trong-Thuc</dc:creator>
  <dc:description/>
  <cp:lastModifiedBy>Hùng Nguyễn</cp:lastModifiedBy>
  <cp:revision>1425</cp:revision>
  <dcterms:created xsi:type="dcterms:W3CDTF">2017-10-20T03:42:18Z</dcterms:created>
  <dcterms:modified xsi:type="dcterms:W3CDTF">2024-12-23T00:14:11Z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16.0000</vt:lpwstr>
  </property>
  <property fmtid="{D5CDD505-2E9C-101B-9397-08002B2CF9AE}" pid="3" name="HiddenSlides">
    <vt:i4>0</vt:i4>
  </property>
  <property fmtid="{D5CDD505-2E9C-101B-9397-08002B2CF9AE}" pid="4" name="HyperlinksChanged">
    <vt:bool>false</vt:bool>
  </property>
  <property fmtid="{D5CDD505-2E9C-101B-9397-08002B2CF9AE}" pid="5" name="LinksUpToDate">
    <vt:bool>false</vt:bool>
  </property>
  <property fmtid="{D5CDD505-2E9C-101B-9397-08002B2CF9AE}" pid="6" name="MMClips">
    <vt:i4>0</vt:i4>
  </property>
  <property fmtid="{D5CDD505-2E9C-101B-9397-08002B2CF9AE}" pid="7" name="Notes">
    <vt:i4>0</vt:i4>
  </property>
  <property fmtid="{D5CDD505-2E9C-101B-9397-08002B2CF9AE}" pid="8" name="PresentationFormat">
    <vt:lpwstr>Widescreen</vt:lpwstr>
  </property>
  <property fmtid="{D5CDD505-2E9C-101B-9397-08002B2CF9AE}" pid="9" name="ScaleCrop">
    <vt:bool>false</vt:bool>
  </property>
  <property fmtid="{D5CDD505-2E9C-101B-9397-08002B2CF9AE}" pid="10" name="ShareDoc">
    <vt:bool>false</vt:bool>
  </property>
  <property fmtid="{D5CDD505-2E9C-101B-9397-08002B2CF9AE}" pid="11" name="Slides">
    <vt:i4>27</vt:i4>
  </property>
  <property fmtid="{D5CDD505-2E9C-101B-9397-08002B2CF9AE}" pid="12" name="MSIP_Label_ddc55989-3c9e-4466-8514-eac6f80f6373_Enabled">
    <vt:lpwstr>True</vt:lpwstr>
  </property>
  <property fmtid="{D5CDD505-2E9C-101B-9397-08002B2CF9AE}" pid="13" name="MSIP_Label_ddc55989-3c9e-4466-8514-eac6f80f6373_SiteId">
    <vt:lpwstr>18a7fec8-652f-409b-8369-272d9ce80620</vt:lpwstr>
  </property>
  <property fmtid="{D5CDD505-2E9C-101B-9397-08002B2CF9AE}" pid="14" name="MSIP_Label_ddc55989-3c9e-4466-8514-eac6f80f6373_Owner">
    <vt:lpwstr>trongthuc.hoang@aist.go.jp</vt:lpwstr>
  </property>
  <property fmtid="{D5CDD505-2E9C-101B-9397-08002B2CF9AE}" pid="15" name="MSIP_Label_ddc55989-3c9e-4466-8514-eac6f80f6373_SetDate">
    <vt:lpwstr>2021-05-28T03:48:12.5094358Z</vt:lpwstr>
  </property>
  <property fmtid="{D5CDD505-2E9C-101B-9397-08002B2CF9AE}" pid="16" name="MSIP_Label_ddc55989-3c9e-4466-8514-eac6f80f6373_Name">
    <vt:lpwstr>No Restrictions</vt:lpwstr>
  </property>
  <property fmtid="{D5CDD505-2E9C-101B-9397-08002B2CF9AE}" pid="17" name="MSIP_Label_ddc55989-3c9e-4466-8514-eac6f80f6373_Application">
    <vt:lpwstr>Microsoft Azure Information Protection</vt:lpwstr>
  </property>
  <property fmtid="{D5CDD505-2E9C-101B-9397-08002B2CF9AE}" pid="18" name="MSIP_Label_ddc55989-3c9e-4466-8514-eac6f80f6373_ActionId">
    <vt:lpwstr>f281bafe-9fd8-4238-8644-0700f27cf471</vt:lpwstr>
  </property>
  <property fmtid="{D5CDD505-2E9C-101B-9397-08002B2CF9AE}" pid="19" name="MSIP_Label_ddc55989-3c9e-4466-8514-eac6f80f6373_Extended_MSFT_Method">
    <vt:lpwstr>Manual</vt:lpwstr>
  </property>
  <property fmtid="{D5CDD505-2E9C-101B-9397-08002B2CF9AE}" pid="20" name="Sensitivity">
    <vt:lpwstr>No Restrictions</vt:lpwstr>
  </property>
</Properties>
</file>