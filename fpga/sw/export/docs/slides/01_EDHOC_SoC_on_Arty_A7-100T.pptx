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  <p:sldId id="921" r:id="rId68"/>
    <p:sldId id="922" r:id="rId69"/>
    <p:sldId id="923" r:id="rId70"/>
    <p:sldId id="924" r:id="rId71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(1/12)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(2/12)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(3/12)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(4/12)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47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Java 17, dtc, jq, firtool (no conda)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17 / 1.61.0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only: Chipyard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venv ~/edhoc-venv: pyfatfs, pycryptodome, cryptography,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pinned (7/12)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USB access without sudo: Vivado's cable drivers (6/12), OpenOCD's udev rules (the apt package) and the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groups (7/12).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Install order: Vivado (6/12), packages and GCC (7/12), the code (8/12), route A extras (9/12), check (10/12).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(5/12)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(6/12) to (10/12)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(6/12) to (8/12), then (10/12)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(6/12) Install Vivado 2024.2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once, after downloading the installer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~/Downloads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chmod +x FPGAs_AdaptiveSoCs_Unified_2024.2_1113_1001_Lin64.bin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./FPGAs_AdaptiveSoCs_Unified_2024.2_1113_1001_Lin64.bin   # installer window opens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  Product: Vivado   Edition: Vivado ML Standard   Devices: 7 Series only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  Install directory: $HOME/Xilinx (no spaces)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$HOME/Xilinx/Vivado/2024.2/data/xicom/cable_drivers/lin64/install_script/install_drivers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./install_drivers                 # USB drivers for the Arty's programming 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echo 'source $HOME/Xilinx/Vivado/2024.2/settings64.sh' &gt;&gt;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vivado -version | head -1              # Vivado v2024.2 (64-bit)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Download “AMD Unified Installer for FPGAs &amp; Adaptive SoCs 2024.2: Linux Self Extracting Web Installer” from AMD’s Vivado download page (free AMD account).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ML Standard is free and covers the XC7A100T. Selecting only 7 Series keeps the download small.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Unplug and replug the boards after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install_drivers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Lines added to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~/.bashrc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apply to every new terminal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Route B only programs the boards: Vivado Lab Edition should be enough (not tested).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(7/12) Packages, Python venv and RISC-V GCC (both routes)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3619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cd ~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sudo apt install git make wget jq python3 python3-venv openocd dosfstools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autoconf automake autotools-dev curl libmpc-dev libmpfr-dev libgmp-dev gawk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build-essential bison flex texinfo gperf libtool patchutils bc zlib1g-dev libexpat-dev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sudo usermod -aG dialout,plugdev $USER     # board consoles; takes effect after logging in again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python3 -m venv ~/edhoc-venv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~/edhoc-venv/bin/pip install pyfatfs==1.1.0 pycryptodome==3.24.0 cryptography==50.0.2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kyber-py==1.2.0 "setuptools&lt;81"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make -j$(nproc)                  # downloads and builds GCC 15.1: ~15 min on 20 cores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echo 'export PATH=$HOME/opt/riscv/bin:$PATH' &gt;&gt; ~/.bashrc &amp;&amp; source ~/.bashrc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413504"/>
            <a:ext cx="114300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The three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git config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lines point the tag’s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newlib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binutils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gdb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sources at their current GitHub mirrors (the original ones are gone); without them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make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stops with “could not read Username”.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$HOME/opt/riscv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(2.4 GB), on PATH in every terminal. It builds the firmware and, in route A, the boot ROM (Lesson 2, section 1).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Python tests run inside the venv: </a:t>
            </a:r>
            <a:r>
              <a:rPr sz="1200" b="0">
                <a:solidFill>
                  <a:srgbClr val="8B1A1A"/>
                </a:solidFill>
                <a:latin typeface="Consolas"/>
              </a:rPr>
              <a:t>source ~/edhoc-venv/bin/activate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(8/12) Get the code (both routes)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~                                    # or any folder whose path has no spaces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 &amp;&amp; echo "export REPO=$PWD" &gt;&gt; ~/.bashrc &amp;&amp; source ~/.bashrc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echo $REPO                              # e.g. /home/you/chipyard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506218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From here on every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box starts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cd $REPO/...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it works in any terminal, in any order, also after a reboot.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Only box contents are commands; text after # is a comment.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(9/12) Route A only: Chipyard sources and firtool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apt install openjdk-17-jdk-headless device-tree-compiler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$REPO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./scripts/init-submodules-no-riscv-tools.sh       # Chipyard sources, ~7 min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./patches/apply.sh                                # this fork's fpga-shells changes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wget https://github.com/llvm/circt/releases/download/firtool-1.61.0/firrtl-bin-linux-x64.tar.gz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 xzf firrtl-bin-linux-x64.tar.gz -C $HOME/opt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echo 'export RISCV=$HOME/opt/riscv PATH=$HOME/opt/firtool-1.61.0/bin:$PATH' &gt;&gt;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~/.bashrc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156965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conda and no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build-setup.sh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nothing for Verilator, FireSim or FireMarshal is installed. The submodule script fetches FireSim and FireMarshal sources (~20 MB) only because Chipyard’s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build.sbt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refers to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RISCV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tells the build where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riscv64-unknown-elf-gcc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is: the boot ROM is compiled during the bitstream build. Disk: ~4 GB here, ~1.5 GB more per build.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(10/12)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in a new terminal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for t in vivado riscv64-unknown-elf-gcc openocd firtool java; do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command -v $t &gt;/dev/null || echo "MISSING: $t"; done   # route B: firtool, java not needed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$REPO/fpga/sw/export/common/board/list_boards.sh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MISSING line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ships with our serials: put your four in (Lesson 2, section 2).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MISSING: &lt;tool&gt;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redo that tool's slide ((6/12), (7/12) or (9/12)), then open a new terminal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(11/12)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cd $REPO/fpga/sw/export/tests &amp;&amp; 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(12/12)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(3/12).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19278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$REPO/fpga               # setup of section 1, (6/12)-(9/12), done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8150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Lines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make: [...] Error 1 (ignored)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are normal: a Chipyard copy step that has no files to copy in the FPGA flow.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The timing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Use it when WNS is a little below 0 (e.g. −0.17 ns), or when make stops with error 139 (“Abnormal program termination (11)”) after routing. Do not rebuild from scratch: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already written.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Start Vivado in the build’s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and paste a part; for part 2, exit and start a new Vivado: </a:t>
            </a:r>
            <a:r>
              <a:rPr sz="1600" b="0">
                <a:solidFill>
                  <a:srgbClr val="8B1A1A"/>
                </a:solidFill>
                <a:latin typeface="Consolas"/>
              </a:rPr>
              <a:t>cd $REPO/fpga/generated-src/chipyard.fpga.arty100t.Arty100TWithoutDDRHarness.EdhocRocket6475MHzArty100TConfig/obj &amp;&amp; vivado -mode 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0280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1 — place and route again (~15 min)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write_checkpoint -force post_route.dcp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832858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2 — new Vivado; if it crashes, run part 2 again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post_route.dcp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WNS and WHS &gt;= 0?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-force Arty100TWithoutDDRHarness.bit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0" y="224028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Example: WNS −0.740 ns after part 1, +0.006 ns after part 2 (WHS +0.026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Still negative after part 2? Before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report_timing_summary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add </a:t>
            </a:r>
            <a:r>
              <a:rPr sz="1300" b="0">
                <a:solidFill>
                  <a:srgbClr val="8B1A1A"/>
                </a:solidFill>
                <a:latin typeface="Consolas"/>
              </a:rPr>
              <a:t>route_design -directive AggressiveExplore -tns_cleanup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and one more </a:t>
            </a:r>
            <a:r>
              <a:rPr sz="1300" b="0">
                <a:solidFill>
                  <a:srgbClr val="8B1A1A"/>
                </a:solidFill>
                <a:latin typeface="Consolas"/>
              </a:rPr>
              <a:t>phys_opt_design -directive Explore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Then accept the bitstream as in (5/5).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7983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84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284">
                <a:solidFill>
                  <a:srgbClr val="1F1F1F"/>
                </a:solidFill>
                <a:latin typeface="Consolas"/>
              </a:rPr>
              <a:t>cd $REPO/fpga/generated-src/chipyard.fpga.arty100t.Arty100TWithoutDDRHarness.EdhocRocket6475MHzArty100TConfig/obj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284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07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ships with our serials: put yours in first (Lesson 2, section 2, (1/3)–(2/3)).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4908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22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122">
                <a:solidFill>
                  <a:srgbClr val="1F1F1F"/>
                </a:solidFill>
                <a:latin typeface="Consolas"/>
              </a:rPr>
              <a:t>$REPO/fpga/sw/export/common/board/list_boards.sh   # serial and tty of every board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