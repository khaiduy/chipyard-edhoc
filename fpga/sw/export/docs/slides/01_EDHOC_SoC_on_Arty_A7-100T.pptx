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42291</c:v>
                </c:pt>
                <c:pt idx="1">
                  <c:v>42291</c:v>
                </c:pt>
                <c:pt idx="2">
                  <c:v>43739</c:v>
                </c:pt>
                <c:pt idx="3">
                  <c:v>43739</c:v>
                </c:pt>
                <c:pt idx="4">
                  <c:v>41653</c:v>
                </c:pt>
                <c:pt idx="5">
                  <c:v>43365</c:v>
                </c:pt>
                <c:pt idx="6">
                  <c:v>46361</c:v>
                </c:pt>
                <c:pt idx="7">
                  <c:v>47391</c:v>
                </c:pt>
                <c:pt idx="8">
                  <c:v>47913</c:v>
                </c:pt>
                <c:pt idx="9">
                  <c:v>32712</c:v>
                </c:pt>
                <c:pt idx="10">
                  <c:v>32876</c:v>
                </c:pt>
                <c:pt idx="11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838122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60,457 B, TBD3 = 61,445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Smallest build (suite 4, method 3) needs ≈ 32.4 KB with its stack: only method 3 of suites 0 / 1 / 4 fits 32 KiB, and barely.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81593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3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5).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5).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done; 2 = timing failed (a .bit is still written)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timing fails, make stops with exit code 2 but still writes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file. Always read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using a new bitstream.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(2 = timing failed, even though a .bit exists)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46512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BOARD=initiator \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  ../common/board/run_one.sh build/gpio_test.elf 5   # load, run, print console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2E7D32"/>
                </a:solidFill>
                <a:latin typeface="Consolas"/>
              </a:rPr>
              <a:t># both boards at once (responder first):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../common/board/load_both.sh A.elf B.elf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6683"/>
            <a:ext cx="73152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what run_one.sh does (simplified)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706418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fpga/sw/export/tools/mksd.sh /dev/sdX            # once: partitions +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fpga/sw/export/common/board/sd_boot.sh build/app.bin sdX1   # firmware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994916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994916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61.4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