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42291</c:v>
                </c:pt>
                <c:pt idx="1">
                  <c:v>42291</c:v>
                </c:pt>
                <c:pt idx="2">
                  <c:v>43739</c:v>
                </c:pt>
                <c:pt idx="3">
                  <c:v>43739</c:v>
                </c:pt>
                <c:pt idx="4">
                  <c:v>41653</c:v>
                </c:pt>
                <c:pt idx="5">
                  <c:v>43365</c:v>
                </c:pt>
                <c:pt idx="6">
                  <c:v>46361</c:v>
                </c:pt>
                <c:pt idx="7">
                  <c:v>47391</c:v>
                </c:pt>
                <c:pt idx="8">
                  <c:v>47913</c:v>
                </c:pt>
                <c:pt idx="9">
                  <c:v>32712</c:v>
                </c:pt>
                <c:pt idx="10">
                  <c:v>32876</c:v>
                </c:pt>
                <c:pt idx="11">
                  <c:v>37637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[Course name]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[Author]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[GitHub URL]   ·   all paths are relative to chipyard-1.11.0/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PMOD adapter (PmodSD)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 on a PMOD adapter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adapter: [part no.]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instead of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these slides (python-pptx)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clone [GitHub URL]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checkout [revision]          # the revision these slides describe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40279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What the design asks for,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448056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Asked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Built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Rocket, 64-bit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 RV64IMAC (small core)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32 KiB minimum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code + stack, next slide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GPIO, UART, JTAG, SPI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timing result, (3/4)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FPGA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Artix-7 100T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Arty A7-100T (xc7a100tcsg324-1)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items differ from what was asked; the next two slides show why, and how to check it yourself.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Board-to-board traffic goes over an MRF24J40 802.15.4 radio; files come from a microSD card.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Why 64 KiB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build of each cipher suite (EDHOC suites 0–25, post-quantum TBD1–3), in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Everything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largest: suite 25 = 60,457 B, TBD3 = 61,445 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Smallest build (suite 4, method 3) needs ≈ 32.3 KB with its stack: only method 3 of suites 0 / 1 / 4 fits 32 KiB, and barely.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requirement says “minimum 32 KiB”, so 64 KiB is within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Why 75 MHz instead of 100 MHz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749039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Target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Worst slack (WNS)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Failing endpoints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−3.191 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4,372 of 24,321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Fmax ≈ 1 / 13.19 ns = 75.8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0.000 ns (met)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 of 24,148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2743200"/>
            <a:ext cx="112471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critical path is inside the Rocket core, not in our peripherals: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fetch queue → RVC expander → decoder → hazard check → EX operand register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13 LUT levels, 83 % of the delay is routing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 of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this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implementation (Vivado 2024.2, this config and flow, speed grade -1): 100 MHz failed timing, 75 MHz closes. A different flow, constraints or core configuration can change that — re-check after any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clock is set in one place,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WithTinyArty100TTweaks(75)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3); the check is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0" y="5349240"/>
            <a:ext cx="5394960" cy="109728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both boards wired: JA SD, JC radio, JD JTAG cable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3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we skip it: firmware is loaded over JTAG in seconds (section 5).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(PmodSD)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069080"/>
            <a:ext cx="5577840" cy="237744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Arty A7-100T top view, PMOD JA–JD labelled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JC used to carry UART1; it moved to JB to free JC for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we changed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5623560"/>
            <a:ext cx="6400800" cy="77724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PmodSD with microSD card on JA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152761"/>
            <a:ext cx="6035040" cy="96012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MRF24J40MA module on PMOD JC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5).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4846320"/>
            <a:ext cx="4754880" cy="155448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C232HM cable on PMOD JD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our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done; 2 = timing failed (a .bit is still written)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timing fails, make stops with exit code 2 but still writes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file. Always read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using a new bitstream.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14,672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23.1 %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Plenty of room left: in this build, timing, not area, was the constraint.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14672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14666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14663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0.000    0.000                      0                24148     0.000    0.000                      0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0.000    0.000            0      23458     0.000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41.206    0.000            0        548     0.140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59384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report for the 100 MHz attempt (EdhocRocket64100MHzArty100TConfig):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096767"/>
            <a:ext cx="11430000" cy="57302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  TNS(ns)  TNS Failing Endpoints  TNS Total Endpoints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-3.191  -5498.651                   4372                24321     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3944111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When timing fails: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is close to the limit (≈ 75.8 MHz). Any pin change moves placement and can flip the result: our radio-pin build first came out at −0.166 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Recipe used to close it, starting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checkpoint in Vivado: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obj/post_opt.dcp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-0.062 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-directive AggressiveExplore -tns_cleanup ;# -0.162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+0.015 met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timing.txt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Hold met too (+0.027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Over-constraining placement (extra clock uncertainty) made it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worse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(2 = timing failed, even though a .bit exists)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(on our boards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46512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BOARD=initiator \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  ../common/board/run_one.sh build/gpio_test.elf 5   # load, run, print console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2E7D32"/>
                </a:solidFill>
                <a:latin typeface="Consolas"/>
              </a:rPr>
              <a:t># both boards at once (responder first):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../common/board/load_both.sh A.elf B.elf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6683"/>
            <a:ext cx="7315200" cy="10068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what run_one.sh does (simplified)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706418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Lesson from bring-up: right after power-up the card answers the first CMD0 with one junk byte (e.g. 0x3f). The test and the firmware send CMD0 again; the second answer is always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fpga/sw/export/tools/mksd.sh /dev/sdX            # once: partitions +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fpga/sw/export/common/board/sd_boot.sh build/app.bin sdX1   # firmware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994916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Known issue: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boot ROM still sends CMD0 only once, so the first boot after power-up can fail; press reset once more. The fix needs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card reader?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formats the card from the board over JTAG.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46720" y="1994916"/>
            <a:ext cx="3931920" cy="182880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microSD card in the PMOD JA slot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Move UART1 back to PMOD JC (build without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 Which pins change in the generated XDC file?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pin lines of the generated XDC before and after.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UART1 → 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rxd / txd: E15 / E16 → U12 / V12; GPIO 5 / 7 back to F6 / G4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JA, JD and UART0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switches these overlays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64 KiB because the largest EDHOC build needs 61.4 KB with its stack; 75 MHz because this implementation failed timing at 100 MHz and closes at 75 MHz.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