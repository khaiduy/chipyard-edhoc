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626" r:id="rId2"/>
    <p:sldId id="632" r:id="rId3"/>
    <p:sldId id="454" r:id="rId4"/>
    <p:sldId id="529" r:id="rId14"/>
    <p:sldId id="867" r:id="rId39"/>
    <p:sldId id="260" r:id="rId4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5517E-E862-4EF9-9EE4-3D3DDDB67D8E}" v="5" dt="2024-12-16T21:11:47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3" autoAdjust="0"/>
    <p:restoredTop sz="87853" autoAdjust="0"/>
  </p:normalViewPr>
  <p:slideViewPr>
    <p:cSldViewPr snapToGrid="0">
      <p:cViewPr varScale="1">
        <p:scale>
          <a:sx n="97" d="100"/>
          <a:sy n="97" d="100"/>
        </p:scale>
        <p:origin x="918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̀ng Nguyễn" userId="a3264f406de754db" providerId="LiveId" clId="{7D55517E-E862-4EF9-9EE4-3D3DDDB67D8E}"/>
    <pc:docChg chg="undo custSel modSld">
      <pc:chgData name="Hùng Nguyễn" userId="a3264f406de754db" providerId="LiveId" clId="{7D55517E-E862-4EF9-9EE4-3D3DDDB67D8E}" dt="2024-12-16T22:06:24.440" v="97" actId="13926"/>
      <pc:docMkLst>
        <pc:docMk/>
      </pc:docMkLst>
      <pc:sldChg chg="modSp">
        <pc:chgData name="Hùng Nguyễn" userId="a3264f406de754db" providerId="LiveId" clId="{7D55517E-E862-4EF9-9EE4-3D3DDDB67D8E}" dt="2024-12-16T21:07:49.110" v="92" actId="20578"/>
        <pc:sldMkLst>
          <pc:docMk/>
          <pc:sldMk cId="2596464391" sldId="529"/>
        </pc:sldMkLst>
        <pc:spChg chg="mod">
          <ac:chgData name="Hùng Nguyễn" userId="a3264f406de754db" providerId="LiveId" clId="{7D55517E-E862-4EF9-9EE4-3D3DDDB67D8E}" dt="2024-12-16T21:07:49.110" v="92" actId="20578"/>
          <ac:spMkLst>
            <pc:docMk/>
            <pc:sldMk cId="2596464391" sldId="52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0:57:12.083" v="3" actId="1076"/>
        <pc:sldMkLst>
          <pc:docMk/>
          <pc:sldMk cId="1681668655" sldId="649"/>
        </pc:sldMkLst>
        <pc:spChg chg="mod">
          <ac:chgData name="Hùng Nguyễn" userId="a3264f406de754db" providerId="LiveId" clId="{7D55517E-E862-4EF9-9EE4-3D3DDDB67D8E}" dt="2024-12-16T20:56:08.716" v="2" actId="21"/>
          <ac:spMkLst>
            <pc:docMk/>
            <pc:sldMk cId="1681668655" sldId="649"/>
            <ac:spMk id="10" creationId="{1BE54C2A-DD18-BC24-F8FA-CF8F2549F0FE}"/>
          </ac:spMkLst>
        </pc:spChg>
        <pc:picChg chg="mod">
          <ac:chgData name="Hùng Nguyễn" userId="a3264f406de754db" providerId="LiveId" clId="{7D55517E-E862-4EF9-9EE4-3D3DDDB67D8E}" dt="2024-12-16T20:57:12.083" v="3" actId="1076"/>
          <ac:picMkLst>
            <pc:docMk/>
            <pc:sldMk cId="1681668655" sldId="649"/>
            <ac:picMk id="1026" creationId="{CF6C067E-6A03-1E65-69C8-2468FE0B2E61}"/>
          </ac:picMkLst>
        </pc:picChg>
      </pc:sldChg>
      <pc:sldChg chg="modSp mod">
        <pc:chgData name="Hùng Nguyễn" userId="a3264f406de754db" providerId="LiveId" clId="{7D55517E-E862-4EF9-9EE4-3D3DDDB67D8E}" dt="2024-12-16T20:59:03.068" v="20" actId="20577"/>
        <pc:sldMkLst>
          <pc:docMk/>
          <pc:sldMk cId="394941886" sldId="878"/>
        </pc:sldMkLst>
        <pc:spChg chg="mod">
          <ac:chgData name="Hùng Nguyễn" userId="a3264f406de754db" providerId="LiveId" clId="{7D55517E-E862-4EF9-9EE4-3D3DDDB67D8E}" dt="2024-12-16T20:59:03.068" v="20" actId="20577"/>
          <ac:spMkLst>
            <pc:docMk/>
            <pc:sldMk cId="394941886" sldId="878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0:59:28.653" v="21" actId="13926"/>
        <pc:sldMkLst>
          <pc:docMk/>
          <pc:sldMk cId="664769666" sldId="879"/>
        </pc:sldMkLst>
        <pc:spChg chg="mod">
          <ac:chgData name="Hùng Nguyễn" userId="a3264f406de754db" providerId="LiveId" clId="{7D55517E-E862-4EF9-9EE4-3D3DDDB67D8E}" dt="2024-12-16T20:59:28.653" v="21" actId="13926"/>
          <ac:spMkLst>
            <pc:docMk/>
            <pc:sldMk cId="664769666" sldId="879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5:19.913" v="90" actId="13926"/>
        <pc:sldMkLst>
          <pc:docMk/>
          <pc:sldMk cId="1863945830" sldId="882"/>
        </pc:sldMkLst>
        <pc:spChg chg="mod">
          <ac:chgData name="Hùng Nguyễn" userId="a3264f406de754db" providerId="LiveId" clId="{7D55517E-E862-4EF9-9EE4-3D3DDDB67D8E}" dt="2024-12-16T21:05:19.913" v="90" actId="13926"/>
          <ac:spMkLst>
            <pc:docMk/>
            <pc:sldMk cId="1863945830" sldId="882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9:04.607" v="93" actId="13926"/>
        <pc:sldMkLst>
          <pc:docMk/>
          <pc:sldMk cId="3073145533" sldId="884"/>
        </pc:sldMkLst>
        <pc:spChg chg="mod">
          <ac:chgData name="Hùng Nguyễn" userId="a3264f406de754db" providerId="LiveId" clId="{7D55517E-E862-4EF9-9EE4-3D3DDDB67D8E}" dt="2024-12-16T21:09:04.607" v="93" actId="13926"/>
          <ac:spMkLst>
            <pc:docMk/>
            <pc:sldMk cId="3073145533" sldId="884"/>
            <ac:spMk id="23" creationId="{2F1B6414-76FA-91EC-E1AB-79F9C2951FD1}"/>
          </ac:spMkLst>
        </pc:spChg>
      </pc:sldChg>
      <pc:sldChg chg="modSp">
        <pc:chgData name="Hùng Nguyễn" userId="a3264f406de754db" providerId="LiveId" clId="{7D55517E-E862-4EF9-9EE4-3D3DDDB67D8E}" dt="2024-12-16T21:11:47.467" v="95" actId="20578"/>
        <pc:sldMkLst>
          <pc:docMk/>
          <pc:sldMk cId="2268627766" sldId="887"/>
        </pc:sldMkLst>
        <pc:spChg chg="mod">
          <ac:chgData name="Hùng Nguyễn" userId="a3264f406de754db" providerId="LiveId" clId="{7D55517E-E862-4EF9-9EE4-3D3DDDB67D8E}" dt="2024-12-16T21:11:47.467" v="95" actId="20578"/>
          <ac:spMkLst>
            <pc:docMk/>
            <pc:sldMk cId="2268627766" sldId="887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1:17:33.777" v="96" actId="13926"/>
        <pc:sldMkLst>
          <pc:docMk/>
          <pc:sldMk cId="2259400226" sldId="889"/>
        </pc:sldMkLst>
        <pc:spChg chg="mod">
          <ac:chgData name="Hùng Nguyễn" userId="a3264f406de754db" providerId="LiveId" clId="{7D55517E-E862-4EF9-9EE4-3D3DDDB67D8E}" dt="2024-12-16T21:17:33.777" v="96" actId="13926"/>
          <ac:spMkLst>
            <pc:docMk/>
            <pc:sldMk cId="2259400226" sldId="88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2:06:24.440" v="97" actId="13926"/>
        <pc:sldMkLst>
          <pc:docMk/>
          <pc:sldMk cId="1661536847" sldId="897"/>
        </pc:sldMkLst>
        <pc:spChg chg="mod">
          <ac:chgData name="Hùng Nguyễn" userId="a3264f406de754db" providerId="LiveId" clId="{7D55517E-E862-4EF9-9EE4-3D3DDDB67D8E}" dt="2024-12-16T22:06:24.440" v="97" actId="13926"/>
          <ac:spMkLst>
            <pc:docMk/>
            <pc:sldMk cId="1661536847" sldId="897"/>
            <ac:spMk id="2" creationId="{996F9A6C-FECF-9BFA-1C8B-D07598761C49}"/>
          </ac:spMkLst>
        </pc:spChg>
      </pc:sldChg>
    </pc:docChg>
  </pc:docChgLst>
  <pc:docChgLst>
    <pc:chgData name="Trong-Thuc Hoang" userId="74af82dad18fbf6c" providerId="LiveId" clId="{8372D42A-D0C1-4E4C-865A-97CA549E688F}"/>
    <pc:docChg chg="undo custSel addSld delSld modSld sldOrd">
      <pc:chgData name="Trong-Thuc Hoang" userId="74af82dad18fbf6c" providerId="LiveId" clId="{8372D42A-D0C1-4E4C-865A-97CA549E688F}" dt="2021-09-30T18:16:46.536" v="6078" actId="1076"/>
      <pc:docMkLst>
        <pc:docMk/>
      </pc:docMkLst>
      <pc:sldChg chg="modSp mod">
        <pc:chgData name="Trong-Thuc Hoang" userId="74af82dad18fbf6c" providerId="LiveId" clId="{8372D42A-D0C1-4E4C-865A-97CA549E688F}" dt="2021-09-28T02:16:18.983" v="312" actId="2085"/>
        <pc:sldMkLst>
          <pc:docMk/>
          <pc:sldMk cId="0" sldId="256"/>
        </pc:sldMkLst>
        <pc:spChg chg="mod">
          <ac:chgData name="Trong-Thuc Hoang" userId="74af82dad18fbf6c" providerId="LiveId" clId="{8372D42A-D0C1-4E4C-865A-97CA549E688F}" dt="2021-09-28T02:11:12.493" v="69" actId="122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18.983" v="312" actId="208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1:07.370" v="58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modSp mod">
        <pc:chgData name="Trong-Thuc Hoang" userId="74af82dad18fbf6c" providerId="LiveId" clId="{8372D42A-D0C1-4E4C-865A-97CA549E688F}" dt="2021-09-28T02:16:45.606" v="326" actId="207"/>
        <pc:sldMkLst>
          <pc:docMk/>
          <pc:sldMk cId="0" sldId="260"/>
        </pc:sldMkLst>
        <pc:spChg chg="add mod">
          <ac:chgData name="Trong-Thuc Hoang" userId="74af82dad18fbf6c" providerId="LiveId" clId="{8372D42A-D0C1-4E4C-865A-97CA549E688F}" dt="2021-09-28T02:15:50.761" v="309"/>
          <ac:spMkLst>
            <pc:docMk/>
            <pc:sldMk cId="0" sldId="260"/>
            <ac:spMk id="6" creationId="{AF9D3C03-E9C9-4903-973A-E07E3F486E8A}"/>
          </ac:spMkLst>
        </pc:spChg>
        <pc:spChg chg="add mod">
          <ac:chgData name="Trong-Thuc Hoang" userId="74af82dad18fbf6c" providerId="LiveId" clId="{8372D42A-D0C1-4E4C-865A-97CA549E688F}" dt="2021-09-28T02:15:58.309" v="310"/>
          <ac:spMkLst>
            <pc:docMk/>
            <pc:sldMk cId="0" sldId="260"/>
            <ac:spMk id="8" creationId="{E74905CF-9580-4841-AAEC-D6B501EE967B}"/>
          </ac:spMkLst>
        </pc:spChg>
        <pc:spChg chg="mod">
          <ac:chgData name="Trong-Thuc Hoang" userId="74af82dad18fbf6c" providerId="LiveId" clId="{8372D42A-D0C1-4E4C-865A-97CA549E688F}" dt="2021-09-28T02:16:45.606" v="326" actId="207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7" creationId="{DC07B64D-F58B-400B-BB25-CCA03CC569B4}"/>
          </ac:picMkLst>
        </pc:pic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9" creationId="{9DE8A4C6-EF40-4C98-86CA-0B5033F2A770}"/>
          </ac:picMkLst>
        </pc:picChg>
      </pc:sldChg>
      <pc:sldChg chg="del">
        <pc:chgData name="Trong-Thuc Hoang" userId="74af82dad18fbf6c" providerId="LiveId" clId="{8372D42A-D0C1-4E4C-865A-97CA549E688F}" dt="2021-09-28T02:11:18.519" v="70" actId="47"/>
        <pc:sldMkLst>
          <pc:docMk/>
          <pc:sldMk cId="3453131820" sldId="409"/>
        </pc:sldMkLst>
      </pc:sldChg>
      <pc:sldChg chg="del">
        <pc:chgData name="Trong-Thuc Hoang" userId="74af82dad18fbf6c" providerId="LiveId" clId="{8372D42A-D0C1-4E4C-865A-97CA549E688F}" dt="2021-09-28T02:11:18.890" v="72" actId="47"/>
        <pc:sldMkLst>
          <pc:docMk/>
          <pc:sldMk cId="889329703" sldId="411"/>
        </pc:sldMkLst>
      </pc:sldChg>
      <pc:sldChg chg="del">
        <pc:chgData name="Trong-Thuc Hoang" userId="74af82dad18fbf6c" providerId="LiveId" clId="{8372D42A-D0C1-4E4C-865A-97CA549E688F}" dt="2021-09-28T02:11:18.705" v="71" actId="47"/>
        <pc:sldMkLst>
          <pc:docMk/>
          <pc:sldMk cId="3487393316" sldId="412"/>
        </pc:sldMkLst>
      </pc:sldChg>
      <pc:sldChg chg="del">
        <pc:chgData name="Trong-Thuc Hoang" userId="74af82dad18fbf6c" providerId="LiveId" clId="{8372D42A-D0C1-4E4C-865A-97CA549E688F}" dt="2021-09-28T02:11:19.097" v="73" actId="47"/>
        <pc:sldMkLst>
          <pc:docMk/>
          <pc:sldMk cId="4254911953" sldId="413"/>
        </pc:sldMkLst>
      </pc:sldChg>
      <pc:sldChg chg="del">
        <pc:chgData name="Trong-Thuc Hoang" userId="74af82dad18fbf6c" providerId="LiveId" clId="{8372D42A-D0C1-4E4C-865A-97CA549E688F}" dt="2021-09-28T02:11:19.275" v="74" actId="47"/>
        <pc:sldMkLst>
          <pc:docMk/>
          <pc:sldMk cId="1180577483" sldId="414"/>
        </pc:sldMkLst>
      </pc:sldChg>
      <pc:sldChg chg="del">
        <pc:chgData name="Trong-Thuc Hoang" userId="74af82dad18fbf6c" providerId="LiveId" clId="{8372D42A-D0C1-4E4C-865A-97CA549E688F}" dt="2021-09-28T02:11:19.475" v="75" actId="47"/>
        <pc:sldMkLst>
          <pc:docMk/>
          <pc:sldMk cId="3005430158" sldId="415"/>
        </pc:sldMkLst>
      </pc:sldChg>
      <pc:sldChg chg="del">
        <pc:chgData name="Trong-Thuc Hoang" userId="74af82dad18fbf6c" providerId="LiveId" clId="{8372D42A-D0C1-4E4C-865A-97CA549E688F}" dt="2021-09-28T02:11:19.678" v="76" actId="47"/>
        <pc:sldMkLst>
          <pc:docMk/>
          <pc:sldMk cId="3052037786" sldId="416"/>
        </pc:sldMkLst>
      </pc:sldChg>
      <pc:sldChg chg="del">
        <pc:chgData name="Trong-Thuc Hoang" userId="74af82dad18fbf6c" providerId="LiveId" clId="{8372D42A-D0C1-4E4C-865A-97CA549E688F}" dt="2021-09-28T02:11:19.854" v="77" actId="47"/>
        <pc:sldMkLst>
          <pc:docMk/>
          <pc:sldMk cId="3195299664" sldId="417"/>
        </pc:sldMkLst>
      </pc:sldChg>
      <pc:sldChg chg="del">
        <pc:chgData name="Trong-Thuc Hoang" userId="74af82dad18fbf6c" providerId="LiveId" clId="{8372D42A-D0C1-4E4C-865A-97CA549E688F}" dt="2021-09-28T02:11:20.233" v="79" actId="47"/>
        <pc:sldMkLst>
          <pc:docMk/>
          <pc:sldMk cId="669585560" sldId="418"/>
        </pc:sldMkLst>
      </pc:sldChg>
      <pc:sldChg chg="delSp del mod">
        <pc:chgData name="Trong-Thuc Hoang" userId="74af82dad18fbf6c" providerId="LiveId" clId="{8372D42A-D0C1-4E4C-865A-97CA549E688F}" dt="2021-09-28T02:15:31.685" v="300" actId="47"/>
        <pc:sldMkLst>
          <pc:docMk/>
          <pc:sldMk cId="2355887220" sldId="419"/>
        </pc:sldMkLst>
        <pc:picChg chg="del">
          <ac:chgData name="Trong-Thuc Hoang" userId="74af82dad18fbf6c" providerId="LiveId" clId="{8372D42A-D0C1-4E4C-865A-97CA549E688F}" dt="2021-09-28T02:11:22.311" v="82" actId="478"/>
          <ac:picMkLst>
            <pc:docMk/>
            <pc:sldMk cId="2355887220" sldId="419"/>
            <ac:picMk id="7" creationId="{09AD878B-2443-4A58-A63C-337AA155FEC1}"/>
          </ac:picMkLst>
        </pc:picChg>
      </pc:sldChg>
      <pc:sldChg chg="del">
        <pc:chgData name="Trong-Thuc Hoang" userId="74af82dad18fbf6c" providerId="LiveId" clId="{8372D42A-D0C1-4E4C-865A-97CA549E688F}" dt="2021-09-28T02:11:20.622" v="81" actId="47"/>
        <pc:sldMkLst>
          <pc:docMk/>
          <pc:sldMk cId="935151702" sldId="420"/>
        </pc:sldMkLst>
      </pc:sldChg>
      <pc:sldChg chg="delSp modSp add del mod">
        <pc:chgData name="Trong-Thuc Hoang" userId="74af82dad18fbf6c" providerId="LiveId" clId="{8372D42A-D0C1-4E4C-865A-97CA549E688F}" dt="2021-09-28T02:14:54.851" v="251" actId="47"/>
        <pc:sldMkLst>
          <pc:docMk/>
          <pc:sldMk cId="969733559" sldId="420"/>
        </pc:sldMkLst>
        <pc:spChg chg="del">
          <ac:chgData name="Trong-Thuc Hoang" userId="74af82dad18fbf6c" providerId="LiveId" clId="{8372D42A-D0C1-4E4C-865A-97CA549E688F}" dt="2021-09-28T02:11:52.757" v="85" actId="478"/>
          <ac:spMkLst>
            <pc:docMk/>
            <pc:sldMk cId="969733559" sldId="420"/>
            <ac:spMk id="39" creationId="{00000000-0000-0000-0000-000000000000}"/>
          </ac:spMkLst>
        </pc:spChg>
        <pc:spChg chg="del">
          <ac:chgData name="Trong-Thuc Hoang" userId="74af82dad18fbf6c" providerId="LiveId" clId="{8372D42A-D0C1-4E4C-865A-97CA549E688F}" dt="2021-09-28T02:11:51.107" v="84" actId="478"/>
          <ac:spMkLst>
            <pc:docMk/>
            <pc:sldMk cId="969733559" sldId="420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3:02.030" v="165" actId="14100"/>
          <ac:spMkLst>
            <pc:docMk/>
            <pc:sldMk cId="969733559" sldId="420"/>
            <ac:spMk id="41" creationId="{00000000-0000-0000-0000-000000000000}"/>
          </ac:spMkLst>
        </pc:spChg>
      </pc:sldChg>
      <pc:sldChg chg="delSp modSp add mod">
        <pc:chgData name="Trong-Thuc Hoang" userId="74af82dad18fbf6c" providerId="LiveId" clId="{8372D42A-D0C1-4E4C-865A-97CA549E688F}" dt="2021-09-28T02:16:23.117" v="314" actId="207"/>
        <pc:sldMkLst>
          <pc:docMk/>
          <pc:sldMk cId="781326508" sldId="421"/>
        </pc:sldMkLst>
        <pc:spChg chg="del">
          <ac:chgData name="Trong-Thuc Hoang" userId="74af82dad18fbf6c" providerId="LiveId" clId="{8372D42A-D0C1-4E4C-865A-97CA549E688F}" dt="2021-09-28T02:13:17.531" v="167" actId="478"/>
          <ac:spMkLst>
            <pc:docMk/>
            <pc:sldMk cId="781326508" sldId="421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23.117" v="314" actId="207"/>
          <ac:spMkLst>
            <pc:docMk/>
            <pc:sldMk cId="781326508" sldId="421"/>
            <ac:spMk id="40" creationId="{00000000-0000-0000-0000-000000000000}"/>
          </ac:spMkLst>
        </pc:spChg>
        <pc:spChg chg="del mod">
          <ac:chgData name="Trong-Thuc Hoang" userId="74af82dad18fbf6c" providerId="LiveId" clId="{8372D42A-D0C1-4E4C-865A-97CA549E688F}" dt="2021-09-28T02:13:40.123" v="188" actId="478"/>
          <ac:spMkLst>
            <pc:docMk/>
            <pc:sldMk cId="781326508" sldId="421"/>
            <ac:spMk id="41" creationId="{00000000-0000-0000-0000-000000000000}"/>
          </ac:spMkLst>
        </pc:spChg>
      </pc:sldChg>
      <pc:sldChg chg="del">
        <pc:chgData name="Trong-Thuc Hoang" userId="74af82dad18fbf6c" providerId="LiveId" clId="{8372D42A-D0C1-4E4C-865A-97CA549E688F}" dt="2021-09-28T02:11:20.052" v="78" actId="47"/>
        <pc:sldMkLst>
          <pc:docMk/>
          <pc:sldMk cId="2169649859" sldId="421"/>
        </pc:sldMkLst>
      </pc:sldChg>
      <pc:sldChg chg="del">
        <pc:chgData name="Trong-Thuc Hoang" userId="74af82dad18fbf6c" providerId="LiveId" clId="{8372D42A-D0C1-4E4C-865A-97CA549E688F}" dt="2021-09-28T02:11:20.421" v="80" actId="47"/>
        <pc:sldMkLst>
          <pc:docMk/>
          <pc:sldMk cId="1528363038" sldId="422"/>
        </pc:sldMkLst>
      </pc:sldChg>
      <pc:sldChg chg="modSp add mod">
        <pc:chgData name="Trong-Thuc Hoang" userId="74af82dad18fbf6c" providerId="LiveId" clId="{8372D42A-D0C1-4E4C-865A-97CA549E688F}" dt="2021-09-28T02:16:30.093" v="318" actId="207"/>
        <pc:sldMkLst>
          <pc:docMk/>
          <pc:sldMk cId="3288063410" sldId="422"/>
        </pc:sldMkLst>
        <pc:spChg chg="mod">
          <ac:chgData name="Trong-Thuc Hoang" userId="74af82dad18fbf6c" providerId="LiveId" clId="{8372D42A-D0C1-4E4C-865A-97CA549E688F}" dt="2021-09-28T02:16:30.093" v="318" actId="207"/>
          <ac:spMkLst>
            <pc:docMk/>
            <pc:sldMk cId="3288063410" sldId="422"/>
            <ac:spMk id="40" creationId="{00000000-0000-0000-0000-000000000000}"/>
          </ac:spMkLst>
        </pc:spChg>
      </pc:sldChg>
      <pc:sldChg chg="modSp add mod">
        <pc:chgData name="Trong-Thuc Hoang" userId="74af82dad18fbf6c" providerId="LiveId" clId="{8372D42A-D0C1-4E4C-865A-97CA549E688F}" dt="2021-09-28T02:16:38.036" v="322" actId="207"/>
        <pc:sldMkLst>
          <pc:docMk/>
          <pc:sldMk cId="3165991195" sldId="423"/>
        </pc:sldMkLst>
        <pc:spChg chg="mod">
          <ac:chgData name="Trong-Thuc Hoang" userId="74af82dad18fbf6c" providerId="LiveId" clId="{8372D42A-D0C1-4E4C-865A-97CA549E688F}" dt="2021-09-28T02:16:38.036" v="322" actId="207"/>
          <ac:spMkLst>
            <pc:docMk/>
            <pc:sldMk cId="3165991195" sldId="423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17:56:08.275" v="341" actId="1076"/>
        <pc:sldMkLst>
          <pc:docMk/>
          <pc:sldMk cId="3254777054" sldId="424"/>
        </pc:sldMkLst>
        <pc:spChg chg="add del mod">
          <ac:chgData name="Trong-Thuc Hoang" userId="74af82dad18fbf6c" providerId="LiveId" clId="{8372D42A-D0C1-4E4C-865A-97CA549E688F}" dt="2021-09-28T17:56:06.305" v="340" actId="478"/>
          <ac:spMkLst>
            <pc:docMk/>
            <pc:sldMk cId="3254777054" sldId="424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02:15:05.476" v="269" actId="113"/>
          <ac:spMkLst>
            <pc:docMk/>
            <pc:sldMk cId="3254777054" sldId="424"/>
            <ac:spMk id="10" creationId="{CB76DC60-C0C9-436D-8956-EE4CA394869E}"/>
          </ac:spMkLst>
        </pc:spChg>
        <pc:spChg chg="mod">
          <ac:chgData name="Trong-Thuc Hoang" userId="74af82dad18fbf6c" providerId="LiveId" clId="{8372D42A-D0C1-4E4C-865A-97CA549E688F}" dt="2021-09-28T02:16:27.010" v="316" actId="207"/>
          <ac:spMkLst>
            <pc:docMk/>
            <pc:sldMk cId="3254777054" sldId="424"/>
            <ac:spMk id="63" creationId="{00000000-0000-0000-0000-000000000000}"/>
          </ac:spMkLst>
        </pc:spChg>
        <pc:picChg chg="add mod ord">
          <ac:chgData name="Trong-Thuc Hoang" userId="74af82dad18fbf6c" providerId="LiveId" clId="{8372D42A-D0C1-4E4C-865A-97CA549E688F}" dt="2021-09-28T17:56:08.275" v="341" actId="1076"/>
          <ac:picMkLst>
            <pc:docMk/>
            <pc:sldMk cId="3254777054" sldId="424"/>
            <ac:picMk id="3" creationId="{84D05E83-D716-4D10-A452-9CFA9C97C143}"/>
          </ac:picMkLst>
        </pc:picChg>
      </pc:sldChg>
      <pc:sldChg chg="add del">
        <pc:chgData name="Trong-Thuc Hoang" userId="74af82dad18fbf6c" providerId="LiveId" clId="{8372D42A-D0C1-4E4C-865A-97CA549E688F}" dt="2021-09-28T02:15:08.597" v="270" actId="47"/>
        <pc:sldMkLst>
          <pc:docMk/>
          <pc:sldMk cId="1451896661" sldId="425"/>
        </pc:sldMkLst>
      </pc:sldChg>
      <pc:sldChg chg="addSp delSp modSp add mod">
        <pc:chgData name="Trong-Thuc Hoang" userId="74af82dad18fbf6c" providerId="LiveId" clId="{8372D42A-D0C1-4E4C-865A-97CA549E688F}" dt="2021-09-30T17:27:13.232" v="4225" actId="20577"/>
        <pc:sldMkLst>
          <pc:docMk/>
          <pc:sldMk cId="2706916780" sldId="425"/>
        </pc:sldMkLst>
        <pc:spChg chg="add del mod">
          <ac:chgData name="Trong-Thuc Hoang" userId="74af82dad18fbf6c" providerId="LiveId" clId="{8372D42A-D0C1-4E4C-865A-97CA549E688F}" dt="2021-09-30T15:35:54.662" v="2858" actId="478"/>
          <ac:spMkLst>
            <pc:docMk/>
            <pc:sldMk cId="2706916780" sldId="425"/>
            <ac:spMk id="2" creationId="{B20416AB-074C-4509-8855-594AB346C87E}"/>
          </ac:spMkLst>
        </pc:spChg>
        <pc:spChg chg="del mod">
          <ac:chgData name="Trong-Thuc Hoang" userId="74af82dad18fbf6c" providerId="LiveId" clId="{8372D42A-D0C1-4E4C-865A-97CA549E688F}" dt="2021-09-30T15:35:55.585" v="2859" actId="478"/>
          <ac:spMkLst>
            <pc:docMk/>
            <pc:sldMk cId="2706916780" sldId="425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9T02:40:42.028" v="2383" actId="20577"/>
          <ac:spMkLst>
            <pc:docMk/>
            <pc:sldMk cId="2706916780" sldId="425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5:32:48.413" v="2743" actId="478"/>
          <ac:spMkLst>
            <pc:docMk/>
            <pc:sldMk cId="2706916780" sldId="425"/>
            <ac:spMk id="11" creationId="{1C54F0FC-8F0F-4125-BB82-1B92C6E37EBA}"/>
          </ac:spMkLst>
        </pc:spChg>
        <pc:spChg chg="add mod">
          <ac:chgData name="Trong-Thuc Hoang" userId="74af82dad18fbf6c" providerId="LiveId" clId="{8372D42A-D0C1-4E4C-865A-97CA549E688F}" dt="2021-09-30T17:19:38.170" v="3690" actId="207"/>
          <ac:spMkLst>
            <pc:docMk/>
            <pc:sldMk cId="2706916780" sldId="425"/>
            <ac:spMk id="12" creationId="{D6EB564E-2EDF-4DE6-B3AE-77B91B98AB16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13" creationId="{D37E89E8-D26B-4F6E-ABA1-4DF09507A5D2}"/>
          </ac:spMkLst>
        </pc:spChg>
        <pc:spChg chg="add del mod">
          <ac:chgData name="Trong-Thuc Hoang" userId="74af82dad18fbf6c" providerId="LiveId" clId="{8372D42A-D0C1-4E4C-865A-97CA549E688F}" dt="2021-09-30T15:57:57.617" v="3169" actId="478"/>
          <ac:spMkLst>
            <pc:docMk/>
            <pc:sldMk cId="2706916780" sldId="425"/>
            <ac:spMk id="14" creationId="{94AF0D11-8202-4F7F-A7D8-F4F7FAEFA7A3}"/>
          </ac:spMkLst>
        </pc:spChg>
        <pc:spChg chg="add mod">
          <ac:chgData name="Trong-Thuc Hoang" userId="74af82dad18fbf6c" providerId="LiveId" clId="{8372D42A-D0C1-4E4C-865A-97CA549E688F}" dt="2021-09-30T17:27:13.232" v="4225" actId="20577"/>
          <ac:spMkLst>
            <pc:docMk/>
            <pc:sldMk cId="2706916780" sldId="425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5:32:16.196" v="2730" actId="113"/>
          <ac:spMkLst>
            <pc:docMk/>
            <pc:sldMk cId="2706916780" sldId="425"/>
            <ac:spMk id="16" creationId="{F6B00377-BCC5-4D28-82AB-94BA6C5F0F50}"/>
          </ac:spMkLst>
        </pc:spChg>
        <pc:spChg chg="add del mod">
          <ac:chgData name="Trong-Thuc Hoang" userId="74af82dad18fbf6c" providerId="LiveId" clId="{8372D42A-D0C1-4E4C-865A-97CA549E688F}" dt="2021-09-30T15:44:42.022" v="2958" actId="478"/>
          <ac:spMkLst>
            <pc:docMk/>
            <pc:sldMk cId="2706916780" sldId="425"/>
            <ac:spMk id="17" creationId="{CE86D63F-8898-4F2B-A550-1C9FDD2E5A35}"/>
          </ac:spMkLst>
        </pc:spChg>
        <pc:spChg chg="add mod">
          <ac:chgData name="Trong-Thuc Hoang" userId="74af82dad18fbf6c" providerId="LiveId" clId="{8372D42A-D0C1-4E4C-865A-97CA549E688F}" dt="2021-09-30T15:48:40.270" v="3020" actId="1582"/>
          <ac:spMkLst>
            <pc:docMk/>
            <pc:sldMk cId="2706916780" sldId="425"/>
            <ac:spMk id="18" creationId="{2C29FF1D-AF73-4D1C-9956-B4E87DA24889}"/>
          </ac:spMkLst>
        </pc:spChg>
        <pc:spChg chg="add mod">
          <ac:chgData name="Trong-Thuc Hoang" userId="74af82dad18fbf6c" providerId="LiveId" clId="{8372D42A-D0C1-4E4C-865A-97CA549E688F}" dt="2021-09-30T15:48:49.087" v="3023" actId="1076"/>
          <ac:spMkLst>
            <pc:docMk/>
            <pc:sldMk cId="2706916780" sldId="425"/>
            <ac:spMk id="26" creationId="{E27DEEFA-A1AB-4EB6-8AE1-F3233A9BB407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30" creationId="{455F6F0B-94B3-43DD-A655-2591A7D69AB8}"/>
          </ac:spMkLst>
        </pc:spChg>
        <pc:spChg chg="add del mod">
          <ac:chgData name="Trong-Thuc Hoang" userId="74af82dad18fbf6c" providerId="LiveId" clId="{8372D42A-D0C1-4E4C-865A-97CA549E688F}" dt="2021-09-30T15:47:35.637" v="3004" actId="478"/>
          <ac:spMkLst>
            <pc:docMk/>
            <pc:sldMk cId="2706916780" sldId="425"/>
            <ac:spMk id="32" creationId="{37FB749E-0A89-4B77-AC81-B5B7F4A3EE4A}"/>
          </ac:spMkLst>
        </pc:spChg>
        <pc:spChg chg="add del mod">
          <ac:chgData name="Trong-Thuc Hoang" userId="74af82dad18fbf6c" providerId="LiveId" clId="{8372D42A-D0C1-4E4C-865A-97CA549E688F}" dt="2021-09-30T17:14:27.364" v="3341" actId="478"/>
          <ac:spMkLst>
            <pc:docMk/>
            <pc:sldMk cId="2706916780" sldId="425"/>
            <ac:spMk id="35" creationId="{C617E987-58CE-407F-98BB-C8988DBECD9D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40" creationId="{6224BF12-E8B7-4DE4-B721-B058F85E170B}"/>
          </ac:spMkLst>
        </pc:spChg>
        <pc:spChg chg="add del mod">
          <ac:chgData name="Trong-Thuc Hoang" userId="74af82dad18fbf6c" providerId="LiveId" clId="{8372D42A-D0C1-4E4C-865A-97CA549E688F}" dt="2021-09-30T17:14:44.364" v="3352" actId="478"/>
          <ac:spMkLst>
            <pc:docMk/>
            <pc:sldMk cId="2706916780" sldId="425"/>
            <ac:spMk id="55" creationId="{036CEE61-4909-47C5-8747-E0B65530ACA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6" creationId="{A264AEBD-0A81-44F6-9D04-B374D6FAD33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8" creationId="{6F77F7B9-6A58-4F9F-809A-81CD728ADA5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9" creationId="{80A12C25-44B3-48A9-903F-18B9B234F999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0" creationId="{E608D1AA-2941-4B61-AA61-779EC36EF8A7}"/>
          </ac:spMkLst>
        </pc:spChg>
        <pc:spChg chg="mod">
          <ac:chgData name="Trong-Thuc Hoang" userId="74af82dad18fbf6c" providerId="LiveId" clId="{8372D42A-D0C1-4E4C-865A-97CA549E688F}" dt="2021-09-28T02:16:34.255" v="320" actId="207"/>
          <ac:spMkLst>
            <pc:docMk/>
            <pc:sldMk cId="2706916780" sldId="425"/>
            <ac:spMk id="63" creationId="{00000000-0000-0000-0000-00000000000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7" creationId="{0FE8C50E-DA81-4CA9-AF43-CC1E323C255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70" creationId="{E17B7F04-087A-4F10-B8D1-BA831F43B74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1" creationId="{35839DFD-570C-4643-BE6F-5CBB364B863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4" creationId="{C2A89031-861B-43CC-9124-F9758159E441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6" creationId="{97F0BEC0-88A0-41DB-B235-20CFFACC03C0}"/>
          </ac:spMkLst>
        </pc:spChg>
        <pc:spChg chg="add mod">
          <ac:chgData name="Trong-Thuc Hoang" userId="74af82dad18fbf6c" providerId="LiveId" clId="{8372D42A-D0C1-4E4C-865A-97CA549E688F}" dt="2021-09-30T15:59:46.424" v="3195" actId="1076"/>
          <ac:spMkLst>
            <pc:docMk/>
            <pc:sldMk cId="2706916780" sldId="425"/>
            <ac:spMk id="80" creationId="{1B9CE19C-9B9F-4D5A-BE0F-0B05B3467A83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81" creationId="{E5884A9D-7A36-4A44-A915-03DA52F5E0A2}"/>
          </ac:spMkLst>
        </pc:spChg>
        <pc:spChg chg="add del mod">
          <ac:chgData name="Trong-Thuc Hoang" userId="74af82dad18fbf6c" providerId="LiveId" clId="{8372D42A-D0C1-4E4C-865A-97CA549E688F}" dt="2021-09-30T17:09:11.166" v="3248" actId="478"/>
          <ac:spMkLst>
            <pc:docMk/>
            <pc:sldMk cId="2706916780" sldId="425"/>
            <ac:spMk id="82" creationId="{C42089AC-54AE-4F3C-B7C5-AB781C8307AE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3" creationId="{AF49A075-12CD-45EA-B242-01EA745A975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8" creationId="{3DC2396B-8E56-4687-AB86-7E5FD104772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9" creationId="{A6DCB00C-1559-4EA1-AF51-C4124AA6017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2" creationId="{3C080CD5-6B48-4C8C-B7FE-D06541C5F284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3" creationId="{F100CD1F-DDFA-42EA-8A99-191A02EA757A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5" creationId="{C4DEEAEA-46DA-466D-A3A4-00D24190A969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6" creationId="{EA5548A5-EC4F-4544-AC78-9C2DB40BB739}"/>
          </ac:spMkLst>
        </pc:spChg>
        <pc:spChg chg="add del mod">
          <ac:chgData name="Trong-Thuc Hoang" userId="74af82dad18fbf6c" providerId="LiveId" clId="{8372D42A-D0C1-4E4C-865A-97CA549E688F}" dt="2021-09-30T17:14:32.310" v="3345" actId="478"/>
          <ac:spMkLst>
            <pc:docMk/>
            <pc:sldMk cId="2706916780" sldId="425"/>
            <ac:spMk id="111" creationId="{AD7A6478-60A1-43D5-9087-9236D9497E86}"/>
          </ac:spMkLst>
        </pc:spChg>
        <pc:cxnChg chg="add mod">
          <ac:chgData name="Trong-Thuc Hoang" userId="74af82dad18fbf6c" providerId="LiveId" clId="{8372D42A-D0C1-4E4C-865A-97CA549E688F}" dt="2021-09-30T15:48:46.423" v="3022" actId="1076"/>
          <ac:cxnSpMkLst>
            <pc:docMk/>
            <pc:sldMk cId="2706916780" sldId="425"/>
            <ac:cxnSpMk id="4" creationId="{5A306D08-5F08-40E3-A145-39995C736AB7}"/>
          </ac:cxnSpMkLst>
        </pc:cxnChg>
        <pc:cxnChg chg="add del mod">
          <ac:chgData name="Trong-Thuc Hoang" userId="74af82dad18fbf6c" providerId="LiveId" clId="{8372D42A-D0C1-4E4C-865A-97CA549E688F}" dt="2021-09-30T17:14:38.608" v="3348" actId="478"/>
          <ac:cxnSpMkLst>
            <pc:docMk/>
            <pc:sldMk cId="2706916780" sldId="425"/>
            <ac:cxnSpMk id="9" creationId="{24D3AFC3-A6B2-4EA9-9D83-6CD81C2D6A24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9" creationId="{DF3DCC4B-3C3D-4DD5-8123-3CDCC04536E8}"/>
          </ac:cxnSpMkLst>
        </pc:cxnChg>
        <pc:cxnChg chg="add del mod">
          <ac:chgData name="Trong-Thuc Hoang" userId="74af82dad18fbf6c" providerId="LiveId" clId="{8372D42A-D0C1-4E4C-865A-97CA549E688F}" dt="2021-09-30T17:14:28.166" v="3342" actId="478"/>
          <ac:cxnSpMkLst>
            <pc:docMk/>
            <pc:sldMk cId="2706916780" sldId="425"/>
            <ac:cxnSpMk id="28" creationId="{04EC425D-6EF9-4DCF-A28B-C4E223D4BFB5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31" creationId="{4A9F9B2F-2C18-4198-8A18-A3494936D890}"/>
          </ac:cxnSpMkLst>
        </pc:cxnChg>
        <pc:cxnChg chg="add del mod">
          <ac:chgData name="Trong-Thuc Hoang" userId="74af82dad18fbf6c" providerId="LiveId" clId="{8372D42A-D0C1-4E4C-865A-97CA549E688F}" dt="2021-09-30T17:14:29.841" v="3343" actId="478"/>
          <ac:cxnSpMkLst>
            <pc:docMk/>
            <pc:sldMk cId="2706916780" sldId="425"/>
            <ac:cxnSpMk id="54" creationId="{C35F91D4-803B-47D1-A0FB-BDB7505BC9EB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57" creationId="{A58DB654-19E9-4184-8166-87644AF84146}"/>
          </ac:cxnSpMkLst>
        </pc:cxnChg>
        <pc:cxnChg chg="add del mod">
          <ac:chgData name="Trong-Thuc Hoang" userId="74af82dad18fbf6c" providerId="LiveId" clId="{8372D42A-D0C1-4E4C-865A-97CA549E688F}" dt="2021-09-30T15:55:17.954" v="3137" actId="478"/>
          <ac:cxnSpMkLst>
            <pc:docMk/>
            <pc:sldMk cId="2706916780" sldId="425"/>
            <ac:cxnSpMk id="64" creationId="{9DB63674-D61B-4208-AA78-0FC329A94F1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5" creationId="{C441BE28-F25E-45BD-A41E-2B54912EF46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8" creationId="{3CD03CA5-A527-4BB0-BA75-0B8D4F5F59B1}"/>
          </ac:cxnSpMkLst>
        </pc:cxnChg>
        <pc:cxnChg chg="add del mod">
          <ac:chgData name="Trong-Thuc Hoang" userId="74af82dad18fbf6c" providerId="LiveId" clId="{8372D42A-D0C1-4E4C-865A-97CA549E688F}" dt="2021-09-30T17:14:39.471" v="3349" actId="478"/>
          <ac:cxnSpMkLst>
            <pc:docMk/>
            <pc:sldMk cId="2706916780" sldId="425"/>
            <ac:cxnSpMk id="69" creationId="{64310648-8FC2-4D91-99F6-B3FAD5711380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75" creationId="{7EB4F8C8-88D3-4B50-817B-B0A799FD57CB}"/>
          </ac:cxnSpMkLst>
        </pc:cxnChg>
        <pc:cxnChg chg="add del mod">
          <ac:chgData name="Trong-Thuc Hoang" userId="74af82dad18fbf6c" providerId="LiveId" clId="{8372D42A-D0C1-4E4C-865A-97CA549E688F}" dt="2021-09-30T17:14:43.315" v="3351" actId="478"/>
          <ac:cxnSpMkLst>
            <pc:docMk/>
            <pc:sldMk cId="2706916780" sldId="425"/>
            <ac:cxnSpMk id="92" creationId="{E4056D8B-F6D7-420C-982F-2CCD2C1AC8E9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0" creationId="{39249C0B-742B-4AAB-AE35-A5D5EAD3BB8B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4" creationId="{FFDDA8C1-07E2-491D-A131-BCA105B98B75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7" creationId="{8DED88BB-8D29-4384-8DB8-1DBC110F524F}"/>
          </ac:cxnSpMkLst>
        </pc:cxnChg>
        <pc:cxnChg chg="add del mod">
          <ac:chgData name="Trong-Thuc Hoang" userId="74af82dad18fbf6c" providerId="LiveId" clId="{8372D42A-D0C1-4E4C-865A-97CA549E688F}" dt="2021-09-30T17:14:30.506" v="3344" actId="478"/>
          <ac:cxnSpMkLst>
            <pc:docMk/>
            <pc:sldMk cId="2706916780" sldId="425"/>
            <ac:cxnSpMk id="108" creationId="{8AAFF0B4-767C-4101-9448-C315EE4CEF38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113" creationId="{7410CD16-C658-436E-954F-C3369861267D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9:58.845" v="5647" actId="14100"/>
        <pc:sldMkLst>
          <pc:docMk/>
          <pc:sldMk cId="1311341793" sldId="426"/>
        </pc:sldMkLst>
        <pc:spChg chg="del">
          <ac:chgData name="Trong-Thuc Hoang" userId="74af82dad18fbf6c" providerId="LiveId" clId="{8372D42A-D0C1-4E4C-865A-97CA549E688F}" dt="2021-09-30T17:57:15.322" v="5530" actId="478"/>
          <ac:spMkLst>
            <pc:docMk/>
            <pc:sldMk cId="1311341793" sldId="426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30T17:59:54.366" v="5645" actId="14100"/>
          <ac:spMkLst>
            <pc:docMk/>
            <pc:sldMk cId="1311341793" sldId="42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28T02:15:35.721" v="308" actId="20577"/>
          <ac:spMkLst>
            <pc:docMk/>
            <pc:sldMk cId="1311341793" sldId="426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7:58:50.797" v="5600" actId="478"/>
          <ac:spMkLst>
            <pc:docMk/>
            <pc:sldMk cId="1311341793" sldId="426"/>
            <ac:spMk id="11" creationId="{19767369-5316-4F07-8D4A-6B54BF9233C8}"/>
          </ac:spMkLst>
        </pc:spChg>
        <pc:spChg chg="add mod">
          <ac:chgData name="Trong-Thuc Hoang" userId="74af82dad18fbf6c" providerId="LiveId" clId="{8372D42A-D0C1-4E4C-865A-97CA549E688F}" dt="2021-09-30T17:59:58.845" v="5647" actId="14100"/>
          <ac:spMkLst>
            <pc:docMk/>
            <pc:sldMk cId="1311341793" sldId="426"/>
            <ac:spMk id="12" creationId="{F31FCA47-B041-4DE5-8EEB-C9FAFC20EB93}"/>
          </ac:spMkLst>
        </pc:spChg>
        <pc:spChg chg="mod">
          <ac:chgData name="Trong-Thuc Hoang" userId="74af82dad18fbf6c" providerId="LiveId" clId="{8372D42A-D0C1-4E4C-865A-97CA549E688F}" dt="2021-09-28T02:16:41.590" v="324" actId="207"/>
          <ac:spMkLst>
            <pc:docMk/>
            <pc:sldMk cId="1311341793" sldId="426"/>
            <ac:spMk id="63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30T17:59:24.842" v="5630" actId="14100"/>
          <ac:picMkLst>
            <pc:docMk/>
            <pc:sldMk cId="1311341793" sldId="426"/>
            <ac:picMk id="7" creationId="{CE248AF9-D6DA-42B3-BE70-D2BDF7F472C0}"/>
          </ac:picMkLst>
        </pc:picChg>
        <pc:picChg chg="add mod">
          <ac:chgData name="Trong-Thuc Hoang" userId="74af82dad18fbf6c" providerId="LiveId" clId="{8372D42A-D0C1-4E4C-865A-97CA549E688F}" dt="2021-09-30T17:58:45.608" v="5599" actId="1076"/>
          <ac:picMkLst>
            <pc:docMk/>
            <pc:sldMk cId="1311341793" sldId="426"/>
            <ac:picMk id="8" creationId="{7A36C857-E75B-4571-8462-BF3EB9A63E2F}"/>
          </ac:picMkLst>
        </pc:picChg>
      </pc:sldChg>
      <pc:sldChg chg="addSp modSp add mod">
        <pc:chgData name="Trong-Thuc Hoang" userId="74af82dad18fbf6c" providerId="LiveId" clId="{8372D42A-D0C1-4E4C-865A-97CA549E688F}" dt="2021-09-28T20:58:26.057" v="2332"/>
        <pc:sldMkLst>
          <pc:docMk/>
          <pc:sldMk cId="1875431218" sldId="427"/>
        </pc:sldMkLst>
        <pc:spChg chg="mod">
          <ac:chgData name="Trong-Thuc Hoang" userId="74af82dad18fbf6c" providerId="LiveId" clId="{8372D42A-D0C1-4E4C-865A-97CA549E688F}" dt="2021-09-28T18:01:40.408" v="667" actId="1076"/>
          <ac:spMkLst>
            <pc:docMk/>
            <pc:sldMk cId="1875431218" sldId="427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20:58:26.057" v="2332"/>
          <ac:spMkLst>
            <pc:docMk/>
            <pc:sldMk cId="1875431218" sldId="427"/>
            <ac:spMk id="8" creationId="{51867311-569B-4619-9C86-F78A60E0E300}"/>
          </ac:spMkLst>
        </pc:spChg>
        <pc:spChg chg="add mod">
          <ac:chgData name="Trong-Thuc Hoang" userId="74af82dad18fbf6c" providerId="LiveId" clId="{8372D42A-D0C1-4E4C-865A-97CA549E688F}" dt="2021-09-28T19:48:32.606" v="1217" actId="20577"/>
          <ac:spMkLst>
            <pc:docMk/>
            <pc:sldMk cId="1875431218" sldId="427"/>
            <ac:spMk id="9" creationId="{14CABBD3-F2A5-4AE0-944B-73647886E772}"/>
          </ac:spMkLst>
        </pc:spChg>
        <pc:picChg chg="mod">
          <ac:chgData name="Trong-Thuc Hoang" userId="74af82dad18fbf6c" providerId="LiveId" clId="{8372D42A-D0C1-4E4C-865A-97CA549E688F}" dt="2021-09-28T18:01:16.802" v="662" actId="1076"/>
          <ac:picMkLst>
            <pc:docMk/>
            <pc:sldMk cId="1875431218" sldId="427"/>
            <ac:picMk id="3" creationId="{84D05E83-D716-4D10-A452-9CFA9C97C143}"/>
          </ac:picMkLst>
        </pc:picChg>
      </pc:sldChg>
      <pc:sldChg chg="addSp delSp modSp add mod">
        <pc:chgData name="Trong-Thuc Hoang" userId="74af82dad18fbf6c" providerId="LiveId" clId="{8372D42A-D0C1-4E4C-865A-97CA549E688F}" dt="2021-09-29T02:39:13.791" v="2363" actId="1076"/>
        <pc:sldMkLst>
          <pc:docMk/>
          <pc:sldMk cId="4128233178" sldId="428"/>
        </pc:sldMkLst>
        <pc:spChg chg="del">
          <ac:chgData name="Trong-Thuc Hoang" userId="74af82dad18fbf6c" providerId="LiveId" clId="{8372D42A-D0C1-4E4C-865A-97CA549E688F}" dt="2021-09-28T18:01:51.381" v="671" actId="478"/>
          <ac:spMkLst>
            <pc:docMk/>
            <pc:sldMk cId="4128233178" sldId="428"/>
            <ac:spMk id="5" creationId="{F7855ACE-6A94-4D19-8E9E-146ED26D40B0}"/>
          </ac:spMkLst>
        </pc:spChg>
        <pc:spChg chg="del mod">
          <ac:chgData name="Trong-Thuc Hoang" userId="74af82dad18fbf6c" providerId="LiveId" clId="{8372D42A-D0C1-4E4C-865A-97CA549E688F}" dt="2021-09-28T18:02:08.994" v="674" actId="478"/>
          <ac:spMkLst>
            <pc:docMk/>
            <pc:sldMk cId="4128233178" sldId="428"/>
            <ac:spMk id="8" creationId="{51867311-569B-4619-9C86-F78A60E0E300}"/>
          </ac:spMkLst>
        </pc:spChg>
        <pc:spChg chg="mod">
          <ac:chgData name="Trong-Thuc Hoang" userId="74af82dad18fbf6c" providerId="LiveId" clId="{8372D42A-D0C1-4E4C-865A-97CA549E688F}" dt="2021-09-29T02:39:11.233" v="2362" actId="1076"/>
          <ac:spMkLst>
            <pc:docMk/>
            <pc:sldMk cId="4128233178" sldId="428"/>
            <ac:spMk id="9" creationId="{14CABBD3-F2A5-4AE0-944B-73647886E772}"/>
          </ac:spMkLst>
        </pc:spChg>
        <pc:spChg chg="add mod">
          <ac:chgData name="Trong-Thuc Hoang" userId="74af82dad18fbf6c" providerId="LiveId" clId="{8372D42A-D0C1-4E4C-865A-97CA549E688F}" dt="2021-09-29T02:39:13.791" v="2363" actId="1076"/>
          <ac:spMkLst>
            <pc:docMk/>
            <pc:sldMk cId="4128233178" sldId="428"/>
            <ac:spMk id="12" creationId="{16042B2D-5D9A-46EE-A0A4-DB9911D8D584}"/>
          </ac:spMkLst>
        </pc:spChg>
        <pc:spChg chg="add del mod">
          <ac:chgData name="Trong-Thuc Hoang" userId="74af82dad18fbf6c" providerId="LiveId" clId="{8372D42A-D0C1-4E4C-865A-97CA549E688F}" dt="2021-09-28T19:44:06.379" v="894" actId="478"/>
          <ac:spMkLst>
            <pc:docMk/>
            <pc:sldMk cId="4128233178" sldId="428"/>
            <ac:spMk id="13" creationId="{17E73A47-A39E-4070-B8B7-E6FBBB317ED8}"/>
          </ac:spMkLst>
        </pc:spChg>
        <pc:picChg chg="del">
          <ac:chgData name="Trong-Thuc Hoang" userId="74af82dad18fbf6c" providerId="LiveId" clId="{8372D42A-D0C1-4E4C-865A-97CA549E688F}" dt="2021-09-28T18:01:43.983" v="668" actId="478"/>
          <ac:picMkLst>
            <pc:docMk/>
            <pc:sldMk cId="4128233178" sldId="428"/>
            <ac:picMk id="3" creationId="{84D05E83-D716-4D10-A452-9CFA9C97C143}"/>
          </ac:picMkLst>
        </pc:picChg>
        <pc:picChg chg="add mod ord">
          <ac:chgData name="Trong-Thuc Hoang" userId="74af82dad18fbf6c" providerId="LiveId" clId="{8372D42A-D0C1-4E4C-865A-97CA549E688F}" dt="2021-09-28T18:01:47.403" v="670" actId="167"/>
          <ac:picMkLst>
            <pc:docMk/>
            <pc:sldMk cId="4128233178" sldId="428"/>
            <ac:picMk id="11" creationId="{745F1B78-7FC7-4742-9B8C-F8D82A180397}"/>
          </ac:picMkLst>
        </pc:picChg>
      </pc:sldChg>
      <pc:sldChg chg="modSp add mod">
        <pc:chgData name="Trong-Thuc Hoang" userId="74af82dad18fbf6c" providerId="LiveId" clId="{8372D42A-D0C1-4E4C-865A-97CA549E688F}" dt="2021-09-28T19:43:06.009" v="877" actId="20577"/>
        <pc:sldMkLst>
          <pc:docMk/>
          <pc:sldMk cId="557860979" sldId="429"/>
        </pc:sldMkLst>
        <pc:spChg chg="mod">
          <ac:chgData name="Trong-Thuc Hoang" userId="74af82dad18fbf6c" providerId="LiveId" clId="{8372D42A-D0C1-4E4C-865A-97CA549E688F}" dt="2021-09-28T19:43:06.009" v="877" actId="20577"/>
          <ac:spMkLst>
            <pc:docMk/>
            <pc:sldMk cId="557860979" sldId="429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21:00:01.520" v="2361" actId="20577"/>
        <pc:sldMkLst>
          <pc:docMk/>
          <pc:sldMk cId="3060954198" sldId="430"/>
        </pc:sldMkLst>
        <pc:spChg chg="mod">
          <ac:chgData name="Trong-Thuc Hoang" userId="74af82dad18fbf6c" providerId="LiveId" clId="{8372D42A-D0C1-4E4C-865A-97CA549E688F}" dt="2021-09-28T21:00:01.520" v="2361" actId="20577"/>
          <ac:spMkLst>
            <pc:docMk/>
            <pc:sldMk cId="3060954198" sldId="430"/>
            <ac:spMk id="9" creationId="{14CABBD3-F2A5-4AE0-944B-73647886E772}"/>
          </ac:spMkLst>
        </pc:spChg>
        <pc:spChg chg="mod">
          <ac:chgData name="Trong-Thuc Hoang" userId="74af82dad18fbf6c" providerId="LiveId" clId="{8372D42A-D0C1-4E4C-865A-97CA549E688F}" dt="2021-09-28T19:46:18.447" v="1017" actId="1076"/>
          <ac:spMkLst>
            <pc:docMk/>
            <pc:sldMk cId="3060954198" sldId="430"/>
            <ac:spMk id="12" creationId="{16042B2D-5D9A-46EE-A0A4-DB9911D8D584}"/>
          </ac:spMkLst>
        </pc:spChg>
        <pc:picChg chg="add mod ord">
          <ac:chgData name="Trong-Thuc Hoang" userId="74af82dad18fbf6c" providerId="LiveId" clId="{8372D42A-D0C1-4E4C-865A-97CA549E688F}" dt="2021-09-28T19:49:15.635" v="1228" actId="1076"/>
          <ac:picMkLst>
            <pc:docMk/>
            <pc:sldMk cId="3060954198" sldId="430"/>
            <ac:picMk id="3" creationId="{47EC3837-E076-4FA1-9E22-8A005EED23BD}"/>
          </ac:picMkLst>
        </pc:picChg>
        <pc:picChg chg="del">
          <ac:chgData name="Trong-Thuc Hoang" userId="74af82dad18fbf6c" providerId="LiveId" clId="{8372D42A-D0C1-4E4C-865A-97CA549E688F}" dt="2021-09-28T19:45:25.389" v="1004" actId="478"/>
          <ac:picMkLst>
            <pc:docMk/>
            <pc:sldMk cId="3060954198" sldId="430"/>
            <ac:picMk id="11" creationId="{745F1B78-7FC7-4742-9B8C-F8D82A180397}"/>
          </ac:picMkLst>
        </pc:picChg>
      </pc:sldChg>
      <pc:sldChg chg="addSp delSp modSp add mod">
        <pc:chgData name="Trong-Thuc Hoang" userId="74af82dad18fbf6c" providerId="LiveId" clId="{8372D42A-D0C1-4E4C-865A-97CA549E688F}" dt="2021-09-28T19:56:51.068" v="1692" actId="478"/>
        <pc:sldMkLst>
          <pc:docMk/>
          <pc:sldMk cId="3468509138" sldId="431"/>
        </pc:sldMkLst>
        <pc:spChg chg="add del mod">
          <ac:chgData name="Trong-Thuc Hoang" userId="74af82dad18fbf6c" providerId="LiveId" clId="{8372D42A-D0C1-4E4C-865A-97CA549E688F}" dt="2021-09-28T19:56:51.068" v="1692" actId="478"/>
          <ac:spMkLst>
            <pc:docMk/>
            <pc:sldMk cId="3468509138" sldId="431"/>
            <ac:spMk id="4" creationId="{EFF45110-C4F8-4E83-8F0C-C90AD238626F}"/>
          </ac:spMkLst>
        </pc:spChg>
        <pc:spChg chg="del mod">
          <ac:chgData name="Trong-Thuc Hoang" userId="74af82dad18fbf6c" providerId="LiveId" clId="{8372D42A-D0C1-4E4C-865A-97CA549E688F}" dt="2021-09-28T19:50:24.212" v="1260" actId="478"/>
          <ac:spMkLst>
            <pc:docMk/>
            <pc:sldMk cId="3468509138" sldId="431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49:55.756" v="1250" actId="20577"/>
          <ac:spMkLst>
            <pc:docMk/>
            <pc:sldMk cId="3468509138" sldId="431"/>
            <ac:spMk id="10" creationId="{CB76DC60-C0C9-436D-8956-EE4CA394869E}"/>
          </ac:spMkLst>
        </pc:spChg>
        <pc:picChg chg="add mod ord">
          <ac:chgData name="Trong-Thuc Hoang" userId="74af82dad18fbf6c" providerId="LiveId" clId="{8372D42A-D0C1-4E4C-865A-97CA549E688F}" dt="2021-09-28T19:50:19.509" v="1258" actId="1076"/>
          <ac:picMkLst>
            <pc:docMk/>
            <pc:sldMk cId="3468509138" sldId="431"/>
            <ac:picMk id="3" creationId="{798F6911-2945-4A2F-90D7-310E4B442C4C}"/>
          </ac:picMkLst>
        </pc:picChg>
      </pc:sldChg>
      <pc:sldChg chg="addSp modSp add mod">
        <pc:chgData name="Trong-Thuc Hoang" userId="74af82dad18fbf6c" providerId="LiveId" clId="{8372D42A-D0C1-4E4C-865A-97CA549E688F}" dt="2021-09-30T17:56:10.644" v="5529" actId="6549"/>
        <pc:sldMkLst>
          <pc:docMk/>
          <pc:sldMk cId="2967571690" sldId="432"/>
        </pc:sldMkLst>
        <pc:spChg chg="mod">
          <ac:chgData name="Trong-Thuc Hoang" userId="74af82dad18fbf6c" providerId="LiveId" clId="{8372D42A-D0C1-4E4C-865A-97CA549E688F}" dt="2021-09-30T17:56:10.644" v="5529" actId="6549"/>
          <ac:spMkLst>
            <pc:docMk/>
            <pc:sldMk cId="2967571690" sldId="432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19:55:01.726" v="1662" actId="14100"/>
          <ac:spMkLst>
            <pc:docMk/>
            <pc:sldMk cId="2967571690" sldId="432"/>
            <ac:spMk id="8" creationId="{18955937-9543-4EE6-8BDD-B9ACD91302C5}"/>
          </ac:spMkLst>
        </pc:spChg>
        <pc:spChg chg="add mod">
          <ac:chgData name="Trong-Thuc Hoang" userId="74af82dad18fbf6c" providerId="LiveId" clId="{8372D42A-D0C1-4E4C-865A-97CA549E688F}" dt="2021-09-28T19:55:13.038" v="1668" actId="14100"/>
          <ac:spMkLst>
            <pc:docMk/>
            <pc:sldMk cId="2967571690" sldId="432"/>
            <ac:spMk id="9" creationId="{DF86E970-0155-487D-9B7A-789CF4D89C75}"/>
          </ac:spMkLst>
        </pc:spChg>
        <pc:spChg chg="add mod">
          <ac:chgData name="Trong-Thuc Hoang" userId="74af82dad18fbf6c" providerId="LiveId" clId="{8372D42A-D0C1-4E4C-865A-97CA549E688F}" dt="2021-09-28T19:56:11.457" v="1691" actId="1076"/>
          <ac:spMkLst>
            <pc:docMk/>
            <pc:sldMk cId="2967571690" sldId="432"/>
            <ac:spMk id="11" creationId="{B31F4E7B-0FF7-42D8-9948-6F8349D25DDA}"/>
          </ac:spMkLst>
        </pc:spChg>
        <pc:spChg chg="add mod">
          <ac:chgData name="Trong-Thuc Hoang" userId="74af82dad18fbf6c" providerId="LiveId" clId="{8372D42A-D0C1-4E4C-865A-97CA549E688F}" dt="2021-09-28T19:55:56.008" v="1686" actId="113"/>
          <ac:spMkLst>
            <pc:docMk/>
            <pc:sldMk cId="2967571690" sldId="432"/>
            <ac:spMk id="12" creationId="{4BAEBE83-683F-4817-BAAC-B84660C34A1F}"/>
          </ac:spMkLst>
        </pc:spChg>
        <pc:picChg chg="mod">
          <ac:chgData name="Trong-Thuc Hoang" userId="74af82dad18fbf6c" providerId="LiveId" clId="{8372D42A-D0C1-4E4C-865A-97CA549E688F}" dt="2021-09-28T19:54:23.489" v="1651" actId="1076"/>
          <ac:picMkLst>
            <pc:docMk/>
            <pc:sldMk cId="2967571690" sldId="432"/>
            <ac:picMk id="3" creationId="{798F6911-2945-4A2F-90D7-310E4B442C4C}"/>
          </ac:picMkLst>
        </pc:picChg>
      </pc:sldChg>
      <pc:sldChg chg="addSp delSp modSp add mod">
        <pc:chgData name="Trong-Thuc Hoang" userId="74af82dad18fbf6c" providerId="LiveId" clId="{8372D42A-D0C1-4E4C-865A-97CA549E688F}" dt="2021-09-29T02:40:33.072" v="2382"/>
        <pc:sldMkLst>
          <pc:docMk/>
          <pc:sldMk cId="785919542" sldId="433"/>
        </pc:sldMkLst>
        <pc:spChg chg="mod">
          <ac:chgData name="Trong-Thuc Hoang" userId="74af82dad18fbf6c" providerId="LiveId" clId="{8372D42A-D0C1-4E4C-865A-97CA549E688F}" dt="2021-09-29T02:40:33.072" v="2382"/>
          <ac:spMkLst>
            <pc:docMk/>
            <pc:sldMk cId="785919542" sldId="433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57:26.106" v="1704" actId="14100"/>
          <ac:spMkLst>
            <pc:docMk/>
            <pc:sldMk cId="785919542" sldId="433"/>
            <ac:spMk id="8" creationId="{18955937-9543-4EE6-8BDD-B9ACD91302C5}"/>
          </ac:spMkLst>
        </pc:spChg>
        <pc:spChg chg="del">
          <ac:chgData name="Trong-Thuc Hoang" userId="74af82dad18fbf6c" providerId="LiveId" clId="{8372D42A-D0C1-4E4C-865A-97CA549E688F}" dt="2021-09-28T19:57:00.285" v="1695" actId="478"/>
          <ac:spMkLst>
            <pc:docMk/>
            <pc:sldMk cId="785919542" sldId="433"/>
            <ac:spMk id="9" creationId="{DF86E970-0155-487D-9B7A-789CF4D89C75}"/>
          </ac:spMkLst>
        </pc:spChg>
        <pc:spChg chg="del mod">
          <ac:chgData name="Trong-Thuc Hoang" userId="74af82dad18fbf6c" providerId="LiveId" clId="{8372D42A-D0C1-4E4C-865A-97CA549E688F}" dt="2021-09-28T19:57:07.701" v="1697" actId="478"/>
          <ac:spMkLst>
            <pc:docMk/>
            <pc:sldMk cId="785919542" sldId="433"/>
            <ac:spMk id="11" creationId="{B31F4E7B-0FF7-42D8-9948-6F8349D25DDA}"/>
          </ac:spMkLst>
        </pc:spChg>
        <pc:spChg chg="mod">
          <ac:chgData name="Trong-Thuc Hoang" userId="74af82dad18fbf6c" providerId="LiveId" clId="{8372D42A-D0C1-4E4C-865A-97CA549E688F}" dt="2021-09-28T19:57:35.159" v="1706" actId="1076"/>
          <ac:spMkLst>
            <pc:docMk/>
            <pc:sldMk cId="785919542" sldId="433"/>
            <ac:spMk id="12" creationId="{4BAEBE83-683F-4817-BAAC-B84660C34A1F}"/>
          </ac:spMkLst>
        </pc:spChg>
        <pc:spChg chg="add mod">
          <ac:chgData name="Trong-Thuc Hoang" userId="74af82dad18fbf6c" providerId="LiveId" clId="{8372D42A-D0C1-4E4C-865A-97CA549E688F}" dt="2021-09-28T19:58:21.477" v="1717" actId="1076"/>
          <ac:spMkLst>
            <pc:docMk/>
            <pc:sldMk cId="785919542" sldId="433"/>
            <ac:spMk id="13" creationId="{2BC5C378-5B9A-43E6-89F8-AB921BCB44BB}"/>
          </ac:spMkLst>
        </pc:spChg>
        <pc:spChg chg="add mod">
          <ac:chgData name="Trong-Thuc Hoang" userId="74af82dad18fbf6c" providerId="LiveId" clId="{8372D42A-D0C1-4E4C-865A-97CA549E688F}" dt="2021-09-28T19:59:53.430" v="1752" actId="1582"/>
          <ac:spMkLst>
            <pc:docMk/>
            <pc:sldMk cId="785919542" sldId="433"/>
            <ac:spMk id="19" creationId="{853FFAD3-ED8F-4319-9830-1DDBF3501302}"/>
          </ac:spMkLst>
        </pc:spChg>
        <pc:picChg chg="mod">
          <ac:chgData name="Trong-Thuc Hoang" userId="74af82dad18fbf6c" providerId="LiveId" clId="{8372D42A-D0C1-4E4C-865A-97CA549E688F}" dt="2021-09-28T19:57:09.950" v="1699" actId="1076"/>
          <ac:picMkLst>
            <pc:docMk/>
            <pc:sldMk cId="785919542" sldId="433"/>
            <ac:picMk id="3" creationId="{798F6911-2945-4A2F-90D7-310E4B442C4C}"/>
          </ac:picMkLst>
        </pc:picChg>
        <pc:cxnChg chg="add mod">
          <ac:chgData name="Trong-Thuc Hoang" userId="74af82dad18fbf6c" providerId="LiveId" clId="{8372D42A-D0C1-4E4C-865A-97CA549E688F}" dt="2021-09-28T19:58:31.618" v="1721" actId="1076"/>
          <ac:cxnSpMkLst>
            <pc:docMk/>
            <pc:sldMk cId="785919542" sldId="433"/>
            <ac:cxnSpMk id="4" creationId="{B803F59A-6FAF-4989-8AF7-0C2FD2BF0B28}"/>
          </ac:cxnSpMkLst>
        </pc:cxnChg>
        <pc:cxnChg chg="add mod">
          <ac:chgData name="Trong-Thuc Hoang" userId="74af82dad18fbf6c" providerId="LiveId" clId="{8372D42A-D0C1-4E4C-865A-97CA549E688F}" dt="2021-09-28T19:58:57.691" v="1726" actId="14100"/>
          <ac:cxnSpMkLst>
            <pc:docMk/>
            <pc:sldMk cId="785919542" sldId="433"/>
            <ac:cxnSpMk id="7" creationId="{C263C378-CF58-415E-821B-05D6BDB52011}"/>
          </ac:cxnSpMkLst>
        </pc:cxnChg>
      </pc:sldChg>
      <pc:sldChg chg="add del">
        <pc:chgData name="Trong-Thuc Hoang" userId="74af82dad18fbf6c" providerId="LiveId" clId="{8372D42A-D0C1-4E4C-865A-97CA549E688F}" dt="2021-09-30T17:21:45.810" v="3871" actId="47"/>
        <pc:sldMkLst>
          <pc:docMk/>
          <pc:sldMk cId="1803014258" sldId="434"/>
        </pc:sldMkLst>
      </pc:sldChg>
      <pc:sldChg chg="delSp modSp add mod">
        <pc:chgData name="Trong-Thuc Hoang" userId="74af82dad18fbf6c" providerId="LiveId" clId="{8372D42A-D0C1-4E4C-865A-97CA549E688F}" dt="2021-09-30T17:27:21.232" v="4229" actId="14100"/>
        <pc:sldMkLst>
          <pc:docMk/>
          <pc:sldMk cId="390649157" sldId="435"/>
        </pc:sldMkLst>
        <pc:spChg chg="mod">
          <ac:chgData name="Trong-Thuc Hoang" userId="74af82dad18fbf6c" providerId="LiveId" clId="{8372D42A-D0C1-4E4C-865A-97CA549E688F}" dt="2021-09-30T17:19:42.686" v="3691" actId="207"/>
          <ac:spMkLst>
            <pc:docMk/>
            <pc:sldMk cId="390649157" sldId="435"/>
            <ac:spMk id="13" creationId="{D37E89E8-D26B-4F6E-ABA1-4DF09507A5D2}"/>
          </ac:spMkLst>
        </pc:spChg>
        <pc:spChg chg="mod">
          <ac:chgData name="Trong-Thuc Hoang" userId="74af82dad18fbf6c" providerId="LiveId" clId="{8372D42A-D0C1-4E4C-865A-97CA549E688F}" dt="2021-09-30T17:27:21.232" v="4229" actId="14100"/>
          <ac:spMkLst>
            <pc:docMk/>
            <pc:sldMk cId="390649157" sldId="435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15:35.393" v="3384" actId="478"/>
          <ac:spMkLst>
            <pc:docMk/>
            <pc:sldMk cId="390649157" sldId="435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5:18.427" v="3376" actId="478"/>
          <ac:spMkLst>
            <pc:docMk/>
            <pc:sldMk cId="390649157" sldId="435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4" creationId="{C2A89031-861B-43CC-9124-F9758159E441}"/>
          </ac:spMkLst>
        </pc:spChg>
        <pc:spChg chg="del mod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5:28.162" v="3382" actId="478"/>
          <ac:spMkLst>
            <pc:docMk/>
            <pc:sldMk cId="390649157" sldId="435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5:29.491" v="3383" actId="478"/>
          <ac:cxnSpMkLst>
            <pc:docMk/>
            <pc:sldMk cId="390649157" sldId="435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15:22.483" v="3379" actId="478"/>
          <ac:cxnSpMkLst>
            <pc:docMk/>
            <pc:sldMk cId="390649157" sldId="435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15:26.542" v="3381" actId="478"/>
          <ac:cxnSpMkLst>
            <pc:docMk/>
            <pc:sldMk cId="390649157" sldId="435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5:16.108" v="3374" actId="478"/>
          <ac:cxnSpMkLst>
            <pc:docMk/>
            <pc:sldMk cId="390649157" sldId="435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5:17.425" v="3375" actId="478"/>
          <ac:cxnSpMkLst>
            <pc:docMk/>
            <pc:sldMk cId="390649157" sldId="435"/>
            <ac:cxnSpMk id="117" creationId="{40A0755F-76A4-4A95-988E-E575B90DCB7C}"/>
          </ac:cxnSpMkLst>
        </pc:cxnChg>
      </pc:sldChg>
      <pc:sldChg chg="delSp modSp add mod">
        <pc:chgData name="Trong-Thuc Hoang" userId="74af82dad18fbf6c" providerId="LiveId" clId="{8372D42A-D0C1-4E4C-865A-97CA549E688F}" dt="2021-09-30T17:51:23.252" v="5361" actId="14100"/>
        <pc:sldMkLst>
          <pc:docMk/>
          <pc:sldMk cId="187343156" sldId="436"/>
        </pc:sldMkLst>
        <pc:spChg chg="mod">
          <ac:chgData name="Trong-Thuc Hoang" userId="74af82dad18fbf6c" providerId="LiveId" clId="{8372D42A-D0C1-4E4C-865A-97CA549E688F}" dt="2021-09-30T17:51:23.252" v="5361" actId="14100"/>
          <ac:spMkLst>
            <pc:docMk/>
            <pc:sldMk cId="187343156" sldId="436"/>
            <ac:spMk id="15" creationId="{90AEFB8B-4418-40EF-85BE-10955C311760}"/>
          </ac:spMkLst>
        </pc:spChg>
        <pc:spChg chg="mod">
          <ac:chgData name="Trong-Thuc Hoang" userId="74af82dad18fbf6c" providerId="LiveId" clId="{8372D42A-D0C1-4E4C-865A-97CA549E688F}" dt="2021-09-30T17:24:17.785" v="4068" actId="207"/>
          <ac:spMkLst>
            <pc:docMk/>
            <pc:sldMk cId="187343156" sldId="436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8:16.738" v="3590" actId="478"/>
          <ac:spMkLst>
            <pc:docMk/>
            <pc:sldMk cId="187343156" sldId="436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7:35.866" v="3577" actId="478"/>
          <ac:spMkLst>
            <pc:docMk/>
            <pc:sldMk cId="187343156" sldId="436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8:11.944" v="3586" actId="478"/>
          <ac:spMkLst>
            <pc:docMk/>
            <pc:sldMk cId="187343156" sldId="436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8:14.450" v="3588" actId="478"/>
          <ac:spMkLst>
            <pc:docMk/>
            <pc:sldMk cId="187343156" sldId="436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18:12.784" v="3587" actId="478"/>
          <ac:spMkLst>
            <pc:docMk/>
            <pc:sldMk cId="187343156" sldId="436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7:34.033" v="3575" actId="478"/>
          <ac:spMkLst>
            <pc:docMk/>
            <pc:sldMk cId="187343156" sldId="436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7:39.842" v="3581" actId="478"/>
          <ac:spMkLst>
            <pc:docMk/>
            <pc:sldMk cId="187343156" sldId="436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7:39.071" v="3580" actId="478"/>
          <ac:spMkLst>
            <pc:docMk/>
            <pc:sldMk cId="187343156" sldId="436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7:36.583" v="3578" actId="478"/>
          <ac:spMkLst>
            <pc:docMk/>
            <pc:sldMk cId="187343156" sldId="436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7:32.685" v="3573" actId="478"/>
          <ac:spMkLst>
            <pc:docMk/>
            <pc:sldMk cId="187343156" sldId="436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7:30.411" v="3570" actId="478"/>
          <ac:spMkLst>
            <pc:docMk/>
            <pc:sldMk cId="187343156" sldId="436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7:31.745" v="3572" actId="478"/>
          <ac:spMkLst>
            <pc:docMk/>
            <pc:sldMk cId="187343156" sldId="436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7:29.625" v="3569" actId="478"/>
          <ac:spMkLst>
            <pc:docMk/>
            <pc:sldMk cId="187343156" sldId="436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7:26.485" v="3566" actId="478"/>
          <ac:cxnSpMkLst>
            <pc:docMk/>
            <pc:sldMk cId="187343156" sldId="436"/>
            <ac:cxnSpMk id="54" creationId="{C35F91D4-803B-47D1-A0FB-BDB7505BC9EB}"/>
          </ac:cxnSpMkLst>
        </pc:cxnChg>
        <pc:cxnChg chg="del">
          <ac:chgData name="Trong-Thuc Hoang" userId="74af82dad18fbf6c" providerId="LiveId" clId="{8372D42A-D0C1-4E4C-865A-97CA549E688F}" dt="2021-09-30T17:18:18.110" v="3591" actId="478"/>
          <ac:cxnSpMkLst>
            <pc:docMk/>
            <pc:sldMk cId="187343156" sldId="436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7:43.499" v="3582" actId="478"/>
          <ac:cxnSpMkLst>
            <pc:docMk/>
            <pc:sldMk cId="187343156" sldId="436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8:15.405" v="3589" actId="478"/>
          <ac:cxnSpMkLst>
            <pc:docMk/>
            <pc:sldMk cId="187343156" sldId="436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7:34.888" v="3576" actId="478"/>
          <ac:cxnSpMkLst>
            <pc:docMk/>
            <pc:sldMk cId="187343156" sldId="436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7:37.290" v="3579" actId="478"/>
          <ac:cxnSpMkLst>
            <pc:docMk/>
            <pc:sldMk cId="187343156" sldId="436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7:33.248" v="3574" actId="478"/>
          <ac:cxnSpMkLst>
            <pc:docMk/>
            <pc:sldMk cId="187343156" sldId="436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7:31.120" v="3571" actId="478"/>
          <ac:cxnSpMkLst>
            <pc:docMk/>
            <pc:sldMk cId="187343156" sldId="436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7:27.271" v="3567" actId="478"/>
          <ac:cxnSpMkLst>
            <pc:docMk/>
            <pc:sldMk cId="187343156" sldId="436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7:28.553" v="3568" actId="478"/>
          <ac:cxnSpMkLst>
            <pc:docMk/>
            <pc:sldMk cId="187343156" sldId="436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7:44.525" v="3583" actId="478"/>
          <ac:cxnSpMkLst>
            <pc:docMk/>
            <pc:sldMk cId="187343156" sldId="436"/>
            <ac:cxnSpMk id="117" creationId="{40A0755F-76A4-4A95-988E-E575B90DCB7C}"/>
          </ac:cxnSpMkLst>
        </pc:cxnChg>
      </pc:sldChg>
      <pc:sldChg chg="addSp delSp modSp add mod ord">
        <pc:chgData name="Trong-Thuc Hoang" userId="74af82dad18fbf6c" providerId="LiveId" clId="{8372D42A-D0C1-4E4C-865A-97CA549E688F}" dt="2021-09-30T17:34:25.688" v="4607" actId="1076"/>
        <pc:sldMkLst>
          <pc:docMk/>
          <pc:sldMk cId="70268020" sldId="437"/>
        </pc:sldMkLst>
        <pc:spChg chg="del">
          <ac:chgData name="Trong-Thuc Hoang" userId="74af82dad18fbf6c" providerId="LiveId" clId="{8372D42A-D0C1-4E4C-865A-97CA549E688F}" dt="2021-09-30T17:28:26.236" v="4293" actId="478"/>
          <ac:spMkLst>
            <pc:docMk/>
            <pc:sldMk cId="70268020" sldId="437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4:25.688" v="4607" actId="1076"/>
          <ac:spMkLst>
            <pc:docMk/>
            <pc:sldMk cId="70268020" sldId="437"/>
            <ac:spMk id="53" creationId="{A90A126D-CFE3-48BC-8655-99EA5C37EB23}"/>
          </ac:spMkLst>
        </pc:spChg>
        <pc:spChg chg="mod">
          <ac:chgData name="Trong-Thuc Hoang" userId="74af82dad18fbf6c" providerId="LiveId" clId="{8372D42A-D0C1-4E4C-865A-97CA549E688F}" dt="2021-09-30T17:28:24.733" v="4292" actId="207"/>
          <ac:spMkLst>
            <pc:docMk/>
            <pc:sldMk cId="70268020" sldId="437"/>
            <ac:spMk id="93" creationId="{AF49A075-12CD-45EA-B242-01EA745A9750}"/>
          </ac:spMkLst>
        </pc:spChg>
        <pc:spChg chg="add del">
          <ac:chgData name="Trong-Thuc Hoang" userId="74af82dad18fbf6c" providerId="LiveId" clId="{8372D42A-D0C1-4E4C-865A-97CA549E688F}" dt="2021-09-30T17:28:16.189" v="4286" actId="478"/>
          <ac:spMkLst>
            <pc:docMk/>
            <pc:sldMk cId="70268020" sldId="437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8:19.312" v="4288" actId="478"/>
          <ac:spMkLst>
            <pc:docMk/>
            <pc:sldMk cId="70268020" sldId="437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8:21.398" v="4290" actId="478"/>
          <ac:spMkLst>
            <pc:docMk/>
            <pc:sldMk cId="70268020" sldId="437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8:17.786" v="4287" actId="478"/>
          <ac:spMkLst>
            <pc:docMk/>
            <pc:sldMk cId="70268020" sldId="437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8:13.498" v="4284" actId="478"/>
          <ac:spMkLst>
            <pc:docMk/>
            <pc:sldMk cId="70268020" sldId="437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8:22.214" v="4291" actId="478"/>
          <ac:cxnSpMkLst>
            <pc:docMk/>
            <pc:sldMk cId="70268020" sldId="437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8:19.959" v="4289" actId="478"/>
          <ac:cxnSpMkLst>
            <pc:docMk/>
            <pc:sldMk cId="70268020" sldId="437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8:08.052" v="4282" actId="478"/>
          <ac:cxnSpMkLst>
            <pc:docMk/>
            <pc:sldMk cId="70268020" sldId="437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8:09.756" v="4283" actId="478"/>
          <ac:cxnSpMkLst>
            <pc:docMk/>
            <pc:sldMk cId="70268020" sldId="437"/>
            <ac:cxnSpMk id="113" creationId="{7410CD16-C658-436E-954F-C3369861267D}"/>
          </ac:cxnSpMkLst>
        </pc:cxnChg>
      </pc:sldChg>
      <pc:sldChg chg="delSp modSp add mod">
        <pc:chgData name="Trong-Thuc Hoang" userId="74af82dad18fbf6c" providerId="LiveId" clId="{8372D42A-D0C1-4E4C-865A-97CA549E688F}" dt="2021-09-30T17:32:02.590" v="4449" actId="20577"/>
        <pc:sldMkLst>
          <pc:docMk/>
          <pc:sldMk cId="839679775" sldId="438"/>
        </pc:sldMkLst>
        <pc:spChg chg="mod">
          <ac:chgData name="Trong-Thuc Hoang" userId="74af82dad18fbf6c" providerId="LiveId" clId="{8372D42A-D0C1-4E4C-865A-97CA549E688F}" dt="2021-09-30T17:32:02.590" v="4449" actId="20577"/>
          <ac:spMkLst>
            <pc:docMk/>
            <pc:sldMk cId="839679775" sldId="438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21:51.366" v="3874" actId="478"/>
          <ac:spMkLst>
            <pc:docMk/>
            <pc:sldMk cId="839679775" sldId="438"/>
            <ac:spMk id="70" creationId="{E17B7F04-087A-4F10-B8D1-BA831F43B745}"/>
          </ac:spMkLst>
        </pc:spChg>
        <pc:spChg chg="mod">
          <ac:chgData name="Trong-Thuc Hoang" userId="74af82dad18fbf6c" providerId="LiveId" clId="{8372D42A-D0C1-4E4C-865A-97CA549E688F}" dt="2021-09-30T17:25:42.842" v="4078" actId="207"/>
          <ac:spMkLst>
            <pc:docMk/>
            <pc:sldMk cId="839679775" sldId="438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21:53.239" v="3876" actId="478"/>
          <ac:spMkLst>
            <pc:docMk/>
            <pc:sldMk cId="839679775" sldId="438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21:54.133" v="3877" actId="478"/>
          <ac:spMkLst>
            <pc:docMk/>
            <pc:sldMk cId="839679775" sldId="438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21:50.550" v="3873" actId="478"/>
          <ac:spMkLst>
            <pc:docMk/>
            <pc:sldMk cId="839679775" sldId="438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21:55.845" v="3878" actId="478"/>
          <ac:spMkLst>
            <pc:docMk/>
            <pc:sldMk cId="839679775" sldId="438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1:57.964" v="3880" actId="478"/>
          <ac:spMkLst>
            <pc:docMk/>
            <pc:sldMk cId="839679775" sldId="438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2:00.496" v="3883" actId="478"/>
          <ac:spMkLst>
            <pc:docMk/>
            <pc:sldMk cId="839679775" sldId="438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1:58.944" v="3881" actId="478"/>
          <ac:spMkLst>
            <pc:docMk/>
            <pc:sldMk cId="839679775" sldId="438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3:25.043" v="4028" actId="478"/>
          <ac:spMkLst>
            <pc:docMk/>
            <pc:sldMk cId="839679775" sldId="438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3:23.086" v="4027" actId="478"/>
          <ac:cxnSpMkLst>
            <pc:docMk/>
            <pc:sldMk cId="839679775" sldId="438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21:51.998" v="3875" actId="478"/>
          <ac:cxnSpMkLst>
            <pc:docMk/>
            <pc:sldMk cId="839679775" sldId="438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21:49.926" v="3872" actId="478"/>
          <ac:cxnSpMkLst>
            <pc:docMk/>
            <pc:sldMk cId="839679775" sldId="438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21:56.947" v="3879" actId="478"/>
          <ac:cxnSpMkLst>
            <pc:docMk/>
            <pc:sldMk cId="839679775" sldId="438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1:59.646" v="3882" actId="478"/>
          <ac:cxnSpMkLst>
            <pc:docMk/>
            <pc:sldMk cId="839679775" sldId="438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3:22.354" v="4026" actId="478"/>
          <ac:cxnSpMkLst>
            <pc:docMk/>
            <pc:sldMk cId="839679775" sldId="438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3:26.361" v="4029" actId="478"/>
          <ac:cxnSpMkLst>
            <pc:docMk/>
            <pc:sldMk cId="839679775" sldId="438"/>
            <ac:cxnSpMk id="113" creationId="{7410CD16-C658-436E-954F-C3369861267D}"/>
          </ac:cxnSpMkLst>
        </pc:cxnChg>
      </pc:sldChg>
      <pc:sldChg chg="addSp delSp modSp add mod">
        <pc:chgData name="Trong-Thuc Hoang" userId="74af82dad18fbf6c" providerId="LiveId" clId="{8372D42A-D0C1-4E4C-865A-97CA549E688F}" dt="2021-09-30T17:35:07.989" v="4611" actId="1076"/>
        <pc:sldMkLst>
          <pc:docMk/>
          <pc:sldMk cId="2955933386" sldId="439"/>
        </pc:sldMkLst>
        <pc:spChg chg="del mod">
          <ac:chgData name="Trong-Thuc Hoang" userId="74af82dad18fbf6c" providerId="LiveId" clId="{8372D42A-D0C1-4E4C-865A-97CA549E688F}" dt="2021-09-30T17:32:42.474" v="4453" actId="478"/>
          <ac:spMkLst>
            <pc:docMk/>
            <pc:sldMk cId="2955933386" sldId="439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5:07.989" v="4611" actId="1076"/>
          <ac:spMkLst>
            <pc:docMk/>
            <pc:sldMk cId="2955933386" sldId="439"/>
            <ac:spMk id="53" creationId="{D602338F-3BDF-4E3E-930E-EB2A3C1E62FF}"/>
          </ac:spMkLst>
        </pc:spChg>
        <pc:spChg chg="mod">
          <ac:chgData name="Trong-Thuc Hoang" userId="74af82dad18fbf6c" providerId="LiveId" clId="{8372D42A-D0C1-4E4C-865A-97CA549E688F}" dt="2021-09-30T17:32:36.086" v="4451" actId="207"/>
          <ac:spMkLst>
            <pc:docMk/>
            <pc:sldMk cId="2955933386" sldId="439"/>
            <ac:spMk id="105" creationId="{C4DEEAEA-46DA-466D-A3A4-00D24190A969}"/>
          </ac:spMkLst>
        </pc:spChg>
      </pc:sldChg>
      <pc:sldChg chg="delSp add mod">
        <pc:chgData name="Trong-Thuc Hoang" userId="74af82dad18fbf6c" providerId="LiveId" clId="{8372D42A-D0C1-4E4C-865A-97CA549E688F}" dt="2021-09-30T17:30:43.817" v="4435" actId="478"/>
        <pc:sldMkLst>
          <pc:docMk/>
          <pc:sldMk cId="400825868" sldId="440"/>
        </pc:sldMkLst>
        <pc:spChg chg="del">
          <ac:chgData name="Trong-Thuc Hoang" userId="74af82dad18fbf6c" providerId="LiveId" clId="{8372D42A-D0C1-4E4C-865A-97CA549E688F}" dt="2021-09-30T17:30:43.817" v="4435" actId="478"/>
          <ac:spMkLst>
            <pc:docMk/>
            <pc:sldMk cId="400825868" sldId="440"/>
            <ac:spMk id="15" creationId="{90AEFB8B-4418-40EF-85BE-10955C311760}"/>
          </ac:spMkLst>
        </pc:spChg>
      </pc:sldChg>
      <pc:sldChg chg="addSp modSp add mod">
        <pc:chgData name="Trong-Thuc Hoang" userId="74af82dad18fbf6c" providerId="LiveId" clId="{8372D42A-D0C1-4E4C-865A-97CA549E688F}" dt="2021-09-30T17:36:35.012" v="4709" actId="1076"/>
        <pc:sldMkLst>
          <pc:docMk/>
          <pc:sldMk cId="707020275" sldId="441"/>
        </pc:sldMkLst>
        <pc:spChg chg="add mod">
          <ac:chgData name="Trong-Thuc Hoang" userId="74af82dad18fbf6c" providerId="LiveId" clId="{8372D42A-D0C1-4E4C-865A-97CA549E688F}" dt="2021-09-30T17:36:35.012" v="4709" actId="1076"/>
          <ac:spMkLst>
            <pc:docMk/>
            <pc:sldMk cId="707020275" sldId="441"/>
            <ac:spMk id="52" creationId="{28F2CC2D-0C02-4FEB-A008-8DA1DE66229A}"/>
          </ac:spMkLst>
        </pc:spChg>
      </pc:sldChg>
      <pc:sldChg chg="addSp delSp modSp add mod">
        <pc:chgData name="Trong-Thuc Hoang" userId="74af82dad18fbf6c" providerId="LiveId" clId="{8372D42A-D0C1-4E4C-865A-97CA549E688F}" dt="2021-09-30T17:52:31.685" v="5384" actId="1076"/>
        <pc:sldMkLst>
          <pc:docMk/>
          <pc:sldMk cId="2189152366" sldId="442"/>
        </pc:sldMkLst>
        <pc:spChg chg="add del mod">
          <ac:chgData name="Trong-Thuc Hoang" userId="74af82dad18fbf6c" providerId="LiveId" clId="{8372D42A-D0C1-4E4C-865A-97CA549E688F}" dt="2021-09-30T17:39:40.303" v="4735" actId="478"/>
          <ac:spMkLst>
            <pc:docMk/>
            <pc:sldMk cId="2189152366" sldId="442"/>
            <ac:spMk id="2" creationId="{6940A3A8-F82F-4006-A903-57491B89CFA2}"/>
          </ac:spMkLst>
        </pc:spChg>
        <pc:spChg chg="add mod">
          <ac:chgData name="Trong-Thuc Hoang" userId="74af82dad18fbf6c" providerId="LiveId" clId="{8372D42A-D0C1-4E4C-865A-97CA549E688F}" dt="2021-09-30T17:52:23.884" v="5383" actId="14100"/>
          <ac:spMkLst>
            <pc:docMk/>
            <pc:sldMk cId="2189152366" sldId="442"/>
            <ac:spMk id="3" creationId="{861D912C-E9AB-4B03-9FFF-877B8003369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2" creationId="{D6EB564E-2EDF-4DE6-B3AE-77B91B98AB1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3" creationId="{D37E89E8-D26B-4F6E-ABA1-4DF09507A5D2}"/>
          </ac:spMkLst>
        </pc:spChg>
        <pc:spChg chg="del mod">
          <ac:chgData name="Trong-Thuc Hoang" userId="74af82dad18fbf6c" providerId="LiveId" clId="{8372D42A-D0C1-4E4C-865A-97CA549E688F}" dt="2021-09-30T17:39:12.796" v="4727" actId="478"/>
          <ac:spMkLst>
            <pc:docMk/>
            <pc:sldMk cId="2189152366" sldId="442"/>
            <ac:spMk id="16" creationId="{F6B00377-BCC5-4D28-82AB-94BA6C5F0F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8" creationId="{2C29FF1D-AF73-4D1C-9956-B4E87DA2488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26" creationId="{E27DEEFA-A1AB-4EB6-8AE1-F3233A9BB407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0" creationId="{455F6F0B-94B3-43DD-A655-2591A7D69AB8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5" creationId="{C617E987-58CE-407F-98BB-C8988DBECD9D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40" creationId="{6224BF12-E8B7-4DE4-B721-B058F85E170B}"/>
          </ac:spMkLst>
        </pc:spChg>
        <pc:spChg chg="del">
          <ac:chgData name="Trong-Thuc Hoang" userId="74af82dad18fbf6c" providerId="LiveId" clId="{8372D42A-D0C1-4E4C-865A-97CA549E688F}" dt="2021-09-30T17:38:10.923" v="4721" actId="478"/>
          <ac:spMkLst>
            <pc:docMk/>
            <pc:sldMk cId="2189152366" sldId="442"/>
            <ac:spMk id="52" creationId="{28F2CC2D-0C02-4FEB-A008-8DA1DE66229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0" creationId="{E608D1AA-2941-4B61-AA61-779EC36EF8A7}"/>
          </ac:spMkLst>
        </pc:spChg>
        <pc:spChg chg="add mod">
          <ac:chgData name="Trong-Thuc Hoang" userId="74af82dad18fbf6c" providerId="LiveId" clId="{8372D42A-D0C1-4E4C-865A-97CA549E688F}" dt="2021-09-30T17:52:31.685" v="5384" actId="1076"/>
          <ac:spMkLst>
            <pc:docMk/>
            <pc:sldMk cId="2189152366" sldId="442"/>
            <ac:spMk id="64" creationId="{F2E27A04-5F93-4277-A7ED-4FDFFEC45A64}"/>
          </ac:spMkLst>
        </pc:spChg>
        <pc:spChg chg="add mod">
          <ac:chgData name="Trong-Thuc Hoang" userId="74af82dad18fbf6c" providerId="LiveId" clId="{8372D42A-D0C1-4E4C-865A-97CA549E688F}" dt="2021-09-30T17:52:12.440" v="5378" actId="1076"/>
          <ac:spMkLst>
            <pc:docMk/>
            <pc:sldMk cId="2189152366" sldId="442"/>
            <ac:spMk id="66" creationId="{31DD4D88-0D2F-4598-9D5B-7BD8D329646E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1" creationId="{35839DFD-570C-4643-BE6F-5CBB364B8630}"/>
          </ac:spMkLst>
        </pc:spChg>
        <pc:spChg chg="add mod">
          <ac:chgData name="Trong-Thuc Hoang" userId="74af82dad18fbf6c" providerId="LiveId" clId="{8372D42A-D0C1-4E4C-865A-97CA549E688F}" dt="2021-09-30T17:52:02.487" v="5375" actId="20577"/>
          <ac:spMkLst>
            <pc:docMk/>
            <pc:sldMk cId="2189152366" sldId="442"/>
            <ac:spMk id="72" creationId="{731966F4-5AA8-4E41-ACC9-8FCE8BC7216F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0" creationId="{1B9CE19C-9B9F-4D5A-BE0F-0B05B3467A83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11" creationId="{AD7A6478-60A1-43D5-9087-9236D9497E86}"/>
          </ac:spMkLst>
        </pc:spChg>
        <pc:picChg chg="add mod">
          <ac:chgData name="Trong-Thuc Hoang" userId="74af82dad18fbf6c" providerId="LiveId" clId="{8372D42A-D0C1-4E4C-865A-97CA549E688F}" dt="2021-09-30T17:52:10.735" v="5377" actId="1076"/>
          <ac:picMkLst>
            <pc:docMk/>
            <pc:sldMk cId="2189152366" sldId="442"/>
            <ac:picMk id="53" creationId="{412058E3-135D-496B-8DBD-6813C20E66AE}"/>
          </ac:picMkLst>
        </pc:pic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4" creationId="{5A306D08-5F08-40E3-A145-39995C736AB7}"/>
          </ac:cxnSpMkLst>
        </pc:cxnChg>
        <pc:cxnChg chg="del">
          <ac:chgData name="Trong-Thuc Hoang" userId="74af82dad18fbf6c" providerId="LiveId" clId="{8372D42A-D0C1-4E4C-865A-97CA549E688F}" dt="2021-09-30T17:38:03.040" v="4712" actId="478"/>
          <ac:cxnSpMkLst>
            <pc:docMk/>
            <pc:sldMk cId="2189152366" sldId="442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9" creationId="{DF3DCC4B-3C3D-4DD5-8123-3CDCC04536E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28" creationId="{04EC425D-6EF9-4DCF-A28B-C4E223D4BFB5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31" creationId="{4A9F9B2F-2C18-4198-8A18-A3494936D890}"/>
          </ac:cxnSpMkLst>
        </pc:cxnChg>
        <pc:cxnChg chg="del">
          <ac:chgData name="Trong-Thuc Hoang" userId="74af82dad18fbf6c" providerId="LiveId" clId="{8372D42A-D0C1-4E4C-865A-97CA549E688F}" dt="2021-09-30T17:38:04.040" v="4713" actId="478"/>
          <ac:cxnSpMkLst>
            <pc:docMk/>
            <pc:sldMk cId="2189152366" sldId="442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3:13.982" v="5397" actId="1076"/>
        <pc:sldMkLst>
          <pc:docMk/>
          <pc:sldMk cId="1077059990" sldId="443"/>
        </pc:sldMkLst>
        <pc:spChg chg="del">
          <ac:chgData name="Trong-Thuc Hoang" userId="74af82dad18fbf6c" providerId="LiveId" clId="{8372D42A-D0C1-4E4C-865A-97CA549E688F}" dt="2021-09-30T17:42:07.214" v="4804" actId="478"/>
          <ac:spMkLst>
            <pc:docMk/>
            <pc:sldMk cId="1077059990" sldId="443"/>
            <ac:spMk id="3" creationId="{861D912C-E9AB-4B03-9FFF-877B80033691}"/>
          </ac:spMkLst>
        </pc:spChg>
        <pc:spChg chg="add mod">
          <ac:chgData name="Trong-Thuc Hoang" userId="74af82dad18fbf6c" providerId="LiveId" clId="{8372D42A-D0C1-4E4C-865A-97CA549E688F}" dt="2021-09-30T17:52:59.858" v="5394" actId="14100"/>
          <ac:spMkLst>
            <pc:docMk/>
            <pc:sldMk cId="1077059990" sldId="443"/>
            <ac:spMk id="11" creationId="{0746BAE3-A3FE-4938-88F0-46DED9770516}"/>
          </ac:spMkLst>
        </pc:spChg>
        <pc:spChg chg="add mod">
          <ac:chgData name="Trong-Thuc Hoang" userId="74af82dad18fbf6c" providerId="LiveId" clId="{8372D42A-D0C1-4E4C-865A-97CA549E688F}" dt="2021-09-30T17:52:56.634" v="5392" actId="14100"/>
          <ac:spMkLst>
            <pc:docMk/>
            <pc:sldMk cId="1077059990" sldId="443"/>
            <ac:spMk id="12" creationId="{74AB1CCB-1A50-45B5-9D9A-64C9AC71A42E}"/>
          </ac:spMkLst>
        </pc:spChg>
        <pc:spChg chg="add mod">
          <ac:chgData name="Trong-Thuc Hoang" userId="74af82dad18fbf6c" providerId="LiveId" clId="{8372D42A-D0C1-4E4C-865A-97CA549E688F}" dt="2021-09-30T17:53:03.648" v="5395" actId="1076"/>
          <ac:spMkLst>
            <pc:docMk/>
            <pc:sldMk cId="1077059990" sldId="443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2:43.794" v="5388"/>
          <ac:spMkLst>
            <pc:docMk/>
            <pc:sldMk cId="1077059990" sldId="443"/>
            <ac:spMk id="15" creationId="{7BF620F9-8BF6-4740-A082-EF970CD4D8B8}"/>
          </ac:spMkLst>
        </pc:spChg>
        <pc:spChg chg="mod">
          <ac:chgData name="Trong-Thuc Hoang" userId="74af82dad18fbf6c" providerId="LiveId" clId="{8372D42A-D0C1-4E4C-865A-97CA549E688F}" dt="2021-09-30T17:53:10.579" v="5396" actId="1076"/>
          <ac:spMkLst>
            <pc:docMk/>
            <pc:sldMk cId="1077059990" sldId="443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3:13.982" v="5397" actId="1076"/>
          <ac:spMkLst>
            <pc:docMk/>
            <pc:sldMk cId="1077059990" sldId="443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2:40.656" v="5387" actId="167"/>
          <ac:picMkLst>
            <pc:docMk/>
            <pc:sldMk cId="1077059990" sldId="443"/>
            <ac:picMk id="14" creationId="{B5595623-B5D5-4CB1-8CA1-B15CFECD7327}"/>
          </ac:picMkLst>
        </pc:picChg>
        <pc:picChg chg="del mod">
          <ac:chgData name="Trong-Thuc Hoang" userId="74af82dad18fbf6c" providerId="LiveId" clId="{8372D42A-D0C1-4E4C-865A-97CA549E688F}" dt="2021-09-30T17:52:37.613" v="5385" actId="478"/>
          <ac:picMkLst>
            <pc:docMk/>
            <pc:sldMk cId="1077059990" sldId="443"/>
            <ac:picMk id="53" creationId="{412058E3-135D-496B-8DBD-6813C20E66AE}"/>
          </ac:picMkLst>
        </pc:picChg>
      </pc:sldChg>
      <pc:sldChg chg="add del">
        <pc:chgData name="Trong-Thuc Hoang" userId="74af82dad18fbf6c" providerId="LiveId" clId="{8372D42A-D0C1-4E4C-865A-97CA549E688F}" dt="2021-09-30T17:41:26.128" v="4795"/>
        <pc:sldMkLst>
          <pc:docMk/>
          <pc:sldMk cId="4107766875" sldId="443"/>
        </pc:sldMkLst>
      </pc:sldChg>
      <pc:sldChg chg="addSp delSp modSp add mod">
        <pc:chgData name="Trong-Thuc Hoang" userId="74af82dad18fbf6c" providerId="LiveId" clId="{8372D42A-D0C1-4E4C-865A-97CA549E688F}" dt="2021-09-30T17:54:46.572" v="5491" actId="1076"/>
        <pc:sldMkLst>
          <pc:docMk/>
          <pc:sldMk cId="310088412" sldId="444"/>
        </pc:sldMkLst>
        <pc:spChg chg="del">
          <ac:chgData name="Trong-Thuc Hoang" userId="74af82dad18fbf6c" providerId="LiveId" clId="{8372D42A-D0C1-4E4C-865A-97CA549E688F}" dt="2021-09-30T17:45:22.330" v="4988" actId="478"/>
          <ac:spMkLst>
            <pc:docMk/>
            <pc:sldMk cId="310088412" sldId="444"/>
            <ac:spMk id="11" creationId="{0746BAE3-A3FE-4938-88F0-46DED9770516}"/>
          </ac:spMkLst>
        </pc:spChg>
        <pc:spChg chg="del mod">
          <ac:chgData name="Trong-Thuc Hoang" userId="74af82dad18fbf6c" providerId="LiveId" clId="{8372D42A-D0C1-4E4C-865A-97CA549E688F}" dt="2021-09-30T17:45:20.938" v="4987" actId="478"/>
          <ac:spMkLst>
            <pc:docMk/>
            <pc:sldMk cId="310088412" sldId="444"/>
            <ac:spMk id="12" creationId="{74AB1CCB-1A50-45B5-9D9A-64C9AC71A42E}"/>
          </ac:spMkLst>
        </pc:spChg>
        <pc:spChg chg="mod">
          <ac:chgData name="Trong-Thuc Hoang" userId="74af82dad18fbf6c" providerId="LiveId" clId="{8372D42A-D0C1-4E4C-865A-97CA549E688F}" dt="2021-09-30T17:53:42.719" v="5405" actId="1076"/>
          <ac:spMkLst>
            <pc:docMk/>
            <pc:sldMk cId="310088412" sldId="444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3:34.674" v="5403" actId="1076"/>
          <ac:spMkLst>
            <pc:docMk/>
            <pc:sldMk cId="310088412" sldId="444"/>
            <ac:spMk id="14" creationId="{E7D11FE7-4B76-49D2-B11E-A0DC04FDFA80}"/>
          </ac:spMkLst>
        </pc:spChg>
        <pc:spChg chg="add mod">
          <ac:chgData name="Trong-Thuc Hoang" userId="74af82dad18fbf6c" providerId="LiveId" clId="{8372D42A-D0C1-4E4C-865A-97CA549E688F}" dt="2021-09-30T17:53:19.391" v="5398"/>
          <ac:spMkLst>
            <pc:docMk/>
            <pc:sldMk cId="310088412" sldId="444"/>
            <ac:spMk id="20" creationId="{8A594CA9-17D4-4A1D-B045-823E8D073867}"/>
          </ac:spMkLst>
        </pc:spChg>
        <pc:spChg chg="del">
          <ac:chgData name="Trong-Thuc Hoang" userId="74af82dad18fbf6c" providerId="LiveId" clId="{8372D42A-D0C1-4E4C-865A-97CA549E688F}" dt="2021-09-30T17:45:23.813" v="4989" actId="478"/>
          <ac:spMkLst>
            <pc:docMk/>
            <pc:sldMk cId="310088412" sldId="444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4:46.572" v="5491" actId="1076"/>
          <ac:spMkLst>
            <pc:docMk/>
            <pc:sldMk cId="310088412" sldId="444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3:24.536" v="5401" actId="167"/>
          <ac:picMkLst>
            <pc:docMk/>
            <pc:sldMk cId="310088412" sldId="444"/>
            <ac:picMk id="21" creationId="{C012273C-EE68-4897-ABCA-797B0F184763}"/>
          </ac:picMkLst>
        </pc:picChg>
        <pc:picChg chg="del mod">
          <ac:chgData name="Trong-Thuc Hoang" userId="74af82dad18fbf6c" providerId="LiveId" clId="{8372D42A-D0C1-4E4C-865A-97CA549E688F}" dt="2021-09-30T17:53:20.631" v="5399" actId="478"/>
          <ac:picMkLst>
            <pc:docMk/>
            <pc:sldMk cId="310088412" sldId="444"/>
            <ac:picMk id="53" creationId="{412058E3-135D-496B-8DBD-6813C20E66AE}"/>
          </ac:picMkLst>
        </pc:picChg>
        <pc:cxnChg chg="add mod">
          <ac:chgData name="Trong-Thuc Hoang" userId="74af82dad18fbf6c" providerId="LiveId" clId="{8372D42A-D0C1-4E4C-865A-97CA549E688F}" dt="2021-09-30T17:53:34.674" v="5403" actId="1076"/>
          <ac:cxnSpMkLst>
            <pc:docMk/>
            <pc:sldMk cId="310088412" sldId="444"/>
            <ac:cxnSpMk id="15" creationId="{EE612717-7BF8-4875-8DF3-B48F7A56B899}"/>
          </ac:cxnSpMkLst>
        </pc:cxnChg>
        <pc:cxnChg chg="add mod">
          <ac:chgData name="Trong-Thuc Hoang" userId="74af82dad18fbf6c" providerId="LiveId" clId="{8372D42A-D0C1-4E4C-865A-97CA549E688F}" dt="2021-09-30T17:53:37.210" v="5404" actId="14100"/>
          <ac:cxnSpMkLst>
            <pc:docMk/>
            <pc:sldMk cId="310088412" sldId="444"/>
            <ac:cxnSpMk id="16" creationId="{DE6B7EFF-3C8C-449F-806A-57E2A8298595}"/>
          </ac:cxnSpMkLst>
        </pc:cxnChg>
      </pc:sldChg>
      <pc:sldChg chg="delSp modSp add mod">
        <pc:chgData name="Trong-Thuc Hoang" userId="74af82dad18fbf6c" providerId="LiveId" clId="{8372D42A-D0C1-4E4C-865A-97CA549E688F}" dt="2021-09-30T17:55:40.268" v="5517" actId="1076"/>
        <pc:sldMkLst>
          <pc:docMk/>
          <pc:sldMk cId="2818332985" sldId="445"/>
        </pc:sldMkLst>
        <pc:spChg chg="mod">
          <ac:chgData name="Trong-Thuc Hoang" userId="74af82dad18fbf6c" providerId="LiveId" clId="{8372D42A-D0C1-4E4C-865A-97CA549E688F}" dt="2021-09-30T17:55:12.519" v="5498" actId="1076"/>
          <ac:spMkLst>
            <pc:docMk/>
            <pc:sldMk cId="2818332985" sldId="445"/>
            <ac:spMk id="13" creationId="{DBC3C56D-8846-4093-BE15-5FB12BABB5F4}"/>
          </ac:spMkLst>
        </pc:spChg>
        <pc:spChg chg="del">
          <ac:chgData name="Trong-Thuc Hoang" userId="74af82dad18fbf6c" providerId="LiveId" clId="{8372D42A-D0C1-4E4C-865A-97CA549E688F}" dt="2021-09-30T17:55:15.446" v="5499" actId="478"/>
          <ac:spMkLst>
            <pc:docMk/>
            <pc:sldMk cId="2818332985" sldId="445"/>
            <ac:spMk id="14" creationId="{E7D11FE7-4B76-49D2-B11E-A0DC04FDFA80}"/>
          </ac:spMkLst>
        </pc:spChg>
        <pc:spChg chg="mod">
          <ac:chgData name="Trong-Thuc Hoang" userId="74af82dad18fbf6c" providerId="LiveId" clId="{8372D42A-D0C1-4E4C-865A-97CA549E688F}" dt="2021-09-30T17:55:40.268" v="5517" actId="1076"/>
          <ac:spMkLst>
            <pc:docMk/>
            <pc:sldMk cId="2818332985" sldId="445"/>
            <ac:spMk id="66" creationId="{31DD4D88-0D2F-4598-9D5B-7BD8D329646E}"/>
          </ac:spMkLst>
        </pc:spChg>
        <pc:cxnChg chg="del">
          <ac:chgData name="Trong-Thuc Hoang" userId="74af82dad18fbf6c" providerId="LiveId" clId="{8372D42A-D0C1-4E4C-865A-97CA549E688F}" dt="2021-09-30T17:55:16.480" v="5500" actId="478"/>
          <ac:cxnSpMkLst>
            <pc:docMk/>
            <pc:sldMk cId="2818332985" sldId="445"/>
            <ac:cxnSpMk id="15" creationId="{EE612717-7BF8-4875-8DF3-B48F7A56B899}"/>
          </ac:cxnSpMkLst>
        </pc:cxnChg>
        <pc:cxnChg chg="mod">
          <ac:chgData name="Trong-Thuc Hoang" userId="74af82dad18fbf6c" providerId="LiveId" clId="{8372D42A-D0C1-4E4C-865A-97CA549E688F}" dt="2021-09-30T17:54:57.040" v="5493" actId="14100"/>
          <ac:cxnSpMkLst>
            <pc:docMk/>
            <pc:sldMk cId="2818332985" sldId="445"/>
            <ac:cxnSpMk id="16" creationId="{DE6B7EFF-3C8C-449F-806A-57E2A8298595}"/>
          </ac:cxnSpMkLst>
        </pc:cxnChg>
      </pc:sldChg>
      <pc:sldChg chg="addSp delSp modSp add mod">
        <pc:chgData name="Trong-Thuc Hoang" userId="74af82dad18fbf6c" providerId="LiveId" clId="{8372D42A-D0C1-4E4C-865A-97CA549E688F}" dt="2021-09-30T18:01:05.830" v="5671" actId="20577"/>
        <pc:sldMkLst>
          <pc:docMk/>
          <pc:sldMk cId="3423779572" sldId="446"/>
        </pc:sldMkLst>
        <pc:spChg chg="mod">
          <ac:chgData name="Trong-Thuc Hoang" userId="74af82dad18fbf6c" providerId="LiveId" clId="{8372D42A-D0C1-4E4C-865A-97CA549E688F}" dt="2021-09-30T18:01:03.134" v="5670" actId="6549"/>
          <ac:spMkLst>
            <pc:docMk/>
            <pc:sldMk cId="3423779572" sldId="44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05.830" v="5671" actId="20577"/>
          <ac:spMkLst>
            <pc:docMk/>
            <pc:sldMk cId="3423779572" sldId="446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05.655" v="5650" actId="478"/>
          <ac:picMkLst>
            <pc:docMk/>
            <pc:sldMk cId="3423779572" sldId="446"/>
            <ac:picMk id="7" creationId="{CE248AF9-D6DA-42B3-BE70-D2BDF7F472C0}"/>
          </ac:picMkLst>
        </pc:picChg>
        <pc:picChg chg="del">
          <ac:chgData name="Trong-Thuc Hoang" userId="74af82dad18fbf6c" providerId="LiveId" clId="{8372D42A-D0C1-4E4C-865A-97CA549E688F}" dt="2021-09-30T18:00:05.148" v="5649" actId="478"/>
          <ac:picMkLst>
            <pc:docMk/>
            <pc:sldMk cId="3423779572" sldId="446"/>
            <ac:picMk id="8" creationId="{7A36C857-E75B-4571-8462-BF3EB9A63E2F}"/>
          </ac:picMkLst>
        </pc:picChg>
        <pc:picChg chg="add mod">
          <ac:chgData name="Trong-Thuc Hoang" userId="74af82dad18fbf6c" providerId="LiveId" clId="{8372D42A-D0C1-4E4C-865A-97CA549E688F}" dt="2021-09-30T18:00:37.563" v="5660" actId="1076"/>
          <ac:picMkLst>
            <pc:docMk/>
            <pc:sldMk cId="3423779572" sldId="446"/>
            <ac:picMk id="11" creationId="{8D5A8E59-0905-4DE4-AA70-36A63156E45F}"/>
          </ac:picMkLst>
        </pc:picChg>
        <pc:picChg chg="add mod">
          <ac:chgData name="Trong-Thuc Hoang" userId="74af82dad18fbf6c" providerId="LiveId" clId="{8372D42A-D0C1-4E4C-865A-97CA549E688F}" dt="2021-09-30T18:00:31.785" v="5658" actId="14100"/>
          <ac:picMkLst>
            <pc:docMk/>
            <pc:sldMk cId="3423779572" sldId="446"/>
            <ac:picMk id="13" creationId="{2E838ACC-07FC-481C-BFD7-751E26A0E40A}"/>
          </ac:picMkLst>
        </pc:picChg>
      </pc:sldChg>
      <pc:sldChg chg="addSp delSp modSp add mod">
        <pc:chgData name="Trong-Thuc Hoang" userId="74af82dad18fbf6c" providerId="LiveId" clId="{8372D42A-D0C1-4E4C-865A-97CA549E688F}" dt="2021-09-30T18:01:51.809" v="5706" actId="1076"/>
        <pc:sldMkLst>
          <pc:docMk/>
          <pc:sldMk cId="3141680378" sldId="447"/>
        </pc:sldMkLst>
        <pc:spChg chg="mod">
          <ac:chgData name="Trong-Thuc Hoang" userId="74af82dad18fbf6c" providerId="LiveId" clId="{8372D42A-D0C1-4E4C-865A-97CA549E688F}" dt="2021-09-30T18:01:51.809" v="5706" actId="1076"/>
          <ac:spMkLst>
            <pc:docMk/>
            <pc:sldMk cId="3141680378" sldId="447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46.399" v="5704" actId="1076"/>
          <ac:spMkLst>
            <pc:docMk/>
            <pc:sldMk cId="3141680378" sldId="447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45.764" v="5663" actId="478"/>
          <ac:picMkLst>
            <pc:docMk/>
            <pc:sldMk cId="3141680378" sldId="447"/>
            <ac:picMk id="11" creationId="{8D5A8E59-0905-4DE4-AA70-36A63156E45F}"/>
          </ac:picMkLst>
        </pc:picChg>
        <pc:picChg chg="del">
          <ac:chgData name="Trong-Thuc Hoang" userId="74af82dad18fbf6c" providerId="LiveId" clId="{8372D42A-D0C1-4E4C-865A-97CA549E688F}" dt="2021-09-30T18:00:46.449" v="5664" actId="478"/>
          <ac:picMkLst>
            <pc:docMk/>
            <pc:sldMk cId="3141680378" sldId="447"/>
            <ac:picMk id="13" creationId="{2E838ACC-07FC-481C-BFD7-751E26A0E40A}"/>
          </ac:picMkLst>
        </pc:picChg>
        <pc:picChg chg="add mod">
          <ac:chgData name="Trong-Thuc Hoang" userId="74af82dad18fbf6c" providerId="LiveId" clId="{8372D42A-D0C1-4E4C-865A-97CA549E688F}" dt="2021-09-30T18:01:49.457" v="5705" actId="1076"/>
          <ac:picMkLst>
            <pc:docMk/>
            <pc:sldMk cId="3141680378" sldId="447"/>
            <ac:picMk id="14" creationId="{BDEE81C5-B288-4473-9B74-946EB9236B7E}"/>
          </ac:picMkLst>
        </pc:picChg>
        <pc:picChg chg="add mod">
          <ac:chgData name="Trong-Thuc Hoang" userId="74af82dad18fbf6c" providerId="LiveId" clId="{8372D42A-D0C1-4E4C-865A-97CA549E688F}" dt="2021-09-30T18:01:42.459" v="5703" actId="14100"/>
          <ac:picMkLst>
            <pc:docMk/>
            <pc:sldMk cId="3141680378" sldId="447"/>
            <ac:picMk id="15" creationId="{545114CA-4B6E-4F66-AD5C-0D5BD51E4822}"/>
          </ac:picMkLst>
        </pc:picChg>
      </pc:sldChg>
      <pc:sldChg chg="addSp delSp modSp add mod">
        <pc:chgData name="Trong-Thuc Hoang" userId="74af82dad18fbf6c" providerId="LiveId" clId="{8372D42A-D0C1-4E4C-865A-97CA549E688F}" dt="2021-09-30T18:09:44.138" v="5877" actId="1076"/>
        <pc:sldMkLst>
          <pc:docMk/>
          <pc:sldMk cId="2236601384" sldId="448"/>
        </pc:sldMkLst>
        <pc:spChg chg="del">
          <ac:chgData name="Trong-Thuc Hoang" userId="74af82dad18fbf6c" providerId="LiveId" clId="{8372D42A-D0C1-4E4C-865A-97CA549E688F}" dt="2021-09-30T18:04:36.556" v="5751" actId="478"/>
          <ac:spMkLst>
            <pc:docMk/>
            <pc:sldMk cId="2236601384" sldId="448"/>
            <ac:spMk id="9" creationId="{6C551CF4-0809-497D-8F93-9B801D42AB33}"/>
          </ac:spMkLst>
        </pc:spChg>
        <pc:spChg chg="del">
          <ac:chgData name="Trong-Thuc Hoang" userId="74af82dad18fbf6c" providerId="LiveId" clId="{8372D42A-D0C1-4E4C-865A-97CA549E688F}" dt="2021-09-30T18:04:37.458" v="5752" actId="478"/>
          <ac:spMkLst>
            <pc:docMk/>
            <pc:sldMk cId="2236601384" sldId="448"/>
            <ac:spMk id="12" creationId="{F31FCA47-B041-4DE5-8EEB-C9FAFC20EB93}"/>
          </ac:spMkLst>
        </pc:spChg>
        <pc:spChg chg="add mod">
          <ac:chgData name="Trong-Thuc Hoang" userId="74af82dad18fbf6c" providerId="LiveId" clId="{8372D42A-D0C1-4E4C-865A-97CA549E688F}" dt="2021-09-30T18:07:00.817" v="5796" actId="14100"/>
          <ac:spMkLst>
            <pc:docMk/>
            <pc:sldMk cId="2236601384" sldId="448"/>
            <ac:spMk id="13" creationId="{397140EA-AA7A-4975-A8C8-0CB0B0DBB7CB}"/>
          </ac:spMkLst>
        </pc:spChg>
        <pc:spChg chg="add mod">
          <ac:chgData name="Trong-Thuc Hoang" userId="74af82dad18fbf6c" providerId="LiveId" clId="{8372D42A-D0C1-4E4C-865A-97CA549E688F}" dt="2021-09-30T18:07:21.555" v="5806" actId="14100"/>
          <ac:spMkLst>
            <pc:docMk/>
            <pc:sldMk cId="2236601384" sldId="448"/>
            <ac:spMk id="16" creationId="{6D669997-E6FA-4B6D-8B88-BF72370523F0}"/>
          </ac:spMkLst>
        </pc:spChg>
        <pc:spChg chg="add mod">
          <ac:chgData name="Trong-Thuc Hoang" userId="74af82dad18fbf6c" providerId="LiveId" clId="{8372D42A-D0C1-4E4C-865A-97CA549E688F}" dt="2021-09-30T18:07:50.234" v="5812" actId="14100"/>
          <ac:spMkLst>
            <pc:docMk/>
            <pc:sldMk cId="2236601384" sldId="448"/>
            <ac:spMk id="17" creationId="{0B01EBD7-98AE-4A34-A726-1E00C3A139F7}"/>
          </ac:spMkLst>
        </pc:spChg>
        <pc:spChg chg="add mod">
          <ac:chgData name="Trong-Thuc Hoang" userId="74af82dad18fbf6c" providerId="LiveId" clId="{8372D42A-D0C1-4E4C-865A-97CA549E688F}" dt="2021-09-30T18:07:37.440" v="5809" actId="1076"/>
          <ac:spMkLst>
            <pc:docMk/>
            <pc:sldMk cId="2236601384" sldId="448"/>
            <ac:spMk id="18" creationId="{07A3083D-3493-4D29-8198-93AB162716A7}"/>
          </ac:spMkLst>
        </pc:spChg>
        <pc:spChg chg="add mod">
          <ac:chgData name="Trong-Thuc Hoang" userId="74af82dad18fbf6c" providerId="LiveId" clId="{8372D42A-D0C1-4E4C-865A-97CA549E688F}" dt="2021-09-30T18:07:56.363" v="5814" actId="1076"/>
          <ac:spMkLst>
            <pc:docMk/>
            <pc:sldMk cId="2236601384" sldId="448"/>
            <ac:spMk id="21" creationId="{0EB83CE2-778F-41C9-AB75-BA5804111D4E}"/>
          </ac:spMkLst>
        </pc:spChg>
        <pc:spChg chg="add mod">
          <ac:chgData name="Trong-Thuc Hoang" userId="74af82dad18fbf6c" providerId="LiveId" clId="{8372D42A-D0C1-4E4C-865A-97CA549E688F}" dt="2021-09-30T18:09:08.641" v="5830" actId="1076"/>
          <ac:spMkLst>
            <pc:docMk/>
            <pc:sldMk cId="2236601384" sldId="448"/>
            <ac:spMk id="24" creationId="{65A614C8-7316-4B12-8C88-BC7237C08B1B}"/>
          </ac:spMkLst>
        </pc:spChg>
        <pc:spChg chg="add mod">
          <ac:chgData name="Trong-Thuc Hoang" userId="74af82dad18fbf6c" providerId="LiveId" clId="{8372D42A-D0C1-4E4C-865A-97CA549E688F}" dt="2021-09-30T18:08:27.385" v="5818" actId="1582"/>
          <ac:spMkLst>
            <pc:docMk/>
            <pc:sldMk cId="2236601384" sldId="448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07:32.577" v="5808" actId="1076"/>
          <ac:spMkLst>
            <pc:docMk/>
            <pc:sldMk cId="2236601384" sldId="448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09:44.138" v="5877" actId="1076"/>
          <ac:spMkLst>
            <pc:docMk/>
            <pc:sldMk cId="2236601384" sldId="448"/>
            <ac:spMk id="46" creationId="{5C571606-AF5F-4C47-AC1F-10FEFC1DD4EF}"/>
          </ac:spMkLst>
        </pc:spChg>
        <pc:picChg chg="add mod">
          <ac:chgData name="Trong-Thuc Hoang" userId="74af82dad18fbf6c" providerId="LiveId" clId="{8372D42A-D0C1-4E4C-865A-97CA549E688F}" dt="2021-09-30T18:07:03.220" v="5798" actId="1076"/>
          <ac:picMkLst>
            <pc:docMk/>
            <pc:sldMk cId="2236601384" sldId="448"/>
            <ac:picMk id="11" creationId="{CAF3883D-A890-4CC1-AB98-6594D3CAC245}"/>
          </ac:picMkLst>
        </pc:picChg>
        <pc:picChg chg="del">
          <ac:chgData name="Trong-Thuc Hoang" userId="74af82dad18fbf6c" providerId="LiveId" clId="{8372D42A-D0C1-4E4C-865A-97CA549E688F}" dt="2021-09-30T18:02:32.638" v="5708" actId="478"/>
          <ac:picMkLst>
            <pc:docMk/>
            <pc:sldMk cId="2236601384" sldId="448"/>
            <ac:picMk id="14" creationId="{BDEE81C5-B288-4473-9B74-946EB9236B7E}"/>
          </ac:picMkLst>
        </pc:picChg>
        <pc:picChg chg="del">
          <ac:chgData name="Trong-Thuc Hoang" userId="74af82dad18fbf6c" providerId="LiveId" clId="{8372D42A-D0C1-4E4C-865A-97CA549E688F}" dt="2021-09-30T18:02:32.980" v="5709" actId="478"/>
          <ac:picMkLst>
            <pc:docMk/>
            <pc:sldMk cId="2236601384" sldId="448"/>
            <ac:picMk id="15" creationId="{545114CA-4B6E-4F66-AD5C-0D5BD51E4822}"/>
          </ac:picMkLst>
        </pc:picChg>
        <pc:cxnChg chg="add mod">
          <ac:chgData name="Trong-Thuc Hoang" userId="74af82dad18fbf6c" providerId="LiveId" clId="{8372D42A-D0C1-4E4C-865A-97CA549E688F}" dt="2021-09-30T18:07:32.577" v="5808" actId="1076"/>
          <ac:cxnSpMkLst>
            <pc:docMk/>
            <pc:sldMk cId="2236601384" sldId="448"/>
            <ac:cxnSpMk id="19" creationId="{89F12B84-E246-40DF-AED6-337D9A69D576}"/>
          </ac:cxnSpMkLst>
        </pc:cxnChg>
        <pc:cxnChg chg="add mod">
          <ac:chgData name="Trong-Thuc Hoang" userId="74af82dad18fbf6c" providerId="LiveId" clId="{8372D42A-D0C1-4E4C-865A-97CA549E688F}" dt="2021-09-30T18:07:37.440" v="5809" actId="1076"/>
          <ac:cxnSpMkLst>
            <pc:docMk/>
            <pc:sldMk cId="2236601384" sldId="448"/>
            <ac:cxnSpMk id="20" creationId="{EEA801F0-C532-49CE-B07D-85FB4F541148}"/>
          </ac:cxnSpMkLst>
        </pc:cxnChg>
        <pc:cxnChg chg="add mod">
          <ac:chgData name="Trong-Thuc Hoang" userId="74af82dad18fbf6c" providerId="LiveId" clId="{8372D42A-D0C1-4E4C-865A-97CA549E688F}" dt="2021-09-30T18:07:56.363" v="5814" actId="1076"/>
          <ac:cxnSpMkLst>
            <pc:docMk/>
            <pc:sldMk cId="2236601384" sldId="448"/>
            <ac:cxnSpMk id="22" creationId="{00063C92-6CDB-43EA-A61E-06466F1FC724}"/>
          </ac:cxnSpMkLst>
        </pc:cxnChg>
        <pc:cxnChg chg="add mod">
          <ac:chgData name="Trong-Thuc Hoang" userId="74af82dad18fbf6c" providerId="LiveId" clId="{8372D42A-D0C1-4E4C-865A-97CA549E688F}" dt="2021-09-30T18:09:08.641" v="5830" actId="1076"/>
          <ac:cxnSpMkLst>
            <pc:docMk/>
            <pc:sldMk cId="2236601384" sldId="448"/>
            <ac:cxnSpMk id="23" creationId="{7488F97E-C77D-4879-BC25-BCC5FBC181E3}"/>
          </ac:cxnSpMkLst>
        </pc:cxnChg>
      </pc:sldChg>
      <pc:sldChg chg="addSp delSp modSp add mod modAnim">
        <pc:chgData name="Trong-Thuc Hoang" userId="74af82dad18fbf6c" providerId="LiveId" clId="{8372D42A-D0C1-4E4C-865A-97CA549E688F}" dt="2021-09-30T18:04:09.576" v="5750" actId="14100"/>
        <pc:sldMkLst>
          <pc:docMk/>
          <pc:sldMk cId="712394340" sldId="449"/>
        </pc:sldMkLst>
        <pc:spChg chg="del">
          <ac:chgData name="Trong-Thuc Hoang" userId="74af82dad18fbf6c" providerId="LiveId" clId="{8372D42A-D0C1-4E4C-865A-97CA549E688F}" dt="2021-09-30T18:02:41.850" v="5711" actId="478"/>
          <ac:spMkLst>
            <pc:docMk/>
            <pc:sldMk cId="712394340" sldId="449"/>
            <ac:spMk id="9" creationId="{6C551CF4-0809-497D-8F93-9B801D42AB33}"/>
          </ac:spMkLst>
        </pc:spChg>
        <pc:spChg chg="add mod">
          <ac:chgData name="Trong-Thuc Hoang" userId="74af82dad18fbf6c" providerId="LiveId" clId="{8372D42A-D0C1-4E4C-865A-97CA549E688F}" dt="2021-09-30T18:04:06.006" v="5749" actId="1076"/>
          <ac:spMkLst>
            <pc:docMk/>
            <pc:sldMk cId="712394340" sldId="449"/>
            <ac:spMk id="11" creationId="{A0D75995-9DA6-4C08-B812-7675005B4DDF}"/>
          </ac:spMkLst>
        </pc:spChg>
        <pc:spChg chg="del">
          <ac:chgData name="Trong-Thuc Hoang" userId="74af82dad18fbf6c" providerId="LiveId" clId="{8372D42A-D0C1-4E4C-865A-97CA549E688F}" dt="2021-09-30T18:02:42.573" v="5712" actId="478"/>
          <ac:spMkLst>
            <pc:docMk/>
            <pc:sldMk cId="712394340" sldId="449"/>
            <ac:spMk id="12" creationId="{F31FCA47-B041-4DE5-8EEB-C9FAFC20EB93}"/>
          </ac:spMkLst>
        </pc:spChg>
        <pc:picChg chg="add mod">
          <ac:chgData name="Trong-Thuc Hoang" userId="74af82dad18fbf6c" providerId="LiveId" clId="{8372D42A-D0C1-4E4C-865A-97CA549E688F}" dt="2021-09-30T18:04:09.576" v="5750" actId="14100"/>
          <ac:picMkLst>
            <pc:docMk/>
            <pc:sldMk cId="712394340" sldId="449"/>
            <ac:picMk id="2" creationId="{5C336BE3-8047-429B-A7B3-851807F04BBD}"/>
          </ac:picMkLst>
        </pc:picChg>
      </pc:sldChg>
      <pc:sldChg chg="addSp delSp modSp add mod">
        <pc:chgData name="Trong-Thuc Hoang" userId="74af82dad18fbf6c" providerId="LiveId" clId="{8372D42A-D0C1-4E4C-865A-97CA549E688F}" dt="2021-09-30T18:13:25.500" v="5948" actId="1076"/>
        <pc:sldMkLst>
          <pc:docMk/>
          <pc:sldMk cId="3708542869" sldId="450"/>
        </pc:sldMkLst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3" creationId="{397140EA-AA7A-4975-A8C8-0CB0B0DBB7C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6" creationId="{6D669997-E6FA-4B6D-8B88-BF72370523F0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7" creationId="{0B01EBD7-98AE-4A34-A726-1E00C3A139F7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8" creationId="{07A3083D-3493-4D29-8198-93AB162716A7}"/>
          </ac:spMkLst>
        </pc:spChg>
        <pc:spChg chg="del">
          <ac:chgData name="Trong-Thuc Hoang" userId="74af82dad18fbf6c" providerId="LiveId" clId="{8372D42A-D0C1-4E4C-865A-97CA549E688F}" dt="2021-09-30T18:10:25.207" v="5902" actId="478"/>
          <ac:spMkLst>
            <pc:docMk/>
            <pc:sldMk cId="3708542869" sldId="450"/>
            <ac:spMk id="21" creationId="{0EB83CE2-778F-41C9-AB75-BA5804111D4E}"/>
          </ac:spMkLst>
        </pc:spChg>
        <pc:spChg chg="del">
          <ac:chgData name="Trong-Thuc Hoang" userId="74af82dad18fbf6c" providerId="LiveId" clId="{8372D42A-D0C1-4E4C-865A-97CA549E688F}" dt="2021-09-30T18:10:23.820" v="5901" actId="478"/>
          <ac:spMkLst>
            <pc:docMk/>
            <pc:sldMk cId="3708542869" sldId="450"/>
            <ac:spMk id="24" creationId="{65A614C8-7316-4B12-8C88-BC7237C08B1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13:00.681" v="5937" actId="14100"/>
          <ac:spMkLst>
            <pc:docMk/>
            <pc:sldMk cId="3708542869" sldId="450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0:26.106" v="5903" actId="478"/>
          <ac:spMkLst>
            <pc:docMk/>
            <pc:sldMk cId="3708542869" sldId="450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13:23.365" v="5947" actId="1076"/>
          <ac:spMkLst>
            <pc:docMk/>
            <pc:sldMk cId="3708542869" sldId="450"/>
            <ac:spMk id="30" creationId="{F491BB1C-F305-4724-B792-8C57946F7570}"/>
          </ac:spMkLst>
        </pc:spChg>
        <pc:spChg chg="add mod">
          <ac:chgData name="Trong-Thuc Hoang" userId="74af82dad18fbf6c" providerId="LiveId" clId="{8372D42A-D0C1-4E4C-865A-97CA549E688F}" dt="2021-09-30T18:12:44.905" v="5931" actId="14100"/>
          <ac:spMkLst>
            <pc:docMk/>
            <pc:sldMk cId="3708542869" sldId="450"/>
            <ac:spMk id="31" creationId="{7A88DCA5-564A-4F78-A511-D13FAB709404}"/>
          </ac:spMkLst>
        </pc:spChg>
        <pc:spChg chg="add mod">
          <ac:chgData name="Trong-Thuc Hoang" userId="74af82dad18fbf6c" providerId="LiveId" clId="{8372D42A-D0C1-4E4C-865A-97CA549E688F}" dt="2021-09-30T18:12:08.598" v="5918" actId="14100"/>
          <ac:spMkLst>
            <pc:docMk/>
            <pc:sldMk cId="3708542869" sldId="450"/>
            <ac:spMk id="32" creationId="{D600467E-FE8D-45E4-AD4F-66D4242722C0}"/>
          </ac:spMkLst>
        </pc:spChg>
        <pc:spChg chg="add mod">
          <ac:chgData name="Trong-Thuc Hoang" userId="74af82dad18fbf6c" providerId="LiveId" clId="{8372D42A-D0C1-4E4C-865A-97CA549E688F}" dt="2021-09-30T18:13:25.500" v="5948" actId="1076"/>
          <ac:spMkLst>
            <pc:docMk/>
            <pc:sldMk cId="3708542869" sldId="450"/>
            <ac:spMk id="34" creationId="{100E7CBA-D983-45A9-B471-124E00256C6E}"/>
          </ac:spMkLst>
        </pc:spChg>
        <pc:spChg chg="add mod">
          <ac:chgData name="Trong-Thuc Hoang" userId="74af82dad18fbf6c" providerId="LiveId" clId="{8372D42A-D0C1-4E4C-865A-97CA549E688F}" dt="2021-09-30T18:13:16.426" v="5945" actId="14100"/>
          <ac:spMkLst>
            <pc:docMk/>
            <pc:sldMk cId="3708542869" sldId="450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0:54.817" v="5908" actId="1076"/>
          <ac:spMkLst>
            <pc:docMk/>
            <pc:sldMk cId="3708542869" sldId="450"/>
            <ac:spMk id="46" creationId="{5C571606-AF5F-4C47-AC1F-10FEFC1DD4EF}"/>
          </ac:spMkLst>
        </pc:spChg>
        <pc:picChg chg="del">
          <ac:chgData name="Trong-Thuc Hoang" userId="74af82dad18fbf6c" providerId="LiveId" clId="{8372D42A-D0C1-4E4C-865A-97CA549E688F}" dt="2021-09-30T18:10:21.268" v="5899" actId="478"/>
          <ac:picMkLst>
            <pc:docMk/>
            <pc:sldMk cId="3708542869" sldId="450"/>
            <ac:picMk id="11" creationId="{CAF3883D-A890-4CC1-AB98-6594D3CAC245}"/>
          </ac:picMkLst>
        </pc:picChg>
        <pc:picChg chg="add mod ord">
          <ac:chgData name="Trong-Thuc Hoang" userId="74af82dad18fbf6c" providerId="LiveId" clId="{8372D42A-D0C1-4E4C-865A-97CA549E688F}" dt="2021-09-30T18:11:46.259" v="5914" actId="1076"/>
          <ac:picMkLst>
            <pc:docMk/>
            <pc:sldMk cId="3708542869" sldId="450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19" creationId="{89F12B84-E246-40DF-AED6-337D9A69D576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0" creationId="{EEA801F0-C532-49CE-B07D-85FB4F541148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2" creationId="{00063C92-6CDB-43EA-A61E-06466F1FC724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3" creationId="{7488F97E-C77D-4879-BC25-BCC5FBC181E3}"/>
          </ac:cxnSpMkLst>
        </pc:cxnChg>
        <pc:cxnChg chg="add mod">
          <ac:chgData name="Trong-Thuc Hoang" userId="74af82dad18fbf6c" providerId="LiveId" clId="{8372D42A-D0C1-4E4C-865A-97CA549E688F}" dt="2021-09-30T18:13:23.365" v="5947" actId="1076"/>
          <ac:cxnSpMkLst>
            <pc:docMk/>
            <pc:sldMk cId="3708542869" sldId="450"/>
            <ac:cxnSpMk id="29" creationId="{8929A478-A315-42BC-BE37-94059083E15C}"/>
          </ac:cxnSpMkLst>
        </pc:cxnChg>
        <pc:cxnChg chg="add mod">
          <ac:chgData name="Trong-Thuc Hoang" userId="74af82dad18fbf6c" providerId="LiveId" clId="{8372D42A-D0C1-4E4C-865A-97CA549E688F}" dt="2021-09-30T18:13:25.500" v="5948" actId="1076"/>
          <ac:cxnSpMkLst>
            <pc:docMk/>
            <pc:sldMk cId="3708542869" sldId="450"/>
            <ac:cxnSpMk id="33" creationId="{86999109-9824-491A-BBF3-B085E5937B30}"/>
          </ac:cxnSpMkLst>
        </pc:cxnChg>
        <pc:cxnChg chg="add mod">
          <ac:chgData name="Trong-Thuc Hoang" userId="74af82dad18fbf6c" providerId="LiveId" clId="{8372D42A-D0C1-4E4C-865A-97CA549E688F}" dt="2021-09-30T18:13:16.426" v="5945" actId="14100"/>
          <ac:cxnSpMkLst>
            <pc:docMk/>
            <pc:sldMk cId="3708542869" sldId="450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5:31.712" v="6012" actId="1076"/>
        <pc:sldMkLst>
          <pc:docMk/>
          <pc:sldMk cId="895158619" sldId="451"/>
        </pc:sldMkLst>
        <pc:spChg chg="del">
          <ac:chgData name="Trong-Thuc Hoang" userId="74af82dad18fbf6c" providerId="LiveId" clId="{8372D42A-D0C1-4E4C-865A-97CA549E688F}" dt="2021-09-30T18:13:56.717" v="5970" actId="478"/>
          <ac:spMkLst>
            <pc:docMk/>
            <pc:sldMk cId="895158619" sldId="451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4:08.837" v="5976" actId="478"/>
          <ac:spMkLst>
            <pc:docMk/>
            <pc:sldMk cId="895158619" sldId="451"/>
            <ac:spMk id="30" creationId="{F491BB1C-F305-4724-B792-8C57946F7570}"/>
          </ac:spMkLst>
        </pc:spChg>
        <pc:spChg chg="del">
          <ac:chgData name="Trong-Thuc Hoang" userId="74af82dad18fbf6c" providerId="LiveId" clId="{8372D42A-D0C1-4E4C-865A-97CA549E688F}" dt="2021-09-30T18:13:55.314" v="5969" actId="478"/>
          <ac:spMkLst>
            <pc:docMk/>
            <pc:sldMk cId="895158619" sldId="451"/>
            <ac:spMk id="31" creationId="{7A88DCA5-564A-4F78-A511-D13FAB709404}"/>
          </ac:spMkLst>
        </pc:spChg>
        <pc:spChg chg="del">
          <ac:chgData name="Trong-Thuc Hoang" userId="74af82dad18fbf6c" providerId="LiveId" clId="{8372D42A-D0C1-4E4C-865A-97CA549E688F}" dt="2021-09-30T18:13:54.487" v="5968" actId="478"/>
          <ac:spMkLst>
            <pc:docMk/>
            <pc:sldMk cId="895158619" sldId="451"/>
            <ac:spMk id="32" creationId="{D600467E-FE8D-45E4-AD4F-66D4242722C0}"/>
          </ac:spMkLst>
        </pc:spChg>
        <pc:spChg chg="mod">
          <ac:chgData name="Trong-Thuc Hoang" userId="74af82dad18fbf6c" providerId="LiveId" clId="{8372D42A-D0C1-4E4C-865A-97CA549E688F}" dt="2021-09-30T18:15:31.712" v="6012" actId="1076"/>
          <ac:spMkLst>
            <pc:docMk/>
            <pc:sldMk cId="895158619" sldId="451"/>
            <ac:spMk id="34" creationId="{100E7CBA-D983-45A9-B471-124E00256C6E}"/>
          </ac:spMkLst>
        </pc:spChg>
        <pc:spChg chg="mod">
          <ac:chgData name="Trong-Thuc Hoang" userId="74af82dad18fbf6c" providerId="LiveId" clId="{8372D42A-D0C1-4E4C-865A-97CA549E688F}" dt="2021-09-30T18:15:29.931" v="6011" actId="1076"/>
          <ac:spMkLst>
            <pc:docMk/>
            <pc:sldMk cId="895158619" sldId="451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5:12.292" v="6005" actId="1076"/>
          <ac:spMkLst>
            <pc:docMk/>
            <pc:sldMk cId="895158619" sldId="451"/>
            <ac:spMk id="46" creationId="{5C571606-AF5F-4C47-AC1F-10FEFC1DD4EF}"/>
          </ac:spMkLst>
        </pc:spChg>
        <pc:picChg chg="add mod ord">
          <ac:chgData name="Trong-Thuc Hoang" userId="74af82dad18fbf6c" providerId="LiveId" clId="{8372D42A-D0C1-4E4C-865A-97CA549E688F}" dt="2021-09-30T18:15:27.211" v="6010" actId="1076"/>
          <ac:picMkLst>
            <pc:docMk/>
            <pc:sldMk cId="895158619" sldId="451"/>
            <ac:picMk id="17" creationId="{015CA2EF-F4BB-4FC3-8845-0BF2EB694BAD}"/>
          </ac:picMkLst>
        </pc:picChg>
        <pc:picChg chg="add mod ord">
          <ac:chgData name="Trong-Thuc Hoang" userId="74af82dad18fbf6c" providerId="LiveId" clId="{8372D42A-D0C1-4E4C-865A-97CA549E688F}" dt="2021-09-30T18:15:25.408" v="6009" actId="1076"/>
          <ac:picMkLst>
            <pc:docMk/>
            <pc:sldMk cId="895158619" sldId="451"/>
            <ac:picMk id="18" creationId="{2E786D53-6CBB-4962-A937-DD23AD8C94FF}"/>
          </ac:picMkLst>
        </pc:picChg>
        <pc:picChg chg="del">
          <ac:chgData name="Trong-Thuc Hoang" userId="74af82dad18fbf6c" providerId="LiveId" clId="{8372D42A-D0C1-4E4C-865A-97CA549E688F}" dt="2021-09-30T18:13:52.857" v="5967" actId="478"/>
          <ac:picMkLst>
            <pc:docMk/>
            <pc:sldMk cId="895158619" sldId="451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3:57.365" v="5971" actId="478"/>
          <ac:cxnSpMkLst>
            <pc:docMk/>
            <pc:sldMk cId="895158619" sldId="451"/>
            <ac:cxnSpMk id="29" creationId="{8929A478-A315-42BC-BE37-94059083E15C}"/>
          </ac:cxnSpMkLst>
        </pc:cxnChg>
        <pc:cxnChg chg="del mod">
          <ac:chgData name="Trong-Thuc Hoang" userId="74af82dad18fbf6c" providerId="LiveId" clId="{8372D42A-D0C1-4E4C-865A-97CA549E688F}" dt="2021-09-30T18:13:58.237" v="5972" actId="478"/>
          <ac:cxnSpMkLst>
            <pc:docMk/>
            <pc:sldMk cId="895158619" sldId="451"/>
            <ac:cxnSpMk id="33" creationId="{86999109-9824-491A-BBF3-B085E5937B30}"/>
          </ac:cxnSpMkLst>
        </pc:cxnChg>
        <pc:cxnChg chg="del mod">
          <ac:chgData name="Trong-Thuc Hoang" userId="74af82dad18fbf6c" providerId="LiveId" clId="{8372D42A-D0C1-4E4C-865A-97CA549E688F}" dt="2021-09-30T18:13:59.163" v="5973" actId="478"/>
          <ac:cxnSpMkLst>
            <pc:docMk/>
            <pc:sldMk cId="895158619" sldId="451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6:46.536" v="6078" actId="1076"/>
        <pc:sldMkLst>
          <pc:docMk/>
          <pc:sldMk cId="2961779750" sldId="452"/>
        </pc:sldMkLst>
        <pc:spChg chg="mod">
          <ac:chgData name="Trong-Thuc Hoang" userId="74af82dad18fbf6c" providerId="LiveId" clId="{8372D42A-D0C1-4E4C-865A-97CA549E688F}" dt="2021-09-30T18:16:46.536" v="6078" actId="1076"/>
          <ac:spMkLst>
            <pc:docMk/>
            <pc:sldMk cId="2961779750" sldId="452"/>
            <ac:spMk id="34" creationId="{100E7CBA-D983-45A9-B471-124E00256C6E}"/>
          </ac:spMkLst>
        </pc:spChg>
        <pc:spChg chg="del">
          <ac:chgData name="Trong-Thuc Hoang" userId="74af82dad18fbf6c" providerId="LiveId" clId="{8372D42A-D0C1-4E4C-865A-97CA549E688F}" dt="2021-09-30T18:15:44.044" v="6016" actId="478"/>
          <ac:spMkLst>
            <pc:docMk/>
            <pc:sldMk cId="2961779750" sldId="452"/>
            <ac:spMk id="36" creationId="{DD9CEE69-46A2-42E5-B410-8CD8D77D2023}"/>
          </ac:spMkLst>
        </pc:spChg>
        <pc:picChg chg="add mod ord">
          <ac:chgData name="Trong-Thuc Hoang" userId="74af82dad18fbf6c" providerId="LiveId" clId="{8372D42A-D0C1-4E4C-865A-97CA549E688F}" dt="2021-09-30T18:16:14.417" v="6025" actId="1076"/>
          <ac:picMkLst>
            <pc:docMk/>
            <pc:sldMk cId="2961779750" sldId="452"/>
            <ac:picMk id="11" creationId="{4FB2C660-90D6-435B-B4EE-1BE5B7E6E9FE}"/>
          </ac:picMkLst>
        </pc:picChg>
        <pc:picChg chg="del">
          <ac:chgData name="Trong-Thuc Hoang" userId="74af82dad18fbf6c" providerId="LiveId" clId="{8372D42A-D0C1-4E4C-865A-97CA549E688F}" dt="2021-09-30T18:15:42.079" v="6014" actId="478"/>
          <ac:picMkLst>
            <pc:docMk/>
            <pc:sldMk cId="2961779750" sldId="452"/>
            <ac:picMk id="17" creationId="{015CA2EF-F4BB-4FC3-8845-0BF2EB694BAD}"/>
          </ac:picMkLst>
        </pc:picChg>
        <pc:picChg chg="del">
          <ac:chgData name="Trong-Thuc Hoang" userId="74af82dad18fbf6c" providerId="LiveId" clId="{8372D42A-D0C1-4E4C-865A-97CA549E688F}" dt="2021-09-30T18:15:43.274" v="6015" actId="478"/>
          <ac:picMkLst>
            <pc:docMk/>
            <pc:sldMk cId="2961779750" sldId="452"/>
            <ac:picMk id="18" creationId="{2E786D53-6CBB-4962-A937-DD23AD8C94FF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2033-E569-469B-8AC2-4E5C1BF167E5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78D98-5ADF-47DD-97FF-EFBD9071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78D98-5ADF-47DD-97FF-EFBD9071EF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94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78D98-5ADF-47DD-97FF-EFBD9071EF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10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78D98-5ADF-47DD-97FF-EFBD9071EF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10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78D98-5ADF-47DD-97FF-EFBD9071EF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120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78D98-5ADF-47DD-97FF-EFBD9071EF9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004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78D98-5ADF-47DD-97FF-EFBD9071EF9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812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ldNum" idx="12"/>
          </p:nvPr>
        </p:nvSpPr>
        <p:spPr>
          <a:xfrm>
            <a:off x="11284906" y="6448425"/>
            <a:ext cx="90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488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8E1DDF91-6A44-D4D7-7471-7AE241499D0B}"/>
              </a:ext>
            </a:extLst>
          </p:cNvPr>
          <p:cNvSpPr/>
          <p:nvPr/>
        </p:nvSpPr>
        <p:spPr>
          <a:xfrm>
            <a:off x="-6000" y="2079927"/>
            <a:ext cx="12198000" cy="156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CustomShape 1"/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2022/11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0" y="2079928"/>
            <a:ext cx="12186000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</a:t>
            </a:r>
            <a:r>
              <a:rPr lang="en-US" altLang="ja-JP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Course</a:t>
            </a: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」</a:t>
            </a:r>
            <a:endParaRPr lang="en-US" altLang="ja-JP" sz="4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ja-JP" sz="48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RISC-V </a:t>
            </a: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>Computer System </a:t>
            </a:r>
            <a:r>
              <a:rPr lang="en-US" sz="4800" strike="noStrike" spc="-1" dirty="0">
                <a:solidFill>
                  <a:srgbClr val="000000"/>
                </a:solidFill>
                <a:latin typeface="Times New Roman"/>
              </a:rPr>
              <a:t>Integration</a:t>
            </a:r>
            <a:endParaRPr lang="en-US" sz="4800" b="0" i="1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3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32DAB-B18D-766D-7494-FC208ADBD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55EAE-0C29-D6E4-77ED-04D11CA4E1E2}"/>
              </a:ext>
            </a:extLst>
          </p:cNvPr>
          <p:cNvSpPr txBox="1"/>
          <p:nvPr/>
        </p:nvSpPr>
        <p:spPr>
          <a:xfrm>
            <a:off x="4341928" y="5504324"/>
            <a:ext cx="3502144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Hoang Trong Thuc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6D0CA2DB-BAF7-3DF1-4A25-671F9EC2334A}"/>
              </a:ext>
            </a:extLst>
          </p:cNvPr>
          <p:cNvSpPr/>
          <p:nvPr/>
        </p:nvSpPr>
        <p:spPr>
          <a:xfrm>
            <a:off x="-6000" y="3986473"/>
            <a:ext cx="12198000" cy="706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Lecture 4</a:t>
            </a: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」</a:t>
            </a:r>
            <a:r>
              <a:rPr lang="en-US" altLang="ja-JP" sz="40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Creating RISC-V Project with </a:t>
            </a:r>
            <a:r>
              <a:rPr lang="en-US" altLang="ja-JP" sz="4000" strike="noStrike" spc="-1" dirty="0" err="1">
                <a:solidFill>
                  <a:srgbClr val="000000"/>
                </a:solidFill>
                <a:latin typeface="Times New Roman"/>
                <a:ea typeface="DejaVu Sans"/>
              </a:rPr>
              <a:t>Chipyard</a:t>
            </a:r>
            <a:endParaRPr lang="en-US" sz="4000" b="0" i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3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839130"/>
            <a:ext cx="11381400" cy="4030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i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Today’s lecture purpose: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Learn the organization of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framework.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Learn how to customize SoC architecture on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framework.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Learn how to deploy a customize SoC into FPGA.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b="1" i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i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Today’s lecture description: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Describe the organization of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framework.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Describe the procedure of customization SoC by using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framework.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Describe the procedure of deploy a customize SoC into FPGA.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3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3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4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40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organization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40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Generation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40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Prototyping</a:t>
            </a: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Practice: customize your own core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97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SoC Generation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(1/11) SoC Architecture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7220B83-B398-BDA4-630F-3F58D0104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93" y="730759"/>
            <a:ext cx="5224718" cy="59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F1B6414-76FA-91EC-E1AB-79F9C2951FD1}"/>
              </a:ext>
            </a:extLst>
          </p:cNvPr>
          <p:cNvSpPr txBox="1"/>
          <p:nvPr/>
        </p:nvSpPr>
        <p:spPr>
          <a:xfrm>
            <a:off x="6335486" y="1225361"/>
            <a:ext cx="5403214" cy="2677656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Chipyard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framework, a SoC includes 5 components: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RISC-V Core (or Tile).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system.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 system.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hardware.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Peripherals.</a:t>
            </a:r>
          </a:p>
        </p:txBody>
      </p:sp>
    </p:spTree>
    <p:extLst>
      <p:ext uri="{BB962C8B-B14F-4D97-AF65-F5344CB8AC3E}">
        <p14:creationId xmlns:p14="http://schemas.microsoft.com/office/powerpoint/2010/main" val="2596464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3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508270"/>
            <a:ext cx="11381400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i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Today’s lecture highlight: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2400" i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framework is deploy in three level: </a:t>
            </a:r>
            <a:r>
              <a:rPr lang="en-US" sz="2400" i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DigitalTop</a:t>
            </a:r>
            <a:r>
              <a:rPr lang="en-US" sz="2400" i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, </a:t>
            </a:r>
            <a:r>
              <a:rPr lang="en-US" sz="2400" i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ChipTop</a:t>
            </a:r>
            <a:r>
              <a:rPr lang="en-US" sz="2400" i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, </a:t>
            </a:r>
            <a:r>
              <a:rPr lang="en-US" sz="2400" i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ChipHarness</a:t>
            </a:r>
            <a:r>
              <a:rPr lang="en-US" sz="24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DigitalTop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define SoC architecture.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ChipTop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connects SoC with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IOCell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ChipHarness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connects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IOCell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with physical device.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 customize a SoC on </a:t>
            </a:r>
            <a:r>
              <a:rPr lang="en-US" sz="2400" i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chipyard</a:t>
            </a:r>
            <a:r>
              <a:rPr lang="en-US" sz="2400" i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framework, we begin defining SoC architecture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 Then assigning address map, then perform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IOBinders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HarnessBinders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, define expected clock frequently. Finally, we generate the bitstream of our design system.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i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Next week lecture: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ja-JP" altLang="en-US" sz="24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</a:t>
            </a:r>
            <a:r>
              <a:rPr lang="en-US" sz="24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Lecture 5</a:t>
            </a:r>
            <a:r>
              <a:rPr lang="ja-JP" altLang="en-US" sz="24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」 </a:t>
            </a:r>
            <a:r>
              <a:rPr lang="en-US" altLang="ja-JP" sz="2400" spc="-1">
                <a:solidFill>
                  <a:srgbClr val="000000"/>
                </a:solidFill>
                <a:latin typeface="Times New Roman"/>
              </a:rPr>
              <a:t>Computer System on Arty-A7</a:t>
            </a:r>
            <a:endParaRPr lang="en-US" sz="2400" i="1" strike="noStrike" spc="-1" dirty="0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98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0" y="2338920"/>
            <a:ext cx="12192000" cy="19328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2"/>
          <p:cNvSpPr/>
          <p:nvPr/>
        </p:nvSpPr>
        <p:spPr>
          <a:xfrm>
            <a:off x="2920320" y="2834640"/>
            <a:ext cx="612900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6089D392-ACF8-401D-9835-6E74EF9B11A4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E74905CF-9580-4841-AAEC-D6B501EE967B}"/>
              </a:ext>
            </a:extLst>
          </p:cNvPr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" name="Picture 4" descr="http://vlsilab.ee.uec.ac.jp/images/logo.png">
            <a:extLst>
              <a:ext uri="{FF2B5EF4-FFF2-40B4-BE49-F238E27FC236}">
                <a16:creationId xmlns:a16="http://schemas.microsoft.com/office/drawing/2014/main" id="{9DE8A4C6-EF40-4C98-86CA-0B5033F2A7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BB2AFDE3-18E3-0A42-6CD0-087EBB1FC018}"/>
              </a:ext>
            </a:extLst>
          </p:cNvPr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2022/11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98291-B7AA-935C-34F3-91DF98E1F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70652</TotalTime>
  <Words>2438</Words>
  <Application>Microsoft Office PowerPoint</Application>
  <PresentationFormat>Widescreen</PresentationFormat>
  <Paragraphs>376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Hoang Trong-Thuc</dc:creator>
  <dc:description/>
  <cp:lastModifiedBy>Hùng Nguyễn</cp:lastModifiedBy>
  <cp:revision>1425</cp:revision>
  <dcterms:created xsi:type="dcterms:W3CDTF">2017-10-20T03:42:18Z</dcterms:created>
  <dcterms:modified xsi:type="dcterms:W3CDTF">2024-12-23T00:14:11Z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  <property fmtid="{D5CDD505-2E9C-101B-9397-08002B2CF9AE}" pid="12" name="MSIP_Label_ddc55989-3c9e-4466-8514-eac6f80f6373_Enabled">
    <vt:lpwstr>True</vt:lpwstr>
  </property>
  <property fmtid="{D5CDD505-2E9C-101B-9397-08002B2CF9AE}" pid="13" name="MSIP_Label_ddc55989-3c9e-4466-8514-eac6f80f6373_SiteId">
    <vt:lpwstr>18a7fec8-652f-409b-8369-272d9ce80620</vt:lpwstr>
  </property>
  <property fmtid="{D5CDD505-2E9C-101B-9397-08002B2CF9AE}" pid="14" name="MSIP_Label_ddc55989-3c9e-4466-8514-eac6f80f6373_Owner">
    <vt:lpwstr>trongthuc.hoang@aist.go.jp</vt:lpwstr>
  </property>
  <property fmtid="{D5CDD505-2E9C-101B-9397-08002B2CF9AE}" pid="15" name="MSIP_Label_ddc55989-3c9e-4466-8514-eac6f80f6373_SetDate">
    <vt:lpwstr>2021-05-28T03:48:12.5094358Z</vt:lpwstr>
  </property>
  <property fmtid="{D5CDD505-2E9C-101B-9397-08002B2CF9AE}" pid="16" name="MSIP_Label_ddc55989-3c9e-4466-8514-eac6f80f6373_Name">
    <vt:lpwstr>No Restrictions</vt:lpwstr>
  </property>
  <property fmtid="{D5CDD505-2E9C-101B-9397-08002B2CF9AE}" pid="17" name="MSIP_Label_ddc55989-3c9e-4466-8514-eac6f80f6373_Application">
    <vt:lpwstr>Microsoft Azure Information Protection</vt:lpwstr>
  </property>
  <property fmtid="{D5CDD505-2E9C-101B-9397-08002B2CF9AE}" pid="18" name="MSIP_Label_ddc55989-3c9e-4466-8514-eac6f80f6373_ActionId">
    <vt:lpwstr>f281bafe-9fd8-4238-8644-0700f27cf471</vt:lpwstr>
  </property>
  <property fmtid="{D5CDD505-2E9C-101B-9397-08002B2CF9AE}" pid="19" name="MSIP_Label_ddc55989-3c9e-4466-8514-eac6f80f6373_Extended_MSFT_Method">
    <vt:lpwstr>Manual</vt:lpwstr>
  </property>
  <property fmtid="{D5CDD505-2E9C-101B-9397-08002B2CF9AE}" pid="20" name="Sensitivity">
    <vt:lpwstr>No Restrictions</vt:lpwstr>
  </property>
</Properties>
</file>