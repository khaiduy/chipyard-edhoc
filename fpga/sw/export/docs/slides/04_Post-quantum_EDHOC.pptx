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32712</c:v>
                </c:pt>
                <c:pt idx="1">
                  <c:v>32876</c:v>
                </c:pt>
                <c:pt idx="2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ciphertext + secret.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The next MAC can only be correct if the sender decapsulated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 (encrypted under K_3, so only the true R can read it);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MAC_2 is keyed by PRK_3e2m, which needs ss_R — only R's private key decapsulates ct_R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MAC_3 is keyed by PRK_4e3m, which needs ss_I — only I's private key decapsulates ct_I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key schedule, message by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Only R can decapsulate ct_R, so only R knows PRK_3e2m and can make MAC_2; only I can decapsulate ct_I and read message_4.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Where the draft is unclear —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Chosen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our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… 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Answers the question “is there an option combining AES-256 and ML-KEM-1024?” — yes, and it runs on the board (section 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stack problem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the reference code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Image (≈ 37.6 KB) + 34 kB stack &gt; 64 KiB → TBD3 did not fit.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Fix: a local option in our mlkem-native copy,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decapsulation. Outputs are bit-identical (the FIPS 203 known-answer tests of Lesson 2 still PASS).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37,637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61,445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(47,913 B): no elliptic-curve or signature library is linked.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fpga/sw/export/edhoc-authkem; last line = expected output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akTBD3 PASS hs=1.241956s stack_i=18592 stack_r=16368 prk=match 23s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738627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the PC; the last two lines = expected output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REFERENCE MODEL: PASS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608575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Board: same scripts as Lesson 3. PC: unit tests, loopback, and the independent model.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61,445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we chose.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PASS, prk=match.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