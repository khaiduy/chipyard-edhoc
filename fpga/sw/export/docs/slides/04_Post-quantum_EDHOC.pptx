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32718</c:v>
                </c:pt>
                <c:pt idx="1">
                  <c:v>32878</c:v>
                </c:pt>
                <c:pt idx="2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22016</c:v>
                </c:pt>
                <c:pt idx="1">
                  <c:v>22016</c:v>
                </c:pt>
                <c:pt idx="2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1368.0</c:v>
                </c:pt>
                <c:pt idx="1">
                  <c:v>3480.8</c:v>
                </c:pt>
                <c:pt idx="2">
                  <c:v>118.0</c:v>
                </c:pt>
                <c:pt idx="3">
                  <c:v>390.8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1384.0</c:v>
                </c:pt>
                <c:pt idx="1">
                  <c:v>3489.8</c:v>
                </c:pt>
                <c:pt idx="2">
                  <c:v>373.4</c:v>
                </c:pt>
                <c:pt idx="3">
                  <c:v>857.1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4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Post-quantum EDHOC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See why today's EDHOC suites will not survive a quantum computer, and what ML-KEM (FIPS 203) offers instead.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EDHOC-AuthKEM: five messages that authenticate both sides with key encapsulation only — no signatures, no Diffie-Hellman, no pre-shared key.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and run the post-quantum suites TBD1 / TBD2 / TBD3 (TBD3 = AES-256 + ML-KEM-1024) on the boards, inside 64 KiB.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fpga/sw/export/edhoc-authkem   ·   drafts: draft-ietf-lake-authkem-edhoc-01, draft-ietf-lake-pqsuites-01, draft-ietf-jose-pqc-kem-06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a quantum computer breaks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931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Building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Used in EDHOC suites 0–25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 quantum computer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DH (X25519, P-256, P-384, X448)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signatures (EdDSA, ECDSA)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 / AES-256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weakened: ~64 / ~128-bit strength (Grover)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hashing, key derivation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still fine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Harvest now, decrypt later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radio traffic recorded today can be decrypted once such a machine exists — the key exchange must change first.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Devices built today may run for 10–20 years.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replace the elliptic-curve parts by post-quantum ones, keep AES-256 and SHA-384 / SHAKE256.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ML-KEM, the post-quantum key exchange (FIPS 203)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645920"/>
                <a:gridCol w="1737360"/>
                <a:gridCol w="173736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Security category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Public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Secret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Shared 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(≈ AES-128)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 (≈ AES-192)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2,400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 (≈ AES-256)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4864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KeyGen()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public key ek,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secret key dk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8912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Encaps(ek)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ciphertext ct,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shared secret ss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22960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Decaps(dk, ct)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the same ss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68096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65760" y="429768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KEM is not Diffie-Hellman: only the holder of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dk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can recover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 That property is what AuthKEM uses for authentication.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 and ciphertexts are ~10–50× larger than elliptic-curve keys — the radio and the 64 KiB RAM feel it. Lesson 2 tested all three sets on the board.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ML-KEM inside: key generation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Built on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module learning with errors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(module-LWE): polynomials with 256 coefficients mod q = 3329, grouped into vectors of k polynomials.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KeyGen draws 32 random bytes d and z; d expands into a seed ρ and noise seed σ.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A: a k × k matrix of polynomials, expanded from ρ with SHAKE128 — never sent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s, e: small secret and noise polynomials (coefficients in −η1 … η1), from σ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public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 = (t = A·s + e, ρ)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; secret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dk = (s, ek, H(ek), z)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Recovering s from t is the hard problem: no efficient classical or quantum algorithm is known.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11480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48640"/>
                <a:gridCol w="548640"/>
                <a:gridCol w="1280160"/>
                <a:gridCol w="2103120"/>
                <a:gridCol w="2651760"/>
                <a:gridCol w="23774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η1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d_u, d_v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ek = 384·k + 32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ct = 32·(d_u·k + d_v)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Used 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tested only (Lesson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ML-KEM inside: encapsulation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 random bytes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(K, r) = G(m ‖ H(ek))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SHA3-512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01752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ct = Encrypt(ek, m, r)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noisy encryption of 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4360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ss = 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32-byte shared secret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6968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65760" y="2286000"/>
            <a:ext cx="114300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Encrypt computes u = Aᵀ·r + e1 and v = tᵀ·r + e2 + ⌈q/2⌉·m with fresh small noise, then compresses u to d_u and v to d_v bits per coefficient: that is the ciphertext size of (3/8).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Anyone with ek can encapsulate; the result is random-looking. Only dk can turn ct back into m — and so into the same 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responder encapsulates to the initiator's fresh ek_eph (message_2); each side also encapsulates to the other's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long-term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ek from its credential (messages 3 and 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ML-KEM inside: decapsulation and implicit rejection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Simplified — FIPS 203, ML-KEM.Decaps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m'       = Decrypt(s, ct)                    # v - s^T u, rounded: m if ct is genuine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(K', r') = G(m' || H(ek))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ct'      = Encrypt(ek, m', r')                # re-encrypt with the same randomness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return  K'               if ct' == ct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J(z || ct)       otherwise            # implicit rejection: a pseudo-random key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Re-encrypting proves the ciphertext was built honestly (Fujisaki–Okamoto transform); a tampered ct gives a key unrelated to the sender's.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error is returned: the next MAC or AEAD tag simply fails. An attacker learns nothing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how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decapsulation failed.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 2's “reject KAT” checks exactly this pseudo-random 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ML-KEM inside: what costs memory and time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42976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 (ML-KEM-1024)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hurts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polynomial (256 × 16-bit)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operation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matrix A (k × k = 16 polynomials)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KeyGen, Encrypt — and the re-encryption inside Decaps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secret key dk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kept by its owner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ciphertext, public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1,568 B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radio: 15 fragments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stack, reference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34.1 kB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more than the free RAM above a TBD3 image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same with MLK_CONFIG_LOW_RAM (one row of A at a time)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18.8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fits: section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Time is dominated by SHAKE128 (expanding A) and the NTT, a number-theoretic FFT that multiplies polynomials with 16-bit arithmetic mod 3329 — far cheaper on this core than the 256-bit field arithmetic of P-256.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the board, one TBD3 decapsulation step (I: m2) takes ≈ 83 ms (section 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Why not just swap in a new suite?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Methods 1–3 need a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static Diffie-Hellman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key. No standard post-quantum algorithm offers static DH, so they cannot be made post-quantum.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 0 with ML-DSA signatures works (pqsuites draft), but ML-DSA signatures are 2.4–4.6 KB and slow to verify on a small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AuthKEM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(draft-ietf-lake-authkem-edhoc, method 5): each side proves its identity by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decapsulating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 ciphertext made for its long-term ML-KEM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Only KEM operations, AEAD and hashing: no signature, no DH, no shared symmetric key (PSK) — but trusted credentials and private keys, as always (box below).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4663440"/>
            <a:ext cx="1143000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“Does post-quantum EDHOC need a PSK?” → This AuthKEM implementation needs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no shared symmetric PSK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still needs a long-term ML-KEM private key on each side and a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trusted binding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of each peer's identity to its public key (its credential in the trust anchors).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Standards status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108960"/>
                <a:gridCol w="42976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Document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Status (2026-10)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Defines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draft-ietf-lake-authkem-edhoc-01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method 5: the 5-message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draft-ietf-lake-pqsuites-01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 suites TBD1, TBD2,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draft-ietf-jose-pqc-kem-06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COSE key format for ML-KEM (AKP)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standard (2024)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“TBD” = the IANA numbers are not assigned yet. Until then the suites travel as RFC 9528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private-use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labels: TBD1 = −22, TBD2 = −24, TBD3 = −23.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ML-KEM COSE algorithm values are private-use too: −65537 (ML-KEM-512), −65539 (ML-KEM-1024).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When IANA assigns them, the labels change in one place (</a:t>
            </a:r>
            <a:r>
              <a:rPr sz="1600" b="0">
                <a:solidFill>
                  <a:srgbClr val="8B1A1A"/>
                </a:solidFill>
                <a:latin typeface="Consolas"/>
              </a:rPr>
              <a:t>-DAUTHKEM_SUITE_TBD2=&lt;n&gt;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…). A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new draft revision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different: it can change messages or the key schedule and needs a review against the new text, the reference model and its test vectors.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(1/11) Five messages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1874519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03120" y="14173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message_1: METHOD 5, SUITES_I,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(fresh ML-KEM key), C_I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27889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03120" y="23317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Encaps(ek_eph) ‖ CIPHERTEXT_2 (ID_CRED_R …)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37033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03120" y="32461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ct_R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Encaps(ek_R from CRED_R) ‖ AEAD(ID_CRED_I …)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46177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03120" y="41605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ct_I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Encaps(ek_I from CRED_I) ‖ AEAD(MAC) → R authenticated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920240" y="5532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03120" y="50749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message_5: AEAD(MAC) → I authenticated, both have PRK_out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(2/11) What a KEM gives — and what it does not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What does a KEM produce?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ciphertext ct for one public key, and a shared secret ss that only the holder of the matching private key can recover from 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encapsulating to a public key prove who I talk to?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No.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It only proves: whoever answers correctly holds the private key of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that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public key. An attacker can send you their own public key.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So what makes it authentication?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(1) the public key comes from a credential you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trust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(trust anchors), and (2) the peer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 possession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of the private key: its MAC is keyed with 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same two parts exist in classical EDHOC: a trusted CRED, plus a signature or static-DH MAC that only the key owner can make.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trust anchors are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cred_array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(the peer's CCS, found by its kid); the proof is MAC_2 (message_4) and MAC_3 (message_5).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(3/11) How a KEM proves who you 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side has a long-term ML-KEM key pair; its public key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in its credential.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peer encapsulates to that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 gets ciphertext + secret. Besides that peer,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only the owner of dk can decapsulate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learn the same secret.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secret is mixed into the key schedule. A MAC keyed with it that the checking side did not make itself must come from the owner of dk → proof of identity.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429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846320"/>
                <a:gridCol w="182880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Mixed into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ss_eph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ek_eph / ct_eph (messages 1,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PRK_2e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fresh session key (forward secrecy)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ct_R to the responder's static key (message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responder, at message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ct_I to the initiator's static key (message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at message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4864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Transcript hashes TH_2 … TH_5 bind every ciphertext; PRK_out = EDHOC_KDF(PRK_4e3m, 7, TH_5).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(4/11) Who is authenticated when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484632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fresh shared secret ss_eph with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someone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nothing about the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ID_CRED_I, encrypted under K_3: besides I, only the holder of R's private key can derive K_3. I not yet proven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I made ss_R by encapsulating to R's public key; besides I, only the holder of R's private key recovers ss_R, and I did not make this MAC_2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R made ss_I by encapsulating to I's public key; besides R, only the holder of I's private key recovers it, and R did not make this MAC_3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Before message_4 the initiator must not trust anything it received; before message_5 the responder must not. The application starts only after EDHOC 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(5/11) Messages 2 and 3, step by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message_2 — built by 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1325880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R: Encaps(ek_eph)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ss_eph, ct_eph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73552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TH_2 = H( H(message_1),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ct_eph 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71800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81344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PRK_2e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ss_eph)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79592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89136" y="1325880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CIPHERTEXT_2 = PLAINTEXT_2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XOR KEYSTREAM_2 (label 0)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87384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2377439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I: Decaps(sk_eph, ct_eph) gives the same ss_eph, then the same three steps → PLAINTEXT_2 (C_R, ID_CRED_R).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29184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message_3 — built by 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3749039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I: Encaps(ek_R from CRED_R)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ss_R, ct_R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73552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TH_3 = H( TH_2, PT_2,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CRED_R, ct_R 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971800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181344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PRK_3e2m = Extract(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SALT_3e2m, ss_R)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79592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089136" y="3749039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CIPHERTEXT_3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AEAD(K_3, IV_3; PT_3)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87384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65760" y="4800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R: Decaps(dk_R, ct_R) gives ss_R. Only I (who made it) and the holder of R's private key have ss_R — and so PRK_3e2m.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(6/11) Messages 4 and 5, step by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message_4 — built by 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1325880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R: Encaps(ek_I from CRED_I)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ss_I, ct_I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73552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TH_4 = H( TH_3, PT_3,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CRED_I, ct_I 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71800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81344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MAC_2 from PRK_3e2m;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PRK_4e3m from ss_I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79592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89136" y="1325880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CIPHERTEXT_4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AEAD(K_4, IV_4; MAC_2)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87384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2377439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I checks MAC_2: it did not make it, and only R's private key yields ss_R → </a:t>
            </a:r>
            <a:r>
              <a:rPr sz="1400" b="1">
                <a:solidFill>
                  <a:srgbClr val="808080"/>
                </a:solidFill>
                <a:latin typeface="Times New Roman"/>
              </a:rPr>
              <a:t>R authenticated</a:t>
            </a:r>
            <a:r>
              <a:rPr sz="1400" b="0">
                <a:solidFill>
                  <a:srgbClr val="808080"/>
                </a:solidFill>
                <a:latin typeface="Times New Roman"/>
              </a:rPr>
              <a:t>. I: Decaps(dk_I, ct_I) gives ss_I.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29184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message_5 — built by 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TH_5 = H( TH_4,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PLAINTEXT_4 )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73552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MAC_3 from 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(label 6, TH_5)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971800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181344" y="3749039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CIPHERTEXT_5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AEAD(K_5, IV_5; MAC_3)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79592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089136" y="3749039"/>
            <a:ext cx="2606040" cy="9601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both: PRK_out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TH_5)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87384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65760" y="4800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R checks MAC_3: only I's private key yields ss_I (R made it itself) → </a:t>
            </a:r>
            <a:r>
              <a:rPr sz="1400" b="1">
                <a:solidFill>
                  <a:srgbClr val="808080"/>
                </a:solidFill>
                <a:latin typeface="Times New Roman"/>
              </a:rPr>
              <a:t>I authenticated</a:t>
            </a:r>
            <a:r>
              <a:rPr sz="1400" b="0">
                <a:solidFill>
                  <a:srgbClr val="808080"/>
                </a:solidFill>
                <a:latin typeface="Times New Roman"/>
              </a:rPr>
              <a:t>. Both now hold PRK_out.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(7/11) The key schedule on one page (reference)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625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message_2 (R)  ss_eph, ct_eph = Encaps(ek_eph)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TH_2         = H( H(message_1), ct_eph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PRK_2e       = Extract( TH_2, ss_eph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CIPHERTEXT_2 = PLAINTEXT_2 XOR EDHOC_KDF(PRK_2e, 0, TH_2, length)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message_3 (I)  ss_R, ct_R   = Encaps(ek_R)                       # ek_R from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TH_3         = H( TH_2, PLAINTEXT_2, CRED_R, ct_R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PRK_3e2m     = Extract( EDHOC_KDF(PRK_2e, 1, TH_3), ss_R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CIPHERTEXT_3 = AEAD( K_3, IV_3 ; PLAINTEXT_3 )       # labels 3, 4 on TH_3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message_4 (R)  ss_I, ct_I   = Encaps(ek_I)                       # ek_I from CRED_I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TH_4         = H( TH_3, PLAINTEXT_3, CRED_I, ct_I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PRK_4e3m     = Extract( EDHOC_KDF(PRK_3e2m, 5, TH_4), ss_I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MAC_2        = EDHOC_KDF( PRK_3e2m, 2, context_2 with TH_4,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CIPHERTEXT_4 = AEAD( K_4, IV_4 ; MAC_2 )             # labels 8, 9 on TH_4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message_5 (I)  TH_5         = H( TH_4, PLAINTEXT_4 )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MAC_3        = EDHOC_KDF( PRK_4e3m, 6, context_3 with TH_5,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CIPHERTEXT_5 = AEAD( K_5, IV_5 ; MAC_3 )             # labels 11, 12 on TH_5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both           PRK_out      = EDHOC_KDF( PRK_4e3m, 7, TH_5, hash_length 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722622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Reference: every line on one page; (5/11) and (6/11) show the same steps message by message. Each line is recomputed independently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(8/11) Compared with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45720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RFC 9528, methods 0–3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AuthKEM -01, method 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(+ optional message_4)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DH: G_X, G_Y → G_XY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KEM: ek_eph → ct_eph → ss_eph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H(message_1), ct_eph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secret in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G_RX (static DH) or none (signature)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ss_R, decapsulated from ct_R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 proven by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or signature in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in 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proven by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or signature in 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in 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K_4 / IV_4 (labels 8, 9), K_5 / IV_5 (11,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120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Why two more messages: R can only prove itself after I has encapsulated to R's key (message_3), and I only after R has encapsulated to I's key (message_4).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(9/11) The messages on the wire (TBD3)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message_1, 1,574 bytes (edhoc-authkem/build-tbd3/loopback.txt)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05                                METHOD = 5 (AuthKEM)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36                                SUITES_I = -23: TBD3 as a private-use label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59 06 20  ... 1,568 bytes ...     ek_eph: ML-KEM-1024 public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2D                                C_I = -14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0498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503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One byte string = ML-KEM part ‖ EDHOC 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22 · ct_eph (1,568) · CIPHERTEXT_2 (2: C_R, ID_CRED_R)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32 · ct_R (1,568) · CIPHERTEXT_3 (18: C_I, ID_CRED_I, 16-B tag)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41 · ct_I (1,568) · CIPHERTEXT_4 (33: MAC_2 as bstr 17, tag 16)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58 21 · CIPHERTEXT_5 (33: MAC_3 as bstr 17, tag 16)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ciphertext has a fixed length, so the receiver splits it off the front.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Of 6,375 bytes, 6,272 (98 %) are ML-KEM keys and ciphertexts; EDHOC itself adds 103 bytes. TBD2 is the same with 800 / 768-byte keys: </a:t>
            </a:r>
            <a:r>
              <a:rPr sz="1400" b="0">
                <a:solidFill>
                  <a:srgbClr val="8B1A1A"/>
                </a:solidFill>
                <a:latin typeface="Consolas"/>
              </a:rPr>
              <a:t>05 37 59 03 20 …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(10/11) Draft rules this code follows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34640"/>
                <a:gridCol w="1463040"/>
                <a:gridCol w="3108960"/>
                <a:gridCol w="1737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Rule in draft -01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Two readings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This code uses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Implemented 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Model check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SALT_3e2m context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KDF table: TH_2 · text + Figure 3: 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authkem_msg3_gen / _process → authkem_prk_extract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TH_3 order (§5.3.2 vs §5.3.3)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H(ct_R, TH_2, …) · H(TH_2, …, ct_R)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§5.3.3 + figure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authkem_th_calculate (th.c)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formula (§4.1.3)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no label, TH_4 · 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authkem_msg5_gen / _process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vs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Implemented revision: draft-ietf-lake-authkem-edhoc-01. It has no published test vectors, so: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independent model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Python, written from the draft text) recomputes every hash, key, MAC and PRK_out from the bytes the firmware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Swapping in the other SALT_3e2m reading makes the model fail at the message_3 tag — the choice is checked, not assumed.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decision is written down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AUTHKEM/AUTHKEM_SPEC_DECISIONS.md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(11/11) Credentials for ML-KEM keys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Credential = CWT Claims Set (CCS) holding a COSE_Key of type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AKP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(draft-ietf-jose-pqc-kem-06) with the ML-KEM public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Identified by key id: ID_CRED =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h'01'}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(initiator),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(responder), sent in compact form.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Demo keys and credentials are generated at build time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tools/gen_ccs.c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</a:t>
            </a:r>
            <a:r>
              <a:rPr sz="1600" b="0">
                <a:solidFill>
                  <a:srgbClr val="8B1A1A"/>
                </a:solidFill>
                <a:latin typeface="Consolas"/>
              </a:rPr>
              <a:t>PROFILE=production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them from your key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application sees the peer's ID_CRED through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 as Lesson 3; on the initiator it runs before message_3 is sent.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TBD1, TBD2,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377440"/>
                <a:gridCol w="1645920"/>
                <a:gridCol w="2103120"/>
                <a:gridCol w="118872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SUITE=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Hash / KDF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Wire label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(default)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 / 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signature slot of each suite (ML-DSA-44 / ML-DSA-87) is only for X.509 credentials; with CCS credentials no ML-DSA code is linked.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suite per image: TBD2 (default) →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600" b="0">
                <a:solidFill>
                  <a:srgbClr val="8B1A1A"/>
                </a:solidFill>
                <a:latin typeface="Consolas"/>
              </a:rPr>
              <a:t>SUITE=TBD1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SUITE=TBD3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→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build-tbd1/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build-tbd3/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The strongest configured option: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11430000" cy="7315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TBD3 = AES-256-GCM + ML-KEM-1024 + SHA-384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92024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strongest option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configured in this tutorial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largest ML-KEM parameter set (category 5, ≈ AES-256), AES-256-GCM and SHA-384 — the same algorithm choices as NSA's CNSA 2.0 list.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Assumptions: ML-KEM's security as standardised in FIPS 203, a trusted credential per peer, and good randomness (the demo profile does not have it: Lesson 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Costs, all measured later: 1.6 KB messages = 15 radio fragments each, the largest stack reserve (23,808 B), and ≈ 3× the compute of TBD2.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Run it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SUITE=TBD3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4, (4/4)); its results are in section 5. Choose it when you want AES-256 and ML-KEM-1024 together.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Where each primitive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035040"/>
                <a:gridCol w="246888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203), with a local low-RAM 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TBD1–2 / 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SHAKE256,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common/crypto/keccak_kmac.c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SHA-384, HMAC/HKDF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AES-CCM, AES-GCM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 (T-table AES)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all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shared files as Lessons 2 and 3; the crypto tests of Lesson 2 cover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SHAKE256 / KMAC256 and A256GCM were also checked against Python's hashlib, pycryptodome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cryptography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low-RAM ML-KEM build option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ML-KEM-1024 decapsulation in plain mlkem-native needs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34.1 kB of stack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it builds the whole 4 × 4 matrix of polynomials, then re-encrypts to check the ciphertext. With the 37.7 KB TBD3 image that is more than 64 KiB.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So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always compiles mlkem-native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MLK_CONFIG_LOW_RAM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, a local option in this tree's copy: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generate and use the matrix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one row at a time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keep the decryption step in its own function, so its buffers are freed before re-encryption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18.8 kB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for ML-KEM-1024 decapsulation and the same outputs: the FIPS 203 known-answer tests of Lesson 2 PASS with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See the difference yourself: Exercise 3 builds TBD3 without the option.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Stack per role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3017520"/>
                <a:gridCol w="256032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Peak on the board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Reserve (peak + 25 %)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Deepest call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15,552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22,016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decaps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13,680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18,688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18,592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23,808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 decaps + re-encrypt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16,368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20,480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responder decapsulates less deeply, so it gets a smaller reserve. That freed the room for the SD file transfer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the same image (Lesson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Peaks measured with the stack paint of Lesson 2 during real handshakes.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Image sizes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68580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406640" y="91440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Largest build per suite (initiator), section bytes + stack reserve. Default flags: demo, radio; no TIMING / DEBUG / APP options. Alignment adds padding; the linker makes the final fit check.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TBD3: 37,663 + 23,808 =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61,471 B of 65,536 B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(94 %).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 code than classical suite 25 (48,209 B): no elliptic-curve or signature library is linked.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akTBD3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build-tbd3/edhoc_authkem_responder.elf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45867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akTBD3 PASS hs=1.239387s stack_i=18592 stack_r=16368 prk=- 23s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023107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then, still in fpga/sw/export/edhoc-authkem, on the PC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unit-test SUITE=TBD2        # suite gate, KEM, CBOR codecs, error messages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loopback-test SUITE=TBD3 LOOPBACK_LOG=build/loopback.txt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python3 tools/authkem_ref.py build/loopback.txt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183379"/>
            <a:ext cx="11430000" cy="73152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reference model (last lines)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  ok   PRK_out = EDHOC_KDF(PRK_4e3m, 7, TH_5, 48) equals the firmware's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REFERENCE MODEL: PASS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189219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Build folders: TBD2 (default) → build/, TBD1 → build-tbd1/, TBD3 → build-tbd3/. Board: same scripts as Lesson 3.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Initiator console,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EDHOC Method 5 AUTHKEM (draft-ietf-lake-authkem-edhoc-01, pqsuites TBD3) Initiator (ML-KEM-1024)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93591580 cyc 1.247887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64279412 cyc 0.857058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29312168 cyc 0.390828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1106262 cyc 0.014750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6240840 cyc 0.083211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7166204 cyc 0.095549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msg4_process      9485599 cyc 0.126474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msg5_build        2585856 cyc 0.034478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18592 B, reserve 23808 B, free 27408 B, headroom 8816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98348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aead=3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COSE algorithm 3 = A256GCM; 32-byte key. PRK_out is 48 bytes (SHA-384).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Whole post-quantum handshake with ML-KEM-1024 + AES-256: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1.25 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of which only 0.39 s is computation.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Time of every message step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338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11887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1280160"/>
                <a:gridCol w="1371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m1 +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502.6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491.4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14.8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126.5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109.4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1247.9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 = initiator builds / processes, R = responder. The ephemeral ML-KEM key pair is made just before message_1 (counted in compute, not in a step).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 is ~3× TBD2: ML-KEM-1024 does more work and SHA-384 / HKDF replaces KMAC.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step is below 130 ms. The rest of the 0.5–1.25 s is the radio.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Post-quantum vs. classical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3152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772400" y="914400"/>
            <a:ext cx="42062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Initiator, ms.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Post-quantum is faster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here: ML-KEM needs ~10× less computation than P-256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But messages are big: TBD2 sends 3.2 KB in total, TBD3 6.4 KB, vs. 103 B for the RFC 9529 P-256 example — so the radio share grows.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Message sizes (bytes)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280160"/>
                <a:gridCol w="1280160"/>
                <a:gridCol w="1280160"/>
                <a:gridCol w="1280160"/>
                <a:gridCol w="1188720"/>
                <a:gridCol w="1188720"/>
              </a:tblGrid>
              <a:tr h="438912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2 (P-256, method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1 (X25519, signatures)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(ML-KEM-512)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3,207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 (ML-KEM-1024)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6,375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of messages 1–4 carries one ML-KEM public key or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6.4 KB handshake is ~60 radio frames: fragmentation and a reliable link (Lesson 5) matter more than raw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Sizes from the host loopback log (same encoder as the board).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 / TBD3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PASS; prk=match with DEBUG=1 builds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unit tests + loopback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each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Independent reference model (authkem_ref.py)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REFERENCE MODEL: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Strongest configured option, TBD3 (AES-256 + ML-KEM-1024 + SHA-384)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1.25 s handshake, 61,471 B of 65,536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Shared symmetric PSK needed?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but trusted credentials and private keys 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drafts can still change; code points are private-use labels until IANA assigns them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TBD1, TBD2 and TBD3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; fill in the step table.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the reference model on a loopback log. Then change SALT_3e2m to the TH_2 reading in the model only: which check fails first, and why?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-DMLK_CONFIG_LOW_RAM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build TBD3 and run it. What do the consoles report? Why does the build still link? Restore the line afterwards.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table next to ours, and the ratio compute / total for each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model's output before and after your change; which draft sentence supports the reading this code uses.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STACK lines, and why a fixed reserve cannot catch this at link time.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6576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/ total ≈ 23 % (TBD1), 24 % (TBD2), 31 % (TBD3)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dominates; TBD3 computes ≈ 3× more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TH_2 for SALT_3e2m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model fails at the message_3 AEAD tag; the checks before it still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come from PRK_3e2m, built from that salt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No LOW_RAM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needs ≈ 34 kB, but only ≈ 27.7 kB is free above the 37.8 KB image: the stack runs into data — OVERRAN-RESERVE at best, a hang or FAIL at worst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linker checks only the configured reserve (23,808 B), not the real demand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3: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edhoc-authkem/mk/config.mk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a peer whose credential is not in your trust anchors → EDHOC FAIL when its kid is looked up; a modified ciphertext → no error from decapsulation, but the next AEAD tag or MAC fails.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quantum computer breaks elliptic-curve DH and signatures; ML-KEM (FIPS 203) replaces the key exchange.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AuthKEM (method 5): 5 messages; a peer is authenticated by proving it can decapsulate to the public key in its trusted credential — no signature, no DH, no shared PSK.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TBD3 = AES-256-GCM + ML-KEM-1024 + SHA-384 runs on the board: 1.25 s, fits 64 KiB thanks to a low-RAM ML-KEM and per-role stacks.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Faster to compute than P-256, but 30–60× larger messages: the radio link becomes the bottleneck.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5 」 Secure file transfer and 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