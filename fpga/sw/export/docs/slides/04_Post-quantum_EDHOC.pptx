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868" r:id="rId15"/>
    <p:sldId id="869" r:id="rId16"/>
    <p:sldId id="870" r:id="rId17"/>
    <p:sldId id="871" r:id="rId18"/>
    <p:sldId id="872" r:id="rId19"/>
    <p:sldId id="873" r:id="rId20"/>
    <p:sldId id="874" r:id="rId21"/>
    <p:sldId id="875" r:id="rId22"/>
    <p:sldId id="876" r:id="rId23"/>
    <p:sldId id="877" r:id="rId24"/>
    <p:sldId id="878" r:id="rId25"/>
    <p:sldId id="879" r:id="rId26"/>
    <p:sldId id="880" r:id="rId27"/>
    <p:sldId id="881" r:id="rId28"/>
    <p:sldId id="882" r:id="rId29"/>
    <p:sldId id="883" r:id="rId30"/>
    <p:sldId id="884" r:id="rId31"/>
    <p:sldId id="885" r:id="rId32"/>
    <p:sldId id="886" r:id="rId33"/>
    <p:sldId id="887" r:id="rId34"/>
    <p:sldId id="888" r:id="rId35"/>
    <p:sldId id="889" r:id="rId36"/>
    <p:sldId id="890" r:id="rId37"/>
    <p:sldId id="891" r:id="rId38"/>
    <p:sldId id="892" r:id="rId13"/>
    <p:sldId id="893" r:id="rId12"/>
    <p:sldId id="894" r:id="rId11"/>
    <p:sldId id="895" r:id="rId10"/>
    <p:sldId id="896" r:id="rId9"/>
    <p:sldId id="897" r:id="rId8"/>
    <p:sldId id="898" r:id="rId7"/>
    <p:sldId id="899" r:id="rId6"/>
    <p:sldId id="900" r:id="rId5"/>
    <p:sldId id="901" r:id="rId48"/>
    <p:sldId id="902" r:id="rId49"/>
    <p:sldId id="903" r:id="rId50"/>
    <p:sldId id="904" r:id="rId51"/>
    <p:sldId id="905" r:id="rId52"/>
    <p:sldId id="906" r:id="rId53"/>
    <p:sldId id="907" r:id="rId54"/>
    <p:sldId id="908" r:id="rId55"/>
    <p:sldId id="909" r:id="rId56"/>
    <p:sldId id="910" r:id="rId5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5517E-E862-4EF9-9EE4-3D3DDDB67D8E}" v="5" dt="2024-12-16T21:11:47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3" autoAdjust="0"/>
    <p:restoredTop sz="87853" autoAdjust="0"/>
  </p:normalViewPr>
  <p:slideViewPr>
    <p:cSldViewPr snapToGrid="0">
      <p:cViewPr varScale="1">
        <p:scale>
          <a:sx n="97" d="100"/>
          <a:sy n="97" d="100"/>
        </p:scale>
        <p:origin x="918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34.xml"/><Relationship Id="rId11" Type="http://schemas.openxmlformats.org/officeDocument/2006/relationships/slide" Target="slides/slide33.xml"/><Relationship Id="rId12" Type="http://schemas.openxmlformats.org/officeDocument/2006/relationships/slide" Target="slides/slide32.xml"/><Relationship Id="rId13" Type="http://schemas.openxmlformats.org/officeDocument/2006/relationships/slide" Target="slides/slide3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microsoft.com/office/2016/11/relationships/changesInfo" Target="changesInfos/changesInfo1.xml"/><Relationship Id="rId47" Type="http://schemas.microsoft.com/office/2015/10/relationships/revisionInfo" Target="revisionInfo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̀ng Nguyễn" userId="a3264f406de754db" providerId="LiveId" clId="{7D55517E-E862-4EF9-9EE4-3D3DDDB67D8E}"/>
    <pc:docChg chg="undo custSel modSld">
      <pc:chgData name="Hùng Nguyễn" userId="a3264f406de754db" providerId="LiveId" clId="{7D55517E-E862-4EF9-9EE4-3D3DDDB67D8E}" dt="2024-12-16T22:06:24.440" v="97" actId="13926"/>
      <pc:docMkLst>
        <pc:docMk/>
      </pc:docMkLst>
      <pc:sldChg chg="modSp">
        <pc:chgData name="Hùng Nguyễn" userId="a3264f406de754db" providerId="LiveId" clId="{7D55517E-E862-4EF9-9EE4-3D3DDDB67D8E}" dt="2024-12-16T21:07:49.110" v="92" actId="20578"/>
        <pc:sldMkLst>
          <pc:docMk/>
          <pc:sldMk cId="2596464391" sldId="529"/>
        </pc:sldMkLst>
        <pc:spChg chg="mod">
          <ac:chgData name="Hùng Nguyễn" userId="a3264f406de754db" providerId="LiveId" clId="{7D55517E-E862-4EF9-9EE4-3D3DDDB67D8E}" dt="2024-12-16T21:07:49.110" v="92" actId="20578"/>
          <ac:spMkLst>
            <pc:docMk/>
            <pc:sldMk cId="2596464391" sldId="52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0:57:12.083" v="3" actId="1076"/>
        <pc:sldMkLst>
          <pc:docMk/>
          <pc:sldMk cId="1681668655" sldId="649"/>
        </pc:sldMkLst>
        <pc:spChg chg="mod">
          <ac:chgData name="Hùng Nguyễn" userId="a3264f406de754db" providerId="LiveId" clId="{7D55517E-E862-4EF9-9EE4-3D3DDDB67D8E}" dt="2024-12-16T20:56:08.716" v="2" actId="21"/>
          <ac:spMkLst>
            <pc:docMk/>
            <pc:sldMk cId="1681668655" sldId="649"/>
            <ac:spMk id="10" creationId="{1BE54C2A-DD18-BC24-F8FA-CF8F2549F0FE}"/>
          </ac:spMkLst>
        </pc:spChg>
        <pc:picChg chg="mod">
          <ac:chgData name="Hùng Nguyễn" userId="a3264f406de754db" providerId="LiveId" clId="{7D55517E-E862-4EF9-9EE4-3D3DDDB67D8E}" dt="2024-12-16T20:57:12.083" v="3" actId="1076"/>
          <ac:picMkLst>
            <pc:docMk/>
            <pc:sldMk cId="1681668655" sldId="649"/>
            <ac:picMk id="1026" creationId="{CF6C067E-6A03-1E65-69C8-2468FE0B2E61}"/>
          </ac:picMkLst>
        </pc:picChg>
      </pc:sldChg>
      <pc:sldChg chg="modSp mod">
        <pc:chgData name="Hùng Nguyễn" userId="a3264f406de754db" providerId="LiveId" clId="{7D55517E-E862-4EF9-9EE4-3D3DDDB67D8E}" dt="2024-12-16T20:59:03.068" v="20" actId="20577"/>
        <pc:sldMkLst>
          <pc:docMk/>
          <pc:sldMk cId="394941886" sldId="878"/>
        </pc:sldMkLst>
        <pc:spChg chg="mod">
          <ac:chgData name="Hùng Nguyễn" userId="a3264f406de754db" providerId="LiveId" clId="{7D55517E-E862-4EF9-9EE4-3D3DDDB67D8E}" dt="2024-12-16T20:59:03.068" v="20" actId="20577"/>
          <ac:spMkLst>
            <pc:docMk/>
            <pc:sldMk cId="394941886" sldId="878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0:59:28.653" v="21" actId="13926"/>
        <pc:sldMkLst>
          <pc:docMk/>
          <pc:sldMk cId="664769666" sldId="879"/>
        </pc:sldMkLst>
        <pc:spChg chg="mod">
          <ac:chgData name="Hùng Nguyễn" userId="a3264f406de754db" providerId="LiveId" clId="{7D55517E-E862-4EF9-9EE4-3D3DDDB67D8E}" dt="2024-12-16T20:59:28.653" v="21" actId="13926"/>
          <ac:spMkLst>
            <pc:docMk/>
            <pc:sldMk cId="664769666" sldId="879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5:19.913" v="90" actId="13926"/>
        <pc:sldMkLst>
          <pc:docMk/>
          <pc:sldMk cId="1863945830" sldId="882"/>
        </pc:sldMkLst>
        <pc:spChg chg="mod">
          <ac:chgData name="Hùng Nguyễn" userId="a3264f406de754db" providerId="LiveId" clId="{7D55517E-E862-4EF9-9EE4-3D3DDDB67D8E}" dt="2024-12-16T21:05:19.913" v="90" actId="13926"/>
          <ac:spMkLst>
            <pc:docMk/>
            <pc:sldMk cId="1863945830" sldId="882"/>
            <ac:spMk id="10" creationId="{1BE54C2A-DD18-BC24-F8FA-CF8F2549F0FE}"/>
          </ac:spMkLst>
        </pc:spChg>
      </pc:sldChg>
      <pc:sldChg chg="modSp mod">
        <pc:chgData name="Hùng Nguyễn" userId="a3264f406de754db" providerId="LiveId" clId="{7D55517E-E862-4EF9-9EE4-3D3DDDB67D8E}" dt="2024-12-16T21:09:04.607" v="93" actId="13926"/>
        <pc:sldMkLst>
          <pc:docMk/>
          <pc:sldMk cId="3073145533" sldId="884"/>
        </pc:sldMkLst>
        <pc:spChg chg="mod">
          <ac:chgData name="Hùng Nguyễn" userId="a3264f406de754db" providerId="LiveId" clId="{7D55517E-E862-4EF9-9EE4-3D3DDDB67D8E}" dt="2024-12-16T21:09:04.607" v="93" actId="13926"/>
          <ac:spMkLst>
            <pc:docMk/>
            <pc:sldMk cId="3073145533" sldId="884"/>
            <ac:spMk id="23" creationId="{2F1B6414-76FA-91EC-E1AB-79F9C2951FD1}"/>
          </ac:spMkLst>
        </pc:spChg>
      </pc:sldChg>
      <pc:sldChg chg="modSp">
        <pc:chgData name="Hùng Nguyễn" userId="a3264f406de754db" providerId="LiveId" clId="{7D55517E-E862-4EF9-9EE4-3D3DDDB67D8E}" dt="2024-12-16T21:11:47.467" v="95" actId="20578"/>
        <pc:sldMkLst>
          <pc:docMk/>
          <pc:sldMk cId="2268627766" sldId="887"/>
        </pc:sldMkLst>
        <pc:spChg chg="mod">
          <ac:chgData name="Hùng Nguyễn" userId="a3264f406de754db" providerId="LiveId" clId="{7D55517E-E862-4EF9-9EE4-3D3DDDB67D8E}" dt="2024-12-16T21:11:47.467" v="95" actId="20578"/>
          <ac:spMkLst>
            <pc:docMk/>
            <pc:sldMk cId="2268627766" sldId="887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1:17:33.777" v="96" actId="13926"/>
        <pc:sldMkLst>
          <pc:docMk/>
          <pc:sldMk cId="2259400226" sldId="889"/>
        </pc:sldMkLst>
        <pc:spChg chg="mod">
          <ac:chgData name="Hùng Nguyễn" userId="a3264f406de754db" providerId="LiveId" clId="{7D55517E-E862-4EF9-9EE4-3D3DDDB67D8E}" dt="2024-12-16T21:17:33.777" v="96" actId="13926"/>
          <ac:spMkLst>
            <pc:docMk/>
            <pc:sldMk cId="2259400226" sldId="889"/>
            <ac:spMk id="23" creationId="{2F1B6414-76FA-91EC-E1AB-79F9C2951FD1}"/>
          </ac:spMkLst>
        </pc:spChg>
      </pc:sldChg>
      <pc:sldChg chg="modSp mod">
        <pc:chgData name="Hùng Nguyễn" userId="a3264f406de754db" providerId="LiveId" clId="{7D55517E-E862-4EF9-9EE4-3D3DDDB67D8E}" dt="2024-12-16T22:06:24.440" v="97" actId="13926"/>
        <pc:sldMkLst>
          <pc:docMk/>
          <pc:sldMk cId="1661536847" sldId="897"/>
        </pc:sldMkLst>
        <pc:spChg chg="mod">
          <ac:chgData name="Hùng Nguyễn" userId="a3264f406de754db" providerId="LiveId" clId="{7D55517E-E862-4EF9-9EE4-3D3DDDB67D8E}" dt="2024-12-16T22:06:24.440" v="97" actId="13926"/>
          <ac:spMkLst>
            <pc:docMk/>
            <pc:sldMk cId="1661536847" sldId="897"/>
            <ac:spMk id="2" creationId="{996F9A6C-FECF-9BFA-1C8B-D07598761C49}"/>
          </ac:spMkLst>
        </pc:spChg>
      </pc:sldChg>
    </pc:docChg>
  </pc:docChgLst>
  <pc:docChgLst>
    <pc:chgData name="Trong-Thuc Hoang" userId="74af82dad18fbf6c" providerId="LiveId" clId="{8372D42A-D0C1-4E4C-865A-97CA549E688F}"/>
    <pc:docChg chg="undo custSel addSld delSld modSld sldOrd">
      <pc:chgData name="Trong-Thuc Hoang" userId="74af82dad18fbf6c" providerId="LiveId" clId="{8372D42A-D0C1-4E4C-865A-97CA549E688F}" dt="2021-09-30T18:16:46.536" v="6078" actId="1076"/>
      <pc:docMkLst>
        <pc:docMk/>
      </pc:docMkLst>
      <pc:sldChg chg="modSp mod">
        <pc:chgData name="Trong-Thuc Hoang" userId="74af82dad18fbf6c" providerId="LiveId" clId="{8372D42A-D0C1-4E4C-865A-97CA549E688F}" dt="2021-09-28T02:16:18.983" v="312" actId="2085"/>
        <pc:sldMkLst>
          <pc:docMk/>
          <pc:sldMk cId="0" sldId="256"/>
        </pc:sldMkLst>
        <pc:spChg chg="mod">
          <ac:chgData name="Trong-Thuc Hoang" userId="74af82dad18fbf6c" providerId="LiveId" clId="{8372D42A-D0C1-4E4C-865A-97CA549E688F}" dt="2021-09-28T02:11:12.493" v="69" actId="122"/>
          <ac:spMkLst>
            <pc:docMk/>
            <pc:sldMk cId="0" sldId="256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18.983" v="312" actId="2085"/>
          <ac:spMkLst>
            <pc:docMk/>
            <pc:sldMk cId="0" sldId="256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1:07.370" v="58" actId="20577"/>
          <ac:spMkLst>
            <pc:docMk/>
            <pc:sldMk cId="0" sldId="256"/>
            <ac:spMk id="41" creationId="{00000000-0000-0000-0000-000000000000}"/>
          </ac:spMkLst>
        </pc:spChg>
      </pc:sldChg>
      <pc:sldChg chg="addSp modSp mod">
        <pc:chgData name="Trong-Thuc Hoang" userId="74af82dad18fbf6c" providerId="LiveId" clId="{8372D42A-D0C1-4E4C-865A-97CA549E688F}" dt="2021-09-28T02:16:45.606" v="326" actId="207"/>
        <pc:sldMkLst>
          <pc:docMk/>
          <pc:sldMk cId="0" sldId="260"/>
        </pc:sldMkLst>
        <pc:spChg chg="add mod">
          <ac:chgData name="Trong-Thuc Hoang" userId="74af82dad18fbf6c" providerId="LiveId" clId="{8372D42A-D0C1-4E4C-865A-97CA549E688F}" dt="2021-09-28T02:15:50.761" v="309"/>
          <ac:spMkLst>
            <pc:docMk/>
            <pc:sldMk cId="0" sldId="260"/>
            <ac:spMk id="6" creationId="{AF9D3C03-E9C9-4903-973A-E07E3F486E8A}"/>
          </ac:spMkLst>
        </pc:spChg>
        <pc:spChg chg="add mod">
          <ac:chgData name="Trong-Thuc Hoang" userId="74af82dad18fbf6c" providerId="LiveId" clId="{8372D42A-D0C1-4E4C-865A-97CA549E688F}" dt="2021-09-28T02:15:58.309" v="310"/>
          <ac:spMkLst>
            <pc:docMk/>
            <pc:sldMk cId="0" sldId="260"/>
            <ac:spMk id="8" creationId="{E74905CF-9580-4841-AAEC-D6B501EE967B}"/>
          </ac:spMkLst>
        </pc:spChg>
        <pc:spChg chg="mod">
          <ac:chgData name="Trong-Thuc Hoang" userId="74af82dad18fbf6c" providerId="LiveId" clId="{8372D42A-D0C1-4E4C-865A-97CA549E688F}" dt="2021-09-28T02:16:45.606" v="326" actId="207"/>
          <ac:spMkLst>
            <pc:docMk/>
            <pc:sldMk cId="0" sldId="260"/>
            <ac:spMk id="67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7" creationId="{DC07B64D-F58B-400B-BB25-CCA03CC569B4}"/>
          </ac:picMkLst>
        </pc:picChg>
        <pc:picChg chg="add mod">
          <ac:chgData name="Trong-Thuc Hoang" userId="74af82dad18fbf6c" providerId="LiveId" clId="{8372D42A-D0C1-4E4C-865A-97CA549E688F}" dt="2021-09-28T02:15:58.309" v="310"/>
          <ac:picMkLst>
            <pc:docMk/>
            <pc:sldMk cId="0" sldId="260"/>
            <ac:picMk id="9" creationId="{9DE8A4C6-EF40-4C98-86CA-0B5033F2A770}"/>
          </ac:picMkLst>
        </pc:picChg>
      </pc:sldChg>
      <pc:sldChg chg="del">
        <pc:chgData name="Trong-Thuc Hoang" userId="74af82dad18fbf6c" providerId="LiveId" clId="{8372D42A-D0C1-4E4C-865A-97CA549E688F}" dt="2021-09-28T02:11:18.519" v="70" actId="47"/>
        <pc:sldMkLst>
          <pc:docMk/>
          <pc:sldMk cId="3453131820" sldId="409"/>
        </pc:sldMkLst>
      </pc:sldChg>
      <pc:sldChg chg="del">
        <pc:chgData name="Trong-Thuc Hoang" userId="74af82dad18fbf6c" providerId="LiveId" clId="{8372D42A-D0C1-4E4C-865A-97CA549E688F}" dt="2021-09-28T02:11:18.890" v="72" actId="47"/>
        <pc:sldMkLst>
          <pc:docMk/>
          <pc:sldMk cId="889329703" sldId="411"/>
        </pc:sldMkLst>
      </pc:sldChg>
      <pc:sldChg chg="del">
        <pc:chgData name="Trong-Thuc Hoang" userId="74af82dad18fbf6c" providerId="LiveId" clId="{8372D42A-D0C1-4E4C-865A-97CA549E688F}" dt="2021-09-28T02:11:18.705" v="71" actId="47"/>
        <pc:sldMkLst>
          <pc:docMk/>
          <pc:sldMk cId="3487393316" sldId="412"/>
        </pc:sldMkLst>
      </pc:sldChg>
      <pc:sldChg chg="del">
        <pc:chgData name="Trong-Thuc Hoang" userId="74af82dad18fbf6c" providerId="LiveId" clId="{8372D42A-D0C1-4E4C-865A-97CA549E688F}" dt="2021-09-28T02:11:19.097" v="73" actId="47"/>
        <pc:sldMkLst>
          <pc:docMk/>
          <pc:sldMk cId="4254911953" sldId="413"/>
        </pc:sldMkLst>
      </pc:sldChg>
      <pc:sldChg chg="del">
        <pc:chgData name="Trong-Thuc Hoang" userId="74af82dad18fbf6c" providerId="LiveId" clId="{8372D42A-D0C1-4E4C-865A-97CA549E688F}" dt="2021-09-28T02:11:19.275" v="74" actId="47"/>
        <pc:sldMkLst>
          <pc:docMk/>
          <pc:sldMk cId="1180577483" sldId="414"/>
        </pc:sldMkLst>
      </pc:sldChg>
      <pc:sldChg chg="del">
        <pc:chgData name="Trong-Thuc Hoang" userId="74af82dad18fbf6c" providerId="LiveId" clId="{8372D42A-D0C1-4E4C-865A-97CA549E688F}" dt="2021-09-28T02:11:19.475" v="75" actId="47"/>
        <pc:sldMkLst>
          <pc:docMk/>
          <pc:sldMk cId="3005430158" sldId="415"/>
        </pc:sldMkLst>
      </pc:sldChg>
      <pc:sldChg chg="del">
        <pc:chgData name="Trong-Thuc Hoang" userId="74af82dad18fbf6c" providerId="LiveId" clId="{8372D42A-D0C1-4E4C-865A-97CA549E688F}" dt="2021-09-28T02:11:19.678" v="76" actId="47"/>
        <pc:sldMkLst>
          <pc:docMk/>
          <pc:sldMk cId="3052037786" sldId="416"/>
        </pc:sldMkLst>
      </pc:sldChg>
      <pc:sldChg chg="del">
        <pc:chgData name="Trong-Thuc Hoang" userId="74af82dad18fbf6c" providerId="LiveId" clId="{8372D42A-D0C1-4E4C-865A-97CA549E688F}" dt="2021-09-28T02:11:19.854" v="77" actId="47"/>
        <pc:sldMkLst>
          <pc:docMk/>
          <pc:sldMk cId="3195299664" sldId="417"/>
        </pc:sldMkLst>
      </pc:sldChg>
      <pc:sldChg chg="del">
        <pc:chgData name="Trong-Thuc Hoang" userId="74af82dad18fbf6c" providerId="LiveId" clId="{8372D42A-D0C1-4E4C-865A-97CA549E688F}" dt="2021-09-28T02:11:20.233" v="79" actId="47"/>
        <pc:sldMkLst>
          <pc:docMk/>
          <pc:sldMk cId="669585560" sldId="418"/>
        </pc:sldMkLst>
      </pc:sldChg>
      <pc:sldChg chg="delSp del mod">
        <pc:chgData name="Trong-Thuc Hoang" userId="74af82dad18fbf6c" providerId="LiveId" clId="{8372D42A-D0C1-4E4C-865A-97CA549E688F}" dt="2021-09-28T02:15:31.685" v="300" actId="47"/>
        <pc:sldMkLst>
          <pc:docMk/>
          <pc:sldMk cId="2355887220" sldId="419"/>
        </pc:sldMkLst>
        <pc:picChg chg="del">
          <ac:chgData name="Trong-Thuc Hoang" userId="74af82dad18fbf6c" providerId="LiveId" clId="{8372D42A-D0C1-4E4C-865A-97CA549E688F}" dt="2021-09-28T02:11:22.311" v="82" actId="478"/>
          <ac:picMkLst>
            <pc:docMk/>
            <pc:sldMk cId="2355887220" sldId="419"/>
            <ac:picMk id="7" creationId="{09AD878B-2443-4A58-A63C-337AA155FEC1}"/>
          </ac:picMkLst>
        </pc:picChg>
      </pc:sldChg>
      <pc:sldChg chg="del">
        <pc:chgData name="Trong-Thuc Hoang" userId="74af82dad18fbf6c" providerId="LiveId" clId="{8372D42A-D0C1-4E4C-865A-97CA549E688F}" dt="2021-09-28T02:11:20.622" v="81" actId="47"/>
        <pc:sldMkLst>
          <pc:docMk/>
          <pc:sldMk cId="935151702" sldId="420"/>
        </pc:sldMkLst>
      </pc:sldChg>
      <pc:sldChg chg="delSp modSp add del mod">
        <pc:chgData name="Trong-Thuc Hoang" userId="74af82dad18fbf6c" providerId="LiveId" clId="{8372D42A-D0C1-4E4C-865A-97CA549E688F}" dt="2021-09-28T02:14:54.851" v="251" actId="47"/>
        <pc:sldMkLst>
          <pc:docMk/>
          <pc:sldMk cId="969733559" sldId="420"/>
        </pc:sldMkLst>
        <pc:spChg chg="del">
          <ac:chgData name="Trong-Thuc Hoang" userId="74af82dad18fbf6c" providerId="LiveId" clId="{8372D42A-D0C1-4E4C-865A-97CA549E688F}" dt="2021-09-28T02:11:52.757" v="85" actId="478"/>
          <ac:spMkLst>
            <pc:docMk/>
            <pc:sldMk cId="969733559" sldId="420"/>
            <ac:spMk id="39" creationId="{00000000-0000-0000-0000-000000000000}"/>
          </ac:spMkLst>
        </pc:spChg>
        <pc:spChg chg="del">
          <ac:chgData name="Trong-Thuc Hoang" userId="74af82dad18fbf6c" providerId="LiveId" clId="{8372D42A-D0C1-4E4C-865A-97CA549E688F}" dt="2021-09-28T02:11:51.107" v="84" actId="478"/>
          <ac:spMkLst>
            <pc:docMk/>
            <pc:sldMk cId="969733559" sldId="420"/>
            <ac:spMk id="40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3:02.030" v="165" actId="14100"/>
          <ac:spMkLst>
            <pc:docMk/>
            <pc:sldMk cId="969733559" sldId="420"/>
            <ac:spMk id="41" creationId="{00000000-0000-0000-0000-000000000000}"/>
          </ac:spMkLst>
        </pc:spChg>
      </pc:sldChg>
      <pc:sldChg chg="delSp modSp add mod">
        <pc:chgData name="Trong-Thuc Hoang" userId="74af82dad18fbf6c" providerId="LiveId" clId="{8372D42A-D0C1-4E4C-865A-97CA549E688F}" dt="2021-09-28T02:16:23.117" v="314" actId="207"/>
        <pc:sldMkLst>
          <pc:docMk/>
          <pc:sldMk cId="781326508" sldId="421"/>
        </pc:sldMkLst>
        <pc:spChg chg="del">
          <ac:chgData name="Trong-Thuc Hoang" userId="74af82dad18fbf6c" providerId="LiveId" clId="{8372D42A-D0C1-4E4C-865A-97CA549E688F}" dt="2021-09-28T02:13:17.531" v="167" actId="478"/>
          <ac:spMkLst>
            <pc:docMk/>
            <pc:sldMk cId="781326508" sldId="421"/>
            <ac:spMk id="39" creationId="{00000000-0000-0000-0000-000000000000}"/>
          </ac:spMkLst>
        </pc:spChg>
        <pc:spChg chg="mod">
          <ac:chgData name="Trong-Thuc Hoang" userId="74af82dad18fbf6c" providerId="LiveId" clId="{8372D42A-D0C1-4E4C-865A-97CA549E688F}" dt="2021-09-28T02:16:23.117" v="314" actId="207"/>
          <ac:spMkLst>
            <pc:docMk/>
            <pc:sldMk cId="781326508" sldId="421"/>
            <ac:spMk id="40" creationId="{00000000-0000-0000-0000-000000000000}"/>
          </ac:spMkLst>
        </pc:spChg>
        <pc:spChg chg="del mod">
          <ac:chgData name="Trong-Thuc Hoang" userId="74af82dad18fbf6c" providerId="LiveId" clId="{8372D42A-D0C1-4E4C-865A-97CA549E688F}" dt="2021-09-28T02:13:40.123" v="188" actId="478"/>
          <ac:spMkLst>
            <pc:docMk/>
            <pc:sldMk cId="781326508" sldId="421"/>
            <ac:spMk id="41" creationId="{00000000-0000-0000-0000-000000000000}"/>
          </ac:spMkLst>
        </pc:spChg>
      </pc:sldChg>
      <pc:sldChg chg="del">
        <pc:chgData name="Trong-Thuc Hoang" userId="74af82dad18fbf6c" providerId="LiveId" clId="{8372D42A-D0C1-4E4C-865A-97CA549E688F}" dt="2021-09-28T02:11:20.052" v="78" actId="47"/>
        <pc:sldMkLst>
          <pc:docMk/>
          <pc:sldMk cId="2169649859" sldId="421"/>
        </pc:sldMkLst>
      </pc:sldChg>
      <pc:sldChg chg="del">
        <pc:chgData name="Trong-Thuc Hoang" userId="74af82dad18fbf6c" providerId="LiveId" clId="{8372D42A-D0C1-4E4C-865A-97CA549E688F}" dt="2021-09-28T02:11:20.421" v="80" actId="47"/>
        <pc:sldMkLst>
          <pc:docMk/>
          <pc:sldMk cId="1528363038" sldId="422"/>
        </pc:sldMkLst>
      </pc:sldChg>
      <pc:sldChg chg="modSp add mod">
        <pc:chgData name="Trong-Thuc Hoang" userId="74af82dad18fbf6c" providerId="LiveId" clId="{8372D42A-D0C1-4E4C-865A-97CA549E688F}" dt="2021-09-28T02:16:30.093" v="318" actId="207"/>
        <pc:sldMkLst>
          <pc:docMk/>
          <pc:sldMk cId="3288063410" sldId="422"/>
        </pc:sldMkLst>
        <pc:spChg chg="mod">
          <ac:chgData name="Trong-Thuc Hoang" userId="74af82dad18fbf6c" providerId="LiveId" clId="{8372D42A-D0C1-4E4C-865A-97CA549E688F}" dt="2021-09-28T02:16:30.093" v="318" actId="207"/>
          <ac:spMkLst>
            <pc:docMk/>
            <pc:sldMk cId="3288063410" sldId="422"/>
            <ac:spMk id="40" creationId="{00000000-0000-0000-0000-000000000000}"/>
          </ac:spMkLst>
        </pc:spChg>
      </pc:sldChg>
      <pc:sldChg chg="modSp add mod">
        <pc:chgData name="Trong-Thuc Hoang" userId="74af82dad18fbf6c" providerId="LiveId" clId="{8372D42A-D0C1-4E4C-865A-97CA549E688F}" dt="2021-09-28T02:16:38.036" v="322" actId="207"/>
        <pc:sldMkLst>
          <pc:docMk/>
          <pc:sldMk cId="3165991195" sldId="423"/>
        </pc:sldMkLst>
        <pc:spChg chg="mod">
          <ac:chgData name="Trong-Thuc Hoang" userId="74af82dad18fbf6c" providerId="LiveId" clId="{8372D42A-D0C1-4E4C-865A-97CA549E688F}" dt="2021-09-28T02:16:38.036" v="322" actId="207"/>
          <ac:spMkLst>
            <pc:docMk/>
            <pc:sldMk cId="3165991195" sldId="423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17:56:08.275" v="341" actId="1076"/>
        <pc:sldMkLst>
          <pc:docMk/>
          <pc:sldMk cId="3254777054" sldId="424"/>
        </pc:sldMkLst>
        <pc:spChg chg="add del mod">
          <ac:chgData name="Trong-Thuc Hoang" userId="74af82dad18fbf6c" providerId="LiveId" clId="{8372D42A-D0C1-4E4C-865A-97CA549E688F}" dt="2021-09-28T17:56:06.305" v="340" actId="478"/>
          <ac:spMkLst>
            <pc:docMk/>
            <pc:sldMk cId="3254777054" sldId="424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02:15:05.476" v="269" actId="113"/>
          <ac:spMkLst>
            <pc:docMk/>
            <pc:sldMk cId="3254777054" sldId="424"/>
            <ac:spMk id="10" creationId="{CB76DC60-C0C9-436D-8956-EE4CA394869E}"/>
          </ac:spMkLst>
        </pc:spChg>
        <pc:spChg chg="mod">
          <ac:chgData name="Trong-Thuc Hoang" userId="74af82dad18fbf6c" providerId="LiveId" clId="{8372D42A-D0C1-4E4C-865A-97CA549E688F}" dt="2021-09-28T02:16:27.010" v="316" actId="207"/>
          <ac:spMkLst>
            <pc:docMk/>
            <pc:sldMk cId="3254777054" sldId="424"/>
            <ac:spMk id="63" creationId="{00000000-0000-0000-0000-000000000000}"/>
          </ac:spMkLst>
        </pc:spChg>
        <pc:picChg chg="add mod ord">
          <ac:chgData name="Trong-Thuc Hoang" userId="74af82dad18fbf6c" providerId="LiveId" clId="{8372D42A-D0C1-4E4C-865A-97CA549E688F}" dt="2021-09-28T17:56:08.275" v="341" actId="1076"/>
          <ac:picMkLst>
            <pc:docMk/>
            <pc:sldMk cId="3254777054" sldId="424"/>
            <ac:picMk id="3" creationId="{84D05E83-D716-4D10-A452-9CFA9C97C143}"/>
          </ac:picMkLst>
        </pc:picChg>
      </pc:sldChg>
      <pc:sldChg chg="add del">
        <pc:chgData name="Trong-Thuc Hoang" userId="74af82dad18fbf6c" providerId="LiveId" clId="{8372D42A-D0C1-4E4C-865A-97CA549E688F}" dt="2021-09-28T02:15:08.597" v="270" actId="47"/>
        <pc:sldMkLst>
          <pc:docMk/>
          <pc:sldMk cId="1451896661" sldId="425"/>
        </pc:sldMkLst>
      </pc:sldChg>
      <pc:sldChg chg="addSp delSp modSp add mod">
        <pc:chgData name="Trong-Thuc Hoang" userId="74af82dad18fbf6c" providerId="LiveId" clId="{8372D42A-D0C1-4E4C-865A-97CA549E688F}" dt="2021-09-30T17:27:13.232" v="4225" actId="20577"/>
        <pc:sldMkLst>
          <pc:docMk/>
          <pc:sldMk cId="2706916780" sldId="425"/>
        </pc:sldMkLst>
        <pc:spChg chg="add del mod">
          <ac:chgData name="Trong-Thuc Hoang" userId="74af82dad18fbf6c" providerId="LiveId" clId="{8372D42A-D0C1-4E4C-865A-97CA549E688F}" dt="2021-09-30T15:35:54.662" v="2858" actId="478"/>
          <ac:spMkLst>
            <pc:docMk/>
            <pc:sldMk cId="2706916780" sldId="425"/>
            <ac:spMk id="2" creationId="{B20416AB-074C-4509-8855-594AB346C87E}"/>
          </ac:spMkLst>
        </pc:spChg>
        <pc:spChg chg="del mod">
          <ac:chgData name="Trong-Thuc Hoang" userId="74af82dad18fbf6c" providerId="LiveId" clId="{8372D42A-D0C1-4E4C-865A-97CA549E688F}" dt="2021-09-30T15:35:55.585" v="2859" actId="478"/>
          <ac:spMkLst>
            <pc:docMk/>
            <pc:sldMk cId="2706916780" sldId="425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9T02:40:42.028" v="2383" actId="20577"/>
          <ac:spMkLst>
            <pc:docMk/>
            <pc:sldMk cId="2706916780" sldId="425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5:32:48.413" v="2743" actId="478"/>
          <ac:spMkLst>
            <pc:docMk/>
            <pc:sldMk cId="2706916780" sldId="425"/>
            <ac:spMk id="11" creationId="{1C54F0FC-8F0F-4125-BB82-1B92C6E37EBA}"/>
          </ac:spMkLst>
        </pc:spChg>
        <pc:spChg chg="add mod">
          <ac:chgData name="Trong-Thuc Hoang" userId="74af82dad18fbf6c" providerId="LiveId" clId="{8372D42A-D0C1-4E4C-865A-97CA549E688F}" dt="2021-09-30T17:19:38.170" v="3690" actId="207"/>
          <ac:spMkLst>
            <pc:docMk/>
            <pc:sldMk cId="2706916780" sldId="425"/>
            <ac:spMk id="12" creationId="{D6EB564E-2EDF-4DE6-B3AE-77B91B98AB16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13" creationId="{D37E89E8-D26B-4F6E-ABA1-4DF09507A5D2}"/>
          </ac:spMkLst>
        </pc:spChg>
        <pc:spChg chg="add del mod">
          <ac:chgData name="Trong-Thuc Hoang" userId="74af82dad18fbf6c" providerId="LiveId" clId="{8372D42A-D0C1-4E4C-865A-97CA549E688F}" dt="2021-09-30T15:57:57.617" v="3169" actId="478"/>
          <ac:spMkLst>
            <pc:docMk/>
            <pc:sldMk cId="2706916780" sldId="425"/>
            <ac:spMk id="14" creationId="{94AF0D11-8202-4F7F-A7D8-F4F7FAEFA7A3}"/>
          </ac:spMkLst>
        </pc:spChg>
        <pc:spChg chg="add mod">
          <ac:chgData name="Trong-Thuc Hoang" userId="74af82dad18fbf6c" providerId="LiveId" clId="{8372D42A-D0C1-4E4C-865A-97CA549E688F}" dt="2021-09-30T17:27:13.232" v="4225" actId="20577"/>
          <ac:spMkLst>
            <pc:docMk/>
            <pc:sldMk cId="2706916780" sldId="425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5:32:16.196" v="2730" actId="113"/>
          <ac:spMkLst>
            <pc:docMk/>
            <pc:sldMk cId="2706916780" sldId="425"/>
            <ac:spMk id="16" creationId="{F6B00377-BCC5-4D28-82AB-94BA6C5F0F50}"/>
          </ac:spMkLst>
        </pc:spChg>
        <pc:spChg chg="add del mod">
          <ac:chgData name="Trong-Thuc Hoang" userId="74af82dad18fbf6c" providerId="LiveId" clId="{8372D42A-D0C1-4E4C-865A-97CA549E688F}" dt="2021-09-30T15:44:42.022" v="2958" actId="478"/>
          <ac:spMkLst>
            <pc:docMk/>
            <pc:sldMk cId="2706916780" sldId="425"/>
            <ac:spMk id="17" creationId="{CE86D63F-8898-4F2B-A550-1C9FDD2E5A35}"/>
          </ac:spMkLst>
        </pc:spChg>
        <pc:spChg chg="add mod">
          <ac:chgData name="Trong-Thuc Hoang" userId="74af82dad18fbf6c" providerId="LiveId" clId="{8372D42A-D0C1-4E4C-865A-97CA549E688F}" dt="2021-09-30T15:48:40.270" v="3020" actId="1582"/>
          <ac:spMkLst>
            <pc:docMk/>
            <pc:sldMk cId="2706916780" sldId="425"/>
            <ac:spMk id="18" creationId="{2C29FF1D-AF73-4D1C-9956-B4E87DA24889}"/>
          </ac:spMkLst>
        </pc:spChg>
        <pc:spChg chg="add mod">
          <ac:chgData name="Trong-Thuc Hoang" userId="74af82dad18fbf6c" providerId="LiveId" clId="{8372D42A-D0C1-4E4C-865A-97CA549E688F}" dt="2021-09-30T15:48:49.087" v="3023" actId="1076"/>
          <ac:spMkLst>
            <pc:docMk/>
            <pc:sldMk cId="2706916780" sldId="425"/>
            <ac:spMk id="26" creationId="{E27DEEFA-A1AB-4EB6-8AE1-F3233A9BB407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30" creationId="{455F6F0B-94B3-43DD-A655-2591A7D69AB8}"/>
          </ac:spMkLst>
        </pc:spChg>
        <pc:spChg chg="add del mod">
          <ac:chgData name="Trong-Thuc Hoang" userId="74af82dad18fbf6c" providerId="LiveId" clId="{8372D42A-D0C1-4E4C-865A-97CA549E688F}" dt="2021-09-30T15:47:35.637" v="3004" actId="478"/>
          <ac:spMkLst>
            <pc:docMk/>
            <pc:sldMk cId="2706916780" sldId="425"/>
            <ac:spMk id="32" creationId="{37FB749E-0A89-4B77-AC81-B5B7F4A3EE4A}"/>
          </ac:spMkLst>
        </pc:spChg>
        <pc:spChg chg="add del mod">
          <ac:chgData name="Trong-Thuc Hoang" userId="74af82dad18fbf6c" providerId="LiveId" clId="{8372D42A-D0C1-4E4C-865A-97CA549E688F}" dt="2021-09-30T17:14:27.364" v="3341" actId="478"/>
          <ac:spMkLst>
            <pc:docMk/>
            <pc:sldMk cId="2706916780" sldId="425"/>
            <ac:spMk id="35" creationId="{C617E987-58CE-407F-98BB-C8988DBECD9D}"/>
          </ac:spMkLst>
        </pc:spChg>
        <pc:spChg chg="add del mod">
          <ac:chgData name="Trong-Thuc Hoang" userId="74af82dad18fbf6c" providerId="LiveId" clId="{8372D42A-D0C1-4E4C-865A-97CA549E688F}" dt="2021-09-30T17:14:41.728" v="3350" actId="478"/>
          <ac:spMkLst>
            <pc:docMk/>
            <pc:sldMk cId="2706916780" sldId="425"/>
            <ac:spMk id="40" creationId="{6224BF12-E8B7-4DE4-B721-B058F85E170B}"/>
          </ac:spMkLst>
        </pc:spChg>
        <pc:spChg chg="add del mod">
          <ac:chgData name="Trong-Thuc Hoang" userId="74af82dad18fbf6c" providerId="LiveId" clId="{8372D42A-D0C1-4E4C-865A-97CA549E688F}" dt="2021-09-30T17:14:44.364" v="3352" actId="478"/>
          <ac:spMkLst>
            <pc:docMk/>
            <pc:sldMk cId="2706916780" sldId="425"/>
            <ac:spMk id="55" creationId="{036CEE61-4909-47C5-8747-E0B65530ACA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6" creationId="{A264AEBD-0A81-44F6-9D04-B374D6FAD33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8" creationId="{6F77F7B9-6A58-4F9F-809A-81CD728ADA52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59" creationId="{80A12C25-44B3-48A9-903F-18B9B234F999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0" creationId="{E608D1AA-2941-4B61-AA61-779EC36EF8A7}"/>
          </ac:spMkLst>
        </pc:spChg>
        <pc:spChg chg="mod">
          <ac:chgData name="Trong-Thuc Hoang" userId="74af82dad18fbf6c" providerId="LiveId" clId="{8372D42A-D0C1-4E4C-865A-97CA549E688F}" dt="2021-09-28T02:16:34.255" v="320" actId="207"/>
          <ac:spMkLst>
            <pc:docMk/>
            <pc:sldMk cId="2706916780" sldId="425"/>
            <ac:spMk id="63" creationId="{00000000-0000-0000-0000-00000000000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67" creationId="{0FE8C50E-DA81-4CA9-AF43-CC1E323C255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70" creationId="{E17B7F04-087A-4F10-B8D1-BA831F43B745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1" creationId="{35839DFD-570C-4643-BE6F-5CBB364B8630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4" creationId="{C2A89031-861B-43CC-9124-F9758159E441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76" creationId="{97F0BEC0-88A0-41DB-B235-20CFFACC03C0}"/>
          </ac:spMkLst>
        </pc:spChg>
        <pc:spChg chg="add mod">
          <ac:chgData name="Trong-Thuc Hoang" userId="74af82dad18fbf6c" providerId="LiveId" clId="{8372D42A-D0C1-4E4C-865A-97CA549E688F}" dt="2021-09-30T15:59:46.424" v="3195" actId="1076"/>
          <ac:spMkLst>
            <pc:docMk/>
            <pc:sldMk cId="2706916780" sldId="425"/>
            <ac:spMk id="80" creationId="{1B9CE19C-9B9F-4D5A-BE0F-0B05B3467A83}"/>
          </ac:spMkLst>
        </pc:spChg>
        <pc:spChg chg="add del mod">
          <ac:chgData name="Trong-Thuc Hoang" userId="74af82dad18fbf6c" providerId="LiveId" clId="{8372D42A-D0C1-4E4C-865A-97CA549E688F}" dt="2021-09-30T17:14:37.280" v="3347" actId="478"/>
          <ac:spMkLst>
            <pc:docMk/>
            <pc:sldMk cId="2706916780" sldId="425"/>
            <ac:spMk id="81" creationId="{E5884A9D-7A36-4A44-A915-03DA52F5E0A2}"/>
          </ac:spMkLst>
        </pc:spChg>
        <pc:spChg chg="add del mod">
          <ac:chgData name="Trong-Thuc Hoang" userId="74af82dad18fbf6c" providerId="LiveId" clId="{8372D42A-D0C1-4E4C-865A-97CA549E688F}" dt="2021-09-30T17:09:11.166" v="3248" actId="478"/>
          <ac:spMkLst>
            <pc:docMk/>
            <pc:sldMk cId="2706916780" sldId="425"/>
            <ac:spMk id="82" creationId="{C42089AC-54AE-4F3C-B7C5-AB781C8307AE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3" creationId="{AF49A075-12CD-45EA-B242-01EA745A975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8" creationId="{3DC2396B-8E56-4687-AB86-7E5FD1047720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99" creationId="{A6DCB00C-1559-4EA1-AF51-C4124AA60176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2" creationId="{3C080CD5-6B48-4C8C-B7FE-D06541C5F284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3" creationId="{F100CD1F-DDFA-42EA-8A99-191A02EA757A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5" creationId="{C4DEEAEA-46DA-466D-A3A4-00D24190A969}"/>
          </ac:spMkLst>
        </pc:spChg>
        <pc:spChg chg="add del mod">
          <ac:chgData name="Trong-Thuc Hoang" userId="74af82dad18fbf6c" providerId="LiveId" clId="{8372D42A-D0C1-4E4C-865A-97CA549E688F}" dt="2021-09-30T17:14:35.176" v="3346" actId="478"/>
          <ac:spMkLst>
            <pc:docMk/>
            <pc:sldMk cId="2706916780" sldId="425"/>
            <ac:spMk id="106" creationId="{EA5548A5-EC4F-4544-AC78-9C2DB40BB739}"/>
          </ac:spMkLst>
        </pc:spChg>
        <pc:spChg chg="add del mod">
          <ac:chgData name="Trong-Thuc Hoang" userId="74af82dad18fbf6c" providerId="LiveId" clId="{8372D42A-D0C1-4E4C-865A-97CA549E688F}" dt="2021-09-30T17:14:32.310" v="3345" actId="478"/>
          <ac:spMkLst>
            <pc:docMk/>
            <pc:sldMk cId="2706916780" sldId="425"/>
            <ac:spMk id="111" creationId="{AD7A6478-60A1-43D5-9087-9236D9497E86}"/>
          </ac:spMkLst>
        </pc:spChg>
        <pc:cxnChg chg="add mod">
          <ac:chgData name="Trong-Thuc Hoang" userId="74af82dad18fbf6c" providerId="LiveId" clId="{8372D42A-D0C1-4E4C-865A-97CA549E688F}" dt="2021-09-30T15:48:46.423" v="3022" actId="1076"/>
          <ac:cxnSpMkLst>
            <pc:docMk/>
            <pc:sldMk cId="2706916780" sldId="425"/>
            <ac:cxnSpMk id="4" creationId="{5A306D08-5F08-40E3-A145-39995C736AB7}"/>
          </ac:cxnSpMkLst>
        </pc:cxnChg>
        <pc:cxnChg chg="add del mod">
          <ac:chgData name="Trong-Thuc Hoang" userId="74af82dad18fbf6c" providerId="LiveId" clId="{8372D42A-D0C1-4E4C-865A-97CA549E688F}" dt="2021-09-30T17:14:38.608" v="3348" actId="478"/>
          <ac:cxnSpMkLst>
            <pc:docMk/>
            <pc:sldMk cId="2706916780" sldId="425"/>
            <ac:cxnSpMk id="9" creationId="{24D3AFC3-A6B2-4EA9-9D83-6CD81C2D6A24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9" creationId="{DF3DCC4B-3C3D-4DD5-8123-3CDCC04536E8}"/>
          </ac:cxnSpMkLst>
        </pc:cxnChg>
        <pc:cxnChg chg="add del mod">
          <ac:chgData name="Trong-Thuc Hoang" userId="74af82dad18fbf6c" providerId="LiveId" clId="{8372D42A-D0C1-4E4C-865A-97CA549E688F}" dt="2021-09-30T17:14:28.166" v="3342" actId="478"/>
          <ac:cxnSpMkLst>
            <pc:docMk/>
            <pc:sldMk cId="2706916780" sldId="425"/>
            <ac:cxnSpMk id="28" creationId="{04EC425D-6EF9-4DCF-A28B-C4E223D4BFB5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31" creationId="{4A9F9B2F-2C18-4198-8A18-A3494936D890}"/>
          </ac:cxnSpMkLst>
        </pc:cxnChg>
        <pc:cxnChg chg="add del mod">
          <ac:chgData name="Trong-Thuc Hoang" userId="74af82dad18fbf6c" providerId="LiveId" clId="{8372D42A-D0C1-4E4C-865A-97CA549E688F}" dt="2021-09-30T17:14:29.841" v="3343" actId="478"/>
          <ac:cxnSpMkLst>
            <pc:docMk/>
            <pc:sldMk cId="2706916780" sldId="425"/>
            <ac:cxnSpMk id="54" creationId="{C35F91D4-803B-47D1-A0FB-BDB7505BC9EB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57" creationId="{A58DB654-19E9-4184-8166-87644AF84146}"/>
          </ac:cxnSpMkLst>
        </pc:cxnChg>
        <pc:cxnChg chg="add del mod">
          <ac:chgData name="Trong-Thuc Hoang" userId="74af82dad18fbf6c" providerId="LiveId" clId="{8372D42A-D0C1-4E4C-865A-97CA549E688F}" dt="2021-09-30T15:55:17.954" v="3137" actId="478"/>
          <ac:cxnSpMkLst>
            <pc:docMk/>
            <pc:sldMk cId="2706916780" sldId="425"/>
            <ac:cxnSpMk id="64" creationId="{9DB63674-D61B-4208-AA78-0FC329A94F1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5" creationId="{C441BE28-F25E-45BD-A41E-2B54912EF466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68" creationId="{3CD03CA5-A527-4BB0-BA75-0B8D4F5F59B1}"/>
          </ac:cxnSpMkLst>
        </pc:cxnChg>
        <pc:cxnChg chg="add del mod">
          <ac:chgData name="Trong-Thuc Hoang" userId="74af82dad18fbf6c" providerId="LiveId" clId="{8372D42A-D0C1-4E4C-865A-97CA549E688F}" dt="2021-09-30T17:14:39.471" v="3349" actId="478"/>
          <ac:cxnSpMkLst>
            <pc:docMk/>
            <pc:sldMk cId="2706916780" sldId="425"/>
            <ac:cxnSpMk id="69" creationId="{64310648-8FC2-4D91-99F6-B3FAD5711380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75" creationId="{7EB4F8C8-88D3-4B50-817B-B0A799FD57CB}"/>
          </ac:cxnSpMkLst>
        </pc:cxnChg>
        <pc:cxnChg chg="add del mod">
          <ac:chgData name="Trong-Thuc Hoang" userId="74af82dad18fbf6c" providerId="LiveId" clId="{8372D42A-D0C1-4E4C-865A-97CA549E688F}" dt="2021-09-30T17:14:43.315" v="3351" actId="478"/>
          <ac:cxnSpMkLst>
            <pc:docMk/>
            <pc:sldMk cId="2706916780" sldId="425"/>
            <ac:cxnSpMk id="92" creationId="{E4056D8B-F6D7-420C-982F-2CCD2C1AC8E9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0" creationId="{39249C0B-742B-4AAB-AE35-A5D5EAD3BB8B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4" creationId="{FFDDA8C1-07E2-491D-A131-BCA105B98B75}"/>
          </ac:cxnSpMkLst>
        </pc:cxnChg>
        <pc:cxnChg chg="add del mod">
          <ac:chgData name="Trong-Thuc Hoang" userId="74af82dad18fbf6c" providerId="LiveId" clId="{8372D42A-D0C1-4E4C-865A-97CA549E688F}" dt="2021-09-30T17:14:35.176" v="3346" actId="478"/>
          <ac:cxnSpMkLst>
            <pc:docMk/>
            <pc:sldMk cId="2706916780" sldId="425"/>
            <ac:cxnSpMk id="107" creationId="{8DED88BB-8D29-4384-8DB8-1DBC110F524F}"/>
          </ac:cxnSpMkLst>
        </pc:cxnChg>
        <pc:cxnChg chg="add del mod">
          <ac:chgData name="Trong-Thuc Hoang" userId="74af82dad18fbf6c" providerId="LiveId" clId="{8372D42A-D0C1-4E4C-865A-97CA549E688F}" dt="2021-09-30T17:14:30.506" v="3344" actId="478"/>
          <ac:cxnSpMkLst>
            <pc:docMk/>
            <pc:sldMk cId="2706916780" sldId="425"/>
            <ac:cxnSpMk id="108" creationId="{8AAFF0B4-767C-4101-9448-C315EE4CEF38}"/>
          </ac:cxnSpMkLst>
        </pc:cxnChg>
        <pc:cxnChg chg="add del mod">
          <ac:chgData name="Trong-Thuc Hoang" userId="74af82dad18fbf6c" providerId="LiveId" clId="{8372D42A-D0C1-4E4C-865A-97CA549E688F}" dt="2021-09-30T17:14:37.280" v="3347" actId="478"/>
          <ac:cxnSpMkLst>
            <pc:docMk/>
            <pc:sldMk cId="2706916780" sldId="425"/>
            <ac:cxnSpMk id="113" creationId="{7410CD16-C658-436E-954F-C3369861267D}"/>
          </ac:cxnSpMkLst>
        </pc:cxnChg>
        <pc:cxnChg chg="add del mod">
          <ac:chgData name="Trong-Thuc Hoang" userId="74af82dad18fbf6c" providerId="LiveId" clId="{8372D42A-D0C1-4E4C-865A-97CA549E688F}" dt="2021-09-30T17:14:41.728" v="3350" actId="478"/>
          <ac:cxnSpMkLst>
            <pc:docMk/>
            <pc:sldMk cId="2706916780" sldId="425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9:58.845" v="5647" actId="14100"/>
        <pc:sldMkLst>
          <pc:docMk/>
          <pc:sldMk cId="1311341793" sldId="426"/>
        </pc:sldMkLst>
        <pc:spChg chg="del">
          <ac:chgData name="Trong-Thuc Hoang" userId="74af82dad18fbf6c" providerId="LiveId" clId="{8372D42A-D0C1-4E4C-865A-97CA549E688F}" dt="2021-09-30T17:57:15.322" v="5530" actId="478"/>
          <ac:spMkLst>
            <pc:docMk/>
            <pc:sldMk cId="1311341793" sldId="426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30T17:59:54.366" v="5645" actId="14100"/>
          <ac:spMkLst>
            <pc:docMk/>
            <pc:sldMk cId="1311341793" sldId="42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28T02:15:35.721" v="308" actId="20577"/>
          <ac:spMkLst>
            <pc:docMk/>
            <pc:sldMk cId="1311341793" sldId="426"/>
            <ac:spMk id="10" creationId="{CB76DC60-C0C9-436D-8956-EE4CA394869E}"/>
          </ac:spMkLst>
        </pc:spChg>
        <pc:spChg chg="add del mod">
          <ac:chgData name="Trong-Thuc Hoang" userId="74af82dad18fbf6c" providerId="LiveId" clId="{8372D42A-D0C1-4E4C-865A-97CA549E688F}" dt="2021-09-30T17:58:50.797" v="5600" actId="478"/>
          <ac:spMkLst>
            <pc:docMk/>
            <pc:sldMk cId="1311341793" sldId="426"/>
            <ac:spMk id="11" creationId="{19767369-5316-4F07-8D4A-6B54BF9233C8}"/>
          </ac:spMkLst>
        </pc:spChg>
        <pc:spChg chg="add mod">
          <ac:chgData name="Trong-Thuc Hoang" userId="74af82dad18fbf6c" providerId="LiveId" clId="{8372D42A-D0C1-4E4C-865A-97CA549E688F}" dt="2021-09-30T17:59:58.845" v="5647" actId="14100"/>
          <ac:spMkLst>
            <pc:docMk/>
            <pc:sldMk cId="1311341793" sldId="426"/>
            <ac:spMk id="12" creationId="{F31FCA47-B041-4DE5-8EEB-C9FAFC20EB93}"/>
          </ac:spMkLst>
        </pc:spChg>
        <pc:spChg chg="mod">
          <ac:chgData name="Trong-Thuc Hoang" userId="74af82dad18fbf6c" providerId="LiveId" clId="{8372D42A-D0C1-4E4C-865A-97CA549E688F}" dt="2021-09-28T02:16:41.590" v="324" actId="207"/>
          <ac:spMkLst>
            <pc:docMk/>
            <pc:sldMk cId="1311341793" sldId="426"/>
            <ac:spMk id="63" creationId="{00000000-0000-0000-0000-000000000000}"/>
          </ac:spMkLst>
        </pc:spChg>
        <pc:picChg chg="add mod">
          <ac:chgData name="Trong-Thuc Hoang" userId="74af82dad18fbf6c" providerId="LiveId" clId="{8372D42A-D0C1-4E4C-865A-97CA549E688F}" dt="2021-09-30T17:59:24.842" v="5630" actId="14100"/>
          <ac:picMkLst>
            <pc:docMk/>
            <pc:sldMk cId="1311341793" sldId="426"/>
            <ac:picMk id="7" creationId="{CE248AF9-D6DA-42B3-BE70-D2BDF7F472C0}"/>
          </ac:picMkLst>
        </pc:picChg>
        <pc:picChg chg="add mod">
          <ac:chgData name="Trong-Thuc Hoang" userId="74af82dad18fbf6c" providerId="LiveId" clId="{8372D42A-D0C1-4E4C-865A-97CA549E688F}" dt="2021-09-30T17:58:45.608" v="5599" actId="1076"/>
          <ac:picMkLst>
            <pc:docMk/>
            <pc:sldMk cId="1311341793" sldId="426"/>
            <ac:picMk id="8" creationId="{7A36C857-E75B-4571-8462-BF3EB9A63E2F}"/>
          </ac:picMkLst>
        </pc:picChg>
      </pc:sldChg>
      <pc:sldChg chg="addSp modSp add mod">
        <pc:chgData name="Trong-Thuc Hoang" userId="74af82dad18fbf6c" providerId="LiveId" clId="{8372D42A-D0C1-4E4C-865A-97CA549E688F}" dt="2021-09-28T20:58:26.057" v="2332"/>
        <pc:sldMkLst>
          <pc:docMk/>
          <pc:sldMk cId="1875431218" sldId="427"/>
        </pc:sldMkLst>
        <pc:spChg chg="mod">
          <ac:chgData name="Trong-Thuc Hoang" userId="74af82dad18fbf6c" providerId="LiveId" clId="{8372D42A-D0C1-4E4C-865A-97CA549E688F}" dt="2021-09-28T18:01:40.408" v="667" actId="1076"/>
          <ac:spMkLst>
            <pc:docMk/>
            <pc:sldMk cId="1875431218" sldId="427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20:58:26.057" v="2332"/>
          <ac:spMkLst>
            <pc:docMk/>
            <pc:sldMk cId="1875431218" sldId="427"/>
            <ac:spMk id="8" creationId="{51867311-569B-4619-9C86-F78A60E0E300}"/>
          </ac:spMkLst>
        </pc:spChg>
        <pc:spChg chg="add mod">
          <ac:chgData name="Trong-Thuc Hoang" userId="74af82dad18fbf6c" providerId="LiveId" clId="{8372D42A-D0C1-4E4C-865A-97CA549E688F}" dt="2021-09-28T19:48:32.606" v="1217" actId="20577"/>
          <ac:spMkLst>
            <pc:docMk/>
            <pc:sldMk cId="1875431218" sldId="427"/>
            <ac:spMk id="9" creationId="{14CABBD3-F2A5-4AE0-944B-73647886E772}"/>
          </ac:spMkLst>
        </pc:spChg>
        <pc:picChg chg="mod">
          <ac:chgData name="Trong-Thuc Hoang" userId="74af82dad18fbf6c" providerId="LiveId" clId="{8372D42A-D0C1-4E4C-865A-97CA549E688F}" dt="2021-09-28T18:01:16.802" v="662" actId="1076"/>
          <ac:picMkLst>
            <pc:docMk/>
            <pc:sldMk cId="1875431218" sldId="427"/>
            <ac:picMk id="3" creationId="{84D05E83-D716-4D10-A452-9CFA9C97C143}"/>
          </ac:picMkLst>
        </pc:picChg>
      </pc:sldChg>
      <pc:sldChg chg="addSp delSp modSp add mod">
        <pc:chgData name="Trong-Thuc Hoang" userId="74af82dad18fbf6c" providerId="LiveId" clId="{8372D42A-D0C1-4E4C-865A-97CA549E688F}" dt="2021-09-29T02:39:13.791" v="2363" actId="1076"/>
        <pc:sldMkLst>
          <pc:docMk/>
          <pc:sldMk cId="4128233178" sldId="428"/>
        </pc:sldMkLst>
        <pc:spChg chg="del">
          <ac:chgData name="Trong-Thuc Hoang" userId="74af82dad18fbf6c" providerId="LiveId" clId="{8372D42A-D0C1-4E4C-865A-97CA549E688F}" dt="2021-09-28T18:01:51.381" v="671" actId="478"/>
          <ac:spMkLst>
            <pc:docMk/>
            <pc:sldMk cId="4128233178" sldId="428"/>
            <ac:spMk id="5" creationId="{F7855ACE-6A94-4D19-8E9E-146ED26D40B0}"/>
          </ac:spMkLst>
        </pc:spChg>
        <pc:spChg chg="del mod">
          <ac:chgData name="Trong-Thuc Hoang" userId="74af82dad18fbf6c" providerId="LiveId" clId="{8372D42A-D0C1-4E4C-865A-97CA549E688F}" dt="2021-09-28T18:02:08.994" v="674" actId="478"/>
          <ac:spMkLst>
            <pc:docMk/>
            <pc:sldMk cId="4128233178" sldId="428"/>
            <ac:spMk id="8" creationId="{51867311-569B-4619-9C86-F78A60E0E300}"/>
          </ac:spMkLst>
        </pc:spChg>
        <pc:spChg chg="mod">
          <ac:chgData name="Trong-Thuc Hoang" userId="74af82dad18fbf6c" providerId="LiveId" clId="{8372D42A-D0C1-4E4C-865A-97CA549E688F}" dt="2021-09-29T02:39:11.233" v="2362" actId="1076"/>
          <ac:spMkLst>
            <pc:docMk/>
            <pc:sldMk cId="4128233178" sldId="428"/>
            <ac:spMk id="9" creationId="{14CABBD3-F2A5-4AE0-944B-73647886E772}"/>
          </ac:spMkLst>
        </pc:spChg>
        <pc:spChg chg="add mod">
          <ac:chgData name="Trong-Thuc Hoang" userId="74af82dad18fbf6c" providerId="LiveId" clId="{8372D42A-D0C1-4E4C-865A-97CA549E688F}" dt="2021-09-29T02:39:13.791" v="2363" actId="1076"/>
          <ac:spMkLst>
            <pc:docMk/>
            <pc:sldMk cId="4128233178" sldId="428"/>
            <ac:spMk id="12" creationId="{16042B2D-5D9A-46EE-A0A4-DB9911D8D584}"/>
          </ac:spMkLst>
        </pc:spChg>
        <pc:spChg chg="add del mod">
          <ac:chgData name="Trong-Thuc Hoang" userId="74af82dad18fbf6c" providerId="LiveId" clId="{8372D42A-D0C1-4E4C-865A-97CA549E688F}" dt="2021-09-28T19:44:06.379" v="894" actId="478"/>
          <ac:spMkLst>
            <pc:docMk/>
            <pc:sldMk cId="4128233178" sldId="428"/>
            <ac:spMk id="13" creationId="{17E73A47-A39E-4070-B8B7-E6FBBB317ED8}"/>
          </ac:spMkLst>
        </pc:spChg>
        <pc:picChg chg="del">
          <ac:chgData name="Trong-Thuc Hoang" userId="74af82dad18fbf6c" providerId="LiveId" clId="{8372D42A-D0C1-4E4C-865A-97CA549E688F}" dt="2021-09-28T18:01:43.983" v="668" actId="478"/>
          <ac:picMkLst>
            <pc:docMk/>
            <pc:sldMk cId="4128233178" sldId="428"/>
            <ac:picMk id="3" creationId="{84D05E83-D716-4D10-A452-9CFA9C97C143}"/>
          </ac:picMkLst>
        </pc:picChg>
        <pc:picChg chg="add mod ord">
          <ac:chgData name="Trong-Thuc Hoang" userId="74af82dad18fbf6c" providerId="LiveId" clId="{8372D42A-D0C1-4E4C-865A-97CA549E688F}" dt="2021-09-28T18:01:47.403" v="670" actId="167"/>
          <ac:picMkLst>
            <pc:docMk/>
            <pc:sldMk cId="4128233178" sldId="428"/>
            <ac:picMk id="11" creationId="{745F1B78-7FC7-4742-9B8C-F8D82A180397}"/>
          </ac:picMkLst>
        </pc:picChg>
      </pc:sldChg>
      <pc:sldChg chg="modSp add mod">
        <pc:chgData name="Trong-Thuc Hoang" userId="74af82dad18fbf6c" providerId="LiveId" clId="{8372D42A-D0C1-4E4C-865A-97CA549E688F}" dt="2021-09-28T19:43:06.009" v="877" actId="20577"/>
        <pc:sldMkLst>
          <pc:docMk/>
          <pc:sldMk cId="557860979" sldId="429"/>
        </pc:sldMkLst>
        <pc:spChg chg="mod">
          <ac:chgData name="Trong-Thuc Hoang" userId="74af82dad18fbf6c" providerId="LiveId" clId="{8372D42A-D0C1-4E4C-865A-97CA549E688F}" dt="2021-09-28T19:43:06.009" v="877" actId="20577"/>
          <ac:spMkLst>
            <pc:docMk/>
            <pc:sldMk cId="557860979" sldId="429"/>
            <ac:spMk id="40" creationId="{00000000-0000-0000-0000-000000000000}"/>
          </ac:spMkLst>
        </pc:spChg>
      </pc:sldChg>
      <pc:sldChg chg="addSp delSp modSp add mod">
        <pc:chgData name="Trong-Thuc Hoang" userId="74af82dad18fbf6c" providerId="LiveId" clId="{8372D42A-D0C1-4E4C-865A-97CA549E688F}" dt="2021-09-28T21:00:01.520" v="2361" actId="20577"/>
        <pc:sldMkLst>
          <pc:docMk/>
          <pc:sldMk cId="3060954198" sldId="430"/>
        </pc:sldMkLst>
        <pc:spChg chg="mod">
          <ac:chgData name="Trong-Thuc Hoang" userId="74af82dad18fbf6c" providerId="LiveId" clId="{8372D42A-D0C1-4E4C-865A-97CA549E688F}" dt="2021-09-28T21:00:01.520" v="2361" actId="20577"/>
          <ac:spMkLst>
            <pc:docMk/>
            <pc:sldMk cId="3060954198" sldId="430"/>
            <ac:spMk id="9" creationId="{14CABBD3-F2A5-4AE0-944B-73647886E772}"/>
          </ac:spMkLst>
        </pc:spChg>
        <pc:spChg chg="mod">
          <ac:chgData name="Trong-Thuc Hoang" userId="74af82dad18fbf6c" providerId="LiveId" clId="{8372D42A-D0C1-4E4C-865A-97CA549E688F}" dt="2021-09-28T19:46:18.447" v="1017" actId="1076"/>
          <ac:spMkLst>
            <pc:docMk/>
            <pc:sldMk cId="3060954198" sldId="430"/>
            <ac:spMk id="12" creationId="{16042B2D-5D9A-46EE-A0A4-DB9911D8D584}"/>
          </ac:spMkLst>
        </pc:spChg>
        <pc:picChg chg="add mod ord">
          <ac:chgData name="Trong-Thuc Hoang" userId="74af82dad18fbf6c" providerId="LiveId" clId="{8372D42A-D0C1-4E4C-865A-97CA549E688F}" dt="2021-09-28T19:49:15.635" v="1228" actId="1076"/>
          <ac:picMkLst>
            <pc:docMk/>
            <pc:sldMk cId="3060954198" sldId="430"/>
            <ac:picMk id="3" creationId="{47EC3837-E076-4FA1-9E22-8A005EED23BD}"/>
          </ac:picMkLst>
        </pc:picChg>
        <pc:picChg chg="del">
          <ac:chgData name="Trong-Thuc Hoang" userId="74af82dad18fbf6c" providerId="LiveId" clId="{8372D42A-D0C1-4E4C-865A-97CA549E688F}" dt="2021-09-28T19:45:25.389" v="1004" actId="478"/>
          <ac:picMkLst>
            <pc:docMk/>
            <pc:sldMk cId="3060954198" sldId="430"/>
            <ac:picMk id="11" creationId="{745F1B78-7FC7-4742-9B8C-F8D82A180397}"/>
          </ac:picMkLst>
        </pc:picChg>
      </pc:sldChg>
      <pc:sldChg chg="addSp delSp modSp add mod">
        <pc:chgData name="Trong-Thuc Hoang" userId="74af82dad18fbf6c" providerId="LiveId" clId="{8372D42A-D0C1-4E4C-865A-97CA549E688F}" dt="2021-09-28T19:56:51.068" v="1692" actId="478"/>
        <pc:sldMkLst>
          <pc:docMk/>
          <pc:sldMk cId="3468509138" sldId="431"/>
        </pc:sldMkLst>
        <pc:spChg chg="add del mod">
          <ac:chgData name="Trong-Thuc Hoang" userId="74af82dad18fbf6c" providerId="LiveId" clId="{8372D42A-D0C1-4E4C-865A-97CA549E688F}" dt="2021-09-28T19:56:51.068" v="1692" actId="478"/>
          <ac:spMkLst>
            <pc:docMk/>
            <pc:sldMk cId="3468509138" sldId="431"/>
            <ac:spMk id="4" creationId="{EFF45110-C4F8-4E83-8F0C-C90AD238626F}"/>
          </ac:spMkLst>
        </pc:spChg>
        <pc:spChg chg="del mod">
          <ac:chgData name="Trong-Thuc Hoang" userId="74af82dad18fbf6c" providerId="LiveId" clId="{8372D42A-D0C1-4E4C-865A-97CA549E688F}" dt="2021-09-28T19:50:24.212" v="1260" actId="478"/>
          <ac:spMkLst>
            <pc:docMk/>
            <pc:sldMk cId="3468509138" sldId="431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49:55.756" v="1250" actId="20577"/>
          <ac:spMkLst>
            <pc:docMk/>
            <pc:sldMk cId="3468509138" sldId="431"/>
            <ac:spMk id="10" creationId="{CB76DC60-C0C9-436D-8956-EE4CA394869E}"/>
          </ac:spMkLst>
        </pc:spChg>
        <pc:picChg chg="add mod ord">
          <ac:chgData name="Trong-Thuc Hoang" userId="74af82dad18fbf6c" providerId="LiveId" clId="{8372D42A-D0C1-4E4C-865A-97CA549E688F}" dt="2021-09-28T19:50:19.509" v="1258" actId="1076"/>
          <ac:picMkLst>
            <pc:docMk/>
            <pc:sldMk cId="3468509138" sldId="431"/>
            <ac:picMk id="3" creationId="{798F6911-2945-4A2F-90D7-310E4B442C4C}"/>
          </ac:picMkLst>
        </pc:picChg>
      </pc:sldChg>
      <pc:sldChg chg="addSp modSp add mod">
        <pc:chgData name="Trong-Thuc Hoang" userId="74af82dad18fbf6c" providerId="LiveId" clId="{8372D42A-D0C1-4E4C-865A-97CA549E688F}" dt="2021-09-30T17:56:10.644" v="5529" actId="6549"/>
        <pc:sldMkLst>
          <pc:docMk/>
          <pc:sldMk cId="2967571690" sldId="432"/>
        </pc:sldMkLst>
        <pc:spChg chg="mod">
          <ac:chgData name="Trong-Thuc Hoang" userId="74af82dad18fbf6c" providerId="LiveId" clId="{8372D42A-D0C1-4E4C-865A-97CA549E688F}" dt="2021-09-30T17:56:10.644" v="5529" actId="6549"/>
          <ac:spMkLst>
            <pc:docMk/>
            <pc:sldMk cId="2967571690" sldId="432"/>
            <ac:spMk id="5" creationId="{F7855ACE-6A94-4D19-8E9E-146ED26D40B0}"/>
          </ac:spMkLst>
        </pc:spChg>
        <pc:spChg chg="add mod">
          <ac:chgData name="Trong-Thuc Hoang" userId="74af82dad18fbf6c" providerId="LiveId" clId="{8372D42A-D0C1-4E4C-865A-97CA549E688F}" dt="2021-09-28T19:55:01.726" v="1662" actId="14100"/>
          <ac:spMkLst>
            <pc:docMk/>
            <pc:sldMk cId="2967571690" sldId="432"/>
            <ac:spMk id="8" creationId="{18955937-9543-4EE6-8BDD-B9ACD91302C5}"/>
          </ac:spMkLst>
        </pc:spChg>
        <pc:spChg chg="add mod">
          <ac:chgData name="Trong-Thuc Hoang" userId="74af82dad18fbf6c" providerId="LiveId" clId="{8372D42A-D0C1-4E4C-865A-97CA549E688F}" dt="2021-09-28T19:55:13.038" v="1668" actId="14100"/>
          <ac:spMkLst>
            <pc:docMk/>
            <pc:sldMk cId="2967571690" sldId="432"/>
            <ac:spMk id="9" creationId="{DF86E970-0155-487D-9B7A-789CF4D89C75}"/>
          </ac:spMkLst>
        </pc:spChg>
        <pc:spChg chg="add mod">
          <ac:chgData name="Trong-Thuc Hoang" userId="74af82dad18fbf6c" providerId="LiveId" clId="{8372D42A-D0C1-4E4C-865A-97CA549E688F}" dt="2021-09-28T19:56:11.457" v="1691" actId="1076"/>
          <ac:spMkLst>
            <pc:docMk/>
            <pc:sldMk cId="2967571690" sldId="432"/>
            <ac:spMk id="11" creationId="{B31F4E7B-0FF7-42D8-9948-6F8349D25DDA}"/>
          </ac:spMkLst>
        </pc:spChg>
        <pc:spChg chg="add mod">
          <ac:chgData name="Trong-Thuc Hoang" userId="74af82dad18fbf6c" providerId="LiveId" clId="{8372D42A-D0C1-4E4C-865A-97CA549E688F}" dt="2021-09-28T19:55:56.008" v="1686" actId="113"/>
          <ac:spMkLst>
            <pc:docMk/>
            <pc:sldMk cId="2967571690" sldId="432"/>
            <ac:spMk id="12" creationId="{4BAEBE83-683F-4817-BAAC-B84660C34A1F}"/>
          </ac:spMkLst>
        </pc:spChg>
        <pc:picChg chg="mod">
          <ac:chgData name="Trong-Thuc Hoang" userId="74af82dad18fbf6c" providerId="LiveId" clId="{8372D42A-D0C1-4E4C-865A-97CA549E688F}" dt="2021-09-28T19:54:23.489" v="1651" actId="1076"/>
          <ac:picMkLst>
            <pc:docMk/>
            <pc:sldMk cId="2967571690" sldId="432"/>
            <ac:picMk id="3" creationId="{798F6911-2945-4A2F-90D7-310E4B442C4C}"/>
          </ac:picMkLst>
        </pc:picChg>
      </pc:sldChg>
      <pc:sldChg chg="addSp delSp modSp add mod">
        <pc:chgData name="Trong-Thuc Hoang" userId="74af82dad18fbf6c" providerId="LiveId" clId="{8372D42A-D0C1-4E4C-865A-97CA549E688F}" dt="2021-09-29T02:40:33.072" v="2382"/>
        <pc:sldMkLst>
          <pc:docMk/>
          <pc:sldMk cId="785919542" sldId="433"/>
        </pc:sldMkLst>
        <pc:spChg chg="mod">
          <ac:chgData name="Trong-Thuc Hoang" userId="74af82dad18fbf6c" providerId="LiveId" clId="{8372D42A-D0C1-4E4C-865A-97CA549E688F}" dt="2021-09-29T02:40:33.072" v="2382"/>
          <ac:spMkLst>
            <pc:docMk/>
            <pc:sldMk cId="785919542" sldId="433"/>
            <ac:spMk id="5" creationId="{F7855ACE-6A94-4D19-8E9E-146ED26D40B0}"/>
          </ac:spMkLst>
        </pc:spChg>
        <pc:spChg chg="mod">
          <ac:chgData name="Trong-Thuc Hoang" userId="74af82dad18fbf6c" providerId="LiveId" clId="{8372D42A-D0C1-4E4C-865A-97CA549E688F}" dt="2021-09-28T19:57:26.106" v="1704" actId="14100"/>
          <ac:spMkLst>
            <pc:docMk/>
            <pc:sldMk cId="785919542" sldId="433"/>
            <ac:spMk id="8" creationId="{18955937-9543-4EE6-8BDD-B9ACD91302C5}"/>
          </ac:spMkLst>
        </pc:spChg>
        <pc:spChg chg="del">
          <ac:chgData name="Trong-Thuc Hoang" userId="74af82dad18fbf6c" providerId="LiveId" clId="{8372D42A-D0C1-4E4C-865A-97CA549E688F}" dt="2021-09-28T19:57:00.285" v="1695" actId="478"/>
          <ac:spMkLst>
            <pc:docMk/>
            <pc:sldMk cId="785919542" sldId="433"/>
            <ac:spMk id="9" creationId="{DF86E970-0155-487D-9B7A-789CF4D89C75}"/>
          </ac:spMkLst>
        </pc:spChg>
        <pc:spChg chg="del mod">
          <ac:chgData name="Trong-Thuc Hoang" userId="74af82dad18fbf6c" providerId="LiveId" clId="{8372D42A-D0C1-4E4C-865A-97CA549E688F}" dt="2021-09-28T19:57:07.701" v="1697" actId="478"/>
          <ac:spMkLst>
            <pc:docMk/>
            <pc:sldMk cId="785919542" sldId="433"/>
            <ac:spMk id="11" creationId="{B31F4E7B-0FF7-42D8-9948-6F8349D25DDA}"/>
          </ac:spMkLst>
        </pc:spChg>
        <pc:spChg chg="mod">
          <ac:chgData name="Trong-Thuc Hoang" userId="74af82dad18fbf6c" providerId="LiveId" clId="{8372D42A-D0C1-4E4C-865A-97CA549E688F}" dt="2021-09-28T19:57:35.159" v="1706" actId="1076"/>
          <ac:spMkLst>
            <pc:docMk/>
            <pc:sldMk cId="785919542" sldId="433"/>
            <ac:spMk id="12" creationId="{4BAEBE83-683F-4817-BAAC-B84660C34A1F}"/>
          </ac:spMkLst>
        </pc:spChg>
        <pc:spChg chg="add mod">
          <ac:chgData name="Trong-Thuc Hoang" userId="74af82dad18fbf6c" providerId="LiveId" clId="{8372D42A-D0C1-4E4C-865A-97CA549E688F}" dt="2021-09-28T19:58:21.477" v="1717" actId="1076"/>
          <ac:spMkLst>
            <pc:docMk/>
            <pc:sldMk cId="785919542" sldId="433"/>
            <ac:spMk id="13" creationId="{2BC5C378-5B9A-43E6-89F8-AB921BCB44BB}"/>
          </ac:spMkLst>
        </pc:spChg>
        <pc:spChg chg="add mod">
          <ac:chgData name="Trong-Thuc Hoang" userId="74af82dad18fbf6c" providerId="LiveId" clId="{8372D42A-D0C1-4E4C-865A-97CA549E688F}" dt="2021-09-28T19:59:53.430" v="1752" actId="1582"/>
          <ac:spMkLst>
            <pc:docMk/>
            <pc:sldMk cId="785919542" sldId="433"/>
            <ac:spMk id="19" creationId="{853FFAD3-ED8F-4319-9830-1DDBF3501302}"/>
          </ac:spMkLst>
        </pc:spChg>
        <pc:picChg chg="mod">
          <ac:chgData name="Trong-Thuc Hoang" userId="74af82dad18fbf6c" providerId="LiveId" clId="{8372D42A-D0C1-4E4C-865A-97CA549E688F}" dt="2021-09-28T19:57:09.950" v="1699" actId="1076"/>
          <ac:picMkLst>
            <pc:docMk/>
            <pc:sldMk cId="785919542" sldId="433"/>
            <ac:picMk id="3" creationId="{798F6911-2945-4A2F-90D7-310E4B442C4C}"/>
          </ac:picMkLst>
        </pc:picChg>
        <pc:cxnChg chg="add mod">
          <ac:chgData name="Trong-Thuc Hoang" userId="74af82dad18fbf6c" providerId="LiveId" clId="{8372D42A-D0C1-4E4C-865A-97CA549E688F}" dt="2021-09-28T19:58:31.618" v="1721" actId="1076"/>
          <ac:cxnSpMkLst>
            <pc:docMk/>
            <pc:sldMk cId="785919542" sldId="433"/>
            <ac:cxnSpMk id="4" creationId="{B803F59A-6FAF-4989-8AF7-0C2FD2BF0B28}"/>
          </ac:cxnSpMkLst>
        </pc:cxnChg>
        <pc:cxnChg chg="add mod">
          <ac:chgData name="Trong-Thuc Hoang" userId="74af82dad18fbf6c" providerId="LiveId" clId="{8372D42A-D0C1-4E4C-865A-97CA549E688F}" dt="2021-09-28T19:58:57.691" v="1726" actId="14100"/>
          <ac:cxnSpMkLst>
            <pc:docMk/>
            <pc:sldMk cId="785919542" sldId="433"/>
            <ac:cxnSpMk id="7" creationId="{C263C378-CF58-415E-821B-05D6BDB52011}"/>
          </ac:cxnSpMkLst>
        </pc:cxnChg>
      </pc:sldChg>
      <pc:sldChg chg="add del">
        <pc:chgData name="Trong-Thuc Hoang" userId="74af82dad18fbf6c" providerId="LiveId" clId="{8372D42A-D0C1-4E4C-865A-97CA549E688F}" dt="2021-09-30T17:21:45.810" v="3871" actId="47"/>
        <pc:sldMkLst>
          <pc:docMk/>
          <pc:sldMk cId="1803014258" sldId="434"/>
        </pc:sldMkLst>
      </pc:sldChg>
      <pc:sldChg chg="delSp modSp add mod">
        <pc:chgData name="Trong-Thuc Hoang" userId="74af82dad18fbf6c" providerId="LiveId" clId="{8372D42A-D0C1-4E4C-865A-97CA549E688F}" dt="2021-09-30T17:27:21.232" v="4229" actId="14100"/>
        <pc:sldMkLst>
          <pc:docMk/>
          <pc:sldMk cId="390649157" sldId="435"/>
        </pc:sldMkLst>
        <pc:spChg chg="mod">
          <ac:chgData name="Trong-Thuc Hoang" userId="74af82dad18fbf6c" providerId="LiveId" clId="{8372D42A-D0C1-4E4C-865A-97CA549E688F}" dt="2021-09-30T17:19:42.686" v="3691" actId="207"/>
          <ac:spMkLst>
            <pc:docMk/>
            <pc:sldMk cId="390649157" sldId="435"/>
            <ac:spMk id="13" creationId="{D37E89E8-D26B-4F6E-ABA1-4DF09507A5D2}"/>
          </ac:spMkLst>
        </pc:spChg>
        <pc:spChg chg="mod">
          <ac:chgData name="Trong-Thuc Hoang" userId="74af82dad18fbf6c" providerId="LiveId" clId="{8372D42A-D0C1-4E4C-865A-97CA549E688F}" dt="2021-09-30T17:27:21.232" v="4229" actId="14100"/>
          <ac:spMkLst>
            <pc:docMk/>
            <pc:sldMk cId="390649157" sldId="435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15:35.393" v="3384" actId="478"/>
          <ac:spMkLst>
            <pc:docMk/>
            <pc:sldMk cId="390649157" sldId="435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15:26.542" v="3381" actId="478"/>
          <ac:spMkLst>
            <pc:docMk/>
            <pc:sldMk cId="390649157" sldId="435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5:18.427" v="3376" actId="478"/>
          <ac:spMkLst>
            <pc:docMk/>
            <pc:sldMk cId="390649157" sldId="435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4" creationId="{C2A89031-861B-43CC-9124-F9758159E441}"/>
          </ac:spMkLst>
        </pc:spChg>
        <pc:spChg chg="del mod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5:23.993" v="3380" actId="478"/>
          <ac:spMkLst>
            <pc:docMk/>
            <pc:sldMk cId="390649157" sldId="435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5:20.991" v="3378" actId="478"/>
          <ac:spMkLst>
            <pc:docMk/>
            <pc:sldMk cId="390649157" sldId="435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5:28.162" v="3382" actId="478"/>
          <ac:spMkLst>
            <pc:docMk/>
            <pc:sldMk cId="390649157" sldId="435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5:29.491" v="3383" actId="478"/>
          <ac:cxnSpMkLst>
            <pc:docMk/>
            <pc:sldMk cId="390649157" sldId="435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15:22.483" v="3379" actId="478"/>
          <ac:cxnSpMkLst>
            <pc:docMk/>
            <pc:sldMk cId="390649157" sldId="435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15:26.542" v="3381" actId="478"/>
          <ac:cxnSpMkLst>
            <pc:docMk/>
            <pc:sldMk cId="390649157" sldId="435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5:16.108" v="3374" actId="478"/>
          <ac:cxnSpMkLst>
            <pc:docMk/>
            <pc:sldMk cId="390649157" sldId="435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5:23.993" v="3380" actId="478"/>
          <ac:cxnSpMkLst>
            <pc:docMk/>
            <pc:sldMk cId="390649157" sldId="435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5:20.991" v="3378" actId="478"/>
          <ac:cxnSpMkLst>
            <pc:docMk/>
            <pc:sldMk cId="390649157" sldId="435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5:17.425" v="3375" actId="478"/>
          <ac:cxnSpMkLst>
            <pc:docMk/>
            <pc:sldMk cId="390649157" sldId="435"/>
            <ac:cxnSpMk id="117" creationId="{40A0755F-76A4-4A95-988E-E575B90DCB7C}"/>
          </ac:cxnSpMkLst>
        </pc:cxnChg>
      </pc:sldChg>
      <pc:sldChg chg="delSp modSp add mod">
        <pc:chgData name="Trong-Thuc Hoang" userId="74af82dad18fbf6c" providerId="LiveId" clId="{8372D42A-D0C1-4E4C-865A-97CA549E688F}" dt="2021-09-30T17:51:23.252" v="5361" actId="14100"/>
        <pc:sldMkLst>
          <pc:docMk/>
          <pc:sldMk cId="187343156" sldId="436"/>
        </pc:sldMkLst>
        <pc:spChg chg="mod">
          <ac:chgData name="Trong-Thuc Hoang" userId="74af82dad18fbf6c" providerId="LiveId" clId="{8372D42A-D0C1-4E4C-865A-97CA549E688F}" dt="2021-09-30T17:51:23.252" v="5361" actId="14100"/>
          <ac:spMkLst>
            <pc:docMk/>
            <pc:sldMk cId="187343156" sldId="436"/>
            <ac:spMk id="15" creationId="{90AEFB8B-4418-40EF-85BE-10955C311760}"/>
          </ac:spMkLst>
        </pc:spChg>
        <pc:spChg chg="mod">
          <ac:chgData name="Trong-Thuc Hoang" userId="74af82dad18fbf6c" providerId="LiveId" clId="{8372D42A-D0C1-4E4C-865A-97CA549E688F}" dt="2021-09-30T17:24:17.785" v="4068" actId="207"/>
          <ac:spMkLst>
            <pc:docMk/>
            <pc:sldMk cId="187343156" sldId="436"/>
            <ac:spMk id="60" creationId="{E608D1AA-2941-4B61-AA61-779EC36EF8A7}"/>
          </ac:spMkLst>
        </pc:spChg>
        <pc:spChg chg="del">
          <ac:chgData name="Trong-Thuc Hoang" userId="74af82dad18fbf6c" providerId="LiveId" clId="{8372D42A-D0C1-4E4C-865A-97CA549E688F}" dt="2021-09-30T17:18:16.738" v="3590" actId="478"/>
          <ac:spMkLst>
            <pc:docMk/>
            <pc:sldMk cId="187343156" sldId="436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17:35.866" v="3577" actId="478"/>
          <ac:spMkLst>
            <pc:docMk/>
            <pc:sldMk cId="187343156" sldId="436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18:11.944" v="3586" actId="478"/>
          <ac:spMkLst>
            <pc:docMk/>
            <pc:sldMk cId="187343156" sldId="436"/>
            <ac:spMk id="71" creationId="{35839DFD-570C-4643-BE6F-5CBB364B8630}"/>
          </ac:spMkLst>
        </pc:spChg>
        <pc:spChg chg="del">
          <ac:chgData name="Trong-Thuc Hoang" userId="74af82dad18fbf6c" providerId="LiveId" clId="{8372D42A-D0C1-4E4C-865A-97CA549E688F}" dt="2021-09-30T17:18:14.450" v="3588" actId="478"/>
          <ac:spMkLst>
            <pc:docMk/>
            <pc:sldMk cId="187343156" sldId="436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18:12.784" v="3587" actId="478"/>
          <ac:spMkLst>
            <pc:docMk/>
            <pc:sldMk cId="187343156" sldId="436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17:34.033" v="3575" actId="478"/>
          <ac:spMkLst>
            <pc:docMk/>
            <pc:sldMk cId="187343156" sldId="436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17:39.842" v="3581" actId="478"/>
          <ac:spMkLst>
            <pc:docMk/>
            <pc:sldMk cId="187343156" sldId="436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17:39.071" v="3580" actId="478"/>
          <ac:spMkLst>
            <pc:docMk/>
            <pc:sldMk cId="187343156" sldId="436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17:36.583" v="3578" actId="478"/>
          <ac:spMkLst>
            <pc:docMk/>
            <pc:sldMk cId="187343156" sldId="436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17:32.685" v="3573" actId="478"/>
          <ac:spMkLst>
            <pc:docMk/>
            <pc:sldMk cId="187343156" sldId="436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17:30.411" v="3570" actId="478"/>
          <ac:spMkLst>
            <pc:docMk/>
            <pc:sldMk cId="187343156" sldId="436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17:31.745" v="3572" actId="478"/>
          <ac:spMkLst>
            <pc:docMk/>
            <pc:sldMk cId="187343156" sldId="436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17:29.625" v="3569" actId="478"/>
          <ac:spMkLst>
            <pc:docMk/>
            <pc:sldMk cId="187343156" sldId="436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17:26.485" v="3566" actId="478"/>
          <ac:cxnSpMkLst>
            <pc:docMk/>
            <pc:sldMk cId="187343156" sldId="436"/>
            <ac:cxnSpMk id="54" creationId="{C35F91D4-803B-47D1-A0FB-BDB7505BC9EB}"/>
          </ac:cxnSpMkLst>
        </pc:cxnChg>
        <pc:cxnChg chg="del">
          <ac:chgData name="Trong-Thuc Hoang" userId="74af82dad18fbf6c" providerId="LiveId" clId="{8372D42A-D0C1-4E4C-865A-97CA549E688F}" dt="2021-09-30T17:18:18.110" v="3591" actId="478"/>
          <ac:cxnSpMkLst>
            <pc:docMk/>
            <pc:sldMk cId="187343156" sldId="436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17:43.499" v="3582" actId="478"/>
          <ac:cxnSpMkLst>
            <pc:docMk/>
            <pc:sldMk cId="187343156" sldId="436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18:15.405" v="3589" actId="478"/>
          <ac:cxnSpMkLst>
            <pc:docMk/>
            <pc:sldMk cId="187343156" sldId="436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17:34.888" v="3576" actId="478"/>
          <ac:cxnSpMkLst>
            <pc:docMk/>
            <pc:sldMk cId="187343156" sldId="436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17:37.290" v="3579" actId="478"/>
          <ac:cxnSpMkLst>
            <pc:docMk/>
            <pc:sldMk cId="187343156" sldId="436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17:33.248" v="3574" actId="478"/>
          <ac:cxnSpMkLst>
            <pc:docMk/>
            <pc:sldMk cId="187343156" sldId="436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17:31.120" v="3571" actId="478"/>
          <ac:cxnSpMkLst>
            <pc:docMk/>
            <pc:sldMk cId="187343156" sldId="436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17:27.271" v="3567" actId="478"/>
          <ac:cxnSpMkLst>
            <pc:docMk/>
            <pc:sldMk cId="187343156" sldId="436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17:28.553" v="3568" actId="478"/>
          <ac:cxnSpMkLst>
            <pc:docMk/>
            <pc:sldMk cId="187343156" sldId="436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17:44.525" v="3583" actId="478"/>
          <ac:cxnSpMkLst>
            <pc:docMk/>
            <pc:sldMk cId="187343156" sldId="436"/>
            <ac:cxnSpMk id="117" creationId="{40A0755F-76A4-4A95-988E-E575B90DCB7C}"/>
          </ac:cxnSpMkLst>
        </pc:cxnChg>
      </pc:sldChg>
      <pc:sldChg chg="addSp delSp modSp add mod ord">
        <pc:chgData name="Trong-Thuc Hoang" userId="74af82dad18fbf6c" providerId="LiveId" clId="{8372D42A-D0C1-4E4C-865A-97CA549E688F}" dt="2021-09-30T17:34:25.688" v="4607" actId="1076"/>
        <pc:sldMkLst>
          <pc:docMk/>
          <pc:sldMk cId="70268020" sldId="437"/>
        </pc:sldMkLst>
        <pc:spChg chg="del">
          <ac:chgData name="Trong-Thuc Hoang" userId="74af82dad18fbf6c" providerId="LiveId" clId="{8372D42A-D0C1-4E4C-865A-97CA549E688F}" dt="2021-09-30T17:28:26.236" v="4293" actId="478"/>
          <ac:spMkLst>
            <pc:docMk/>
            <pc:sldMk cId="70268020" sldId="437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4:25.688" v="4607" actId="1076"/>
          <ac:spMkLst>
            <pc:docMk/>
            <pc:sldMk cId="70268020" sldId="437"/>
            <ac:spMk id="53" creationId="{A90A126D-CFE3-48BC-8655-99EA5C37EB23}"/>
          </ac:spMkLst>
        </pc:spChg>
        <pc:spChg chg="mod">
          <ac:chgData name="Trong-Thuc Hoang" userId="74af82dad18fbf6c" providerId="LiveId" clId="{8372D42A-D0C1-4E4C-865A-97CA549E688F}" dt="2021-09-30T17:28:24.733" v="4292" actId="207"/>
          <ac:spMkLst>
            <pc:docMk/>
            <pc:sldMk cId="70268020" sldId="437"/>
            <ac:spMk id="93" creationId="{AF49A075-12CD-45EA-B242-01EA745A9750}"/>
          </ac:spMkLst>
        </pc:spChg>
        <pc:spChg chg="add del">
          <ac:chgData name="Trong-Thuc Hoang" userId="74af82dad18fbf6c" providerId="LiveId" clId="{8372D42A-D0C1-4E4C-865A-97CA549E688F}" dt="2021-09-30T17:28:16.189" v="4286" actId="478"/>
          <ac:spMkLst>
            <pc:docMk/>
            <pc:sldMk cId="70268020" sldId="437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8:19.312" v="4288" actId="478"/>
          <ac:spMkLst>
            <pc:docMk/>
            <pc:sldMk cId="70268020" sldId="437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8:21.398" v="4290" actId="478"/>
          <ac:spMkLst>
            <pc:docMk/>
            <pc:sldMk cId="70268020" sldId="437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8:17.786" v="4287" actId="478"/>
          <ac:spMkLst>
            <pc:docMk/>
            <pc:sldMk cId="70268020" sldId="437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8:13.498" v="4284" actId="478"/>
          <ac:spMkLst>
            <pc:docMk/>
            <pc:sldMk cId="70268020" sldId="437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8:22.214" v="4291" actId="478"/>
          <ac:cxnSpMkLst>
            <pc:docMk/>
            <pc:sldMk cId="70268020" sldId="437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8:19.959" v="4289" actId="478"/>
          <ac:cxnSpMkLst>
            <pc:docMk/>
            <pc:sldMk cId="70268020" sldId="437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8:08.052" v="4282" actId="478"/>
          <ac:cxnSpMkLst>
            <pc:docMk/>
            <pc:sldMk cId="70268020" sldId="437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8:09.756" v="4283" actId="478"/>
          <ac:cxnSpMkLst>
            <pc:docMk/>
            <pc:sldMk cId="70268020" sldId="437"/>
            <ac:cxnSpMk id="113" creationId="{7410CD16-C658-436E-954F-C3369861267D}"/>
          </ac:cxnSpMkLst>
        </pc:cxnChg>
      </pc:sldChg>
      <pc:sldChg chg="delSp modSp add mod">
        <pc:chgData name="Trong-Thuc Hoang" userId="74af82dad18fbf6c" providerId="LiveId" clId="{8372D42A-D0C1-4E4C-865A-97CA549E688F}" dt="2021-09-30T17:32:02.590" v="4449" actId="20577"/>
        <pc:sldMkLst>
          <pc:docMk/>
          <pc:sldMk cId="839679775" sldId="438"/>
        </pc:sldMkLst>
        <pc:spChg chg="mod">
          <ac:chgData name="Trong-Thuc Hoang" userId="74af82dad18fbf6c" providerId="LiveId" clId="{8372D42A-D0C1-4E4C-865A-97CA549E688F}" dt="2021-09-30T17:32:02.590" v="4449" actId="20577"/>
          <ac:spMkLst>
            <pc:docMk/>
            <pc:sldMk cId="839679775" sldId="438"/>
            <ac:spMk id="15" creationId="{90AEFB8B-4418-40EF-85BE-10955C311760}"/>
          </ac:spMkLst>
        </pc:spChg>
        <pc:spChg chg="del">
          <ac:chgData name="Trong-Thuc Hoang" userId="74af82dad18fbf6c" providerId="LiveId" clId="{8372D42A-D0C1-4E4C-865A-97CA549E688F}" dt="2021-09-30T17:21:51.366" v="3874" actId="478"/>
          <ac:spMkLst>
            <pc:docMk/>
            <pc:sldMk cId="839679775" sldId="438"/>
            <ac:spMk id="70" creationId="{E17B7F04-087A-4F10-B8D1-BA831F43B745}"/>
          </ac:spMkLst>
        </pc:spChg>
        <pc:spChg chg="mod">
          <ac:chgData name="Trong-Thuc Hoang" userId="74af82dad18fbf6c" providerId="LiveId" clId="{8372D42A-D0C1-4E4C-865A-97CA549E688F}" dt="2021-09-30T17:25:42.842" v="4078" actId="207"/>
          <ac:spMkLst>
            <pc:docMk/>
            <pc:sldMk cId="839679775" sldId="438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21:53.239" v="3876" actId="478"/>
          <ac:spMkLst>
            <pc:docMk/>
            <pc:sldMk cId="839679775" sldId="438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21:54.133" v="3877" actId="478"/>
          <ac:spMkLst>
            <pc:docMk/>
            <pc:sldMk cId="839679775" sldId="438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21:50.550" v="3873" actId="478"/>
          <ac:spMkLst>
            <pc:docMk/>
            <pc:sldMk cId="839679775" sldId="438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21:55.845" v="3878" actId="478"/>
          <ac:spMkLst>
            <pc:docMk/>
            <pc:sldMk cId="839679775" sldId="438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21:57.964" v="3880" actId="478"/>
          <ac:spMkLst>
            <pc:docMk/>
            <pc:sldMk cId="839679775" sldId="438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22:00.496" v="3883" actId="478"/>
          <ac:spMkLst>
            <pc:docMk/>
            <pc:sldMk cId="839679775" sldId="438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21:58.944" v="3881" actId="478"/>
          <ac:spMkLst>
            <pc:docMk/>
            <pc:sldMk cId="839679775" sldId="438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23:25.043" v="4028" actId="478"/>
          <ac:spMkLst>
            <pc:docMk/>
            <pc:sldMk cId="839679775" sldId="438"/>
            <ac:spMk id="111" creationId="{AD7A6478-60A1-43D5-9087-9236D9497E86}"/>
          </ac:spMkLst>
        </pc:spChg>
        <pc:cxnChg chg="del">
          <ac:chgData name="Trong-Thuc Hoang" userId="74af82dad18fbf6c" providerId="LiveId" clId="{8372D42A-D0C1-4E4C-865A-97CA549E688F}" dt="2021-09-30T17:23:23.086" v="4027" actId="478"/>
          <ac:cxnSpMkLst>
            <pc:docMk/>
            <pc:sldMk cId="839679775" sldId="438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21:51.998" v="3875" actId="478"/>
          <ac:cxnSpMkLst>
            <pc:docMk/>
            <pc:sldMk cId="839679775" sldId="438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21:49.926" v="3872" actId="478"/>
          <ac:cxnSpMkLst>
            <pc:docMk/>
            <pc:sldMk cId="839679775" sldId="438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21:56.947" v="3879" actId="478"/>
          <ac:cxnSpMkLst>
            <pc:docMk/>
            <pc:sldMk cId="839679775" sldId="438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21:59.646" v="3882" actId="478"/>
          <ac:cxnSpMkLst>
            <pc:docMk/>
            <pc:sldMk cId="839679775" sldId="438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23:22.354" v="4026" actId="478"/>
          <ac:cxnSpMkLst>
            <pc:docMk/>
            <pc:sldMk cId="839679775" sldId="438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23:26.361" v="4029" actId="478"/>
          <ac:cxnSpMkLst>
            <pc:docMk/>
            <pc:sldMk cId="839679775" sldId="438"/>
            <ac:cxnSpMk id="113" creationId="{7410CD16-C658-436E-954F-C3369861267D}"/>
          </ac:cxnSpMkLst>
        </pc:cxnChg>
      </pc:sldChg>
      <pc:sldChg chg="addSp delSp modSp add mod">
        <pc:chgData name="Trong-Thuc Hoang" userId="74af82dad18fbf6c" providerId="LiveId" clId="{8372D42A-D0C1-4E4C-865A-97CA549E688F}" dt="2021-09-30T17:35:07.989" v="4611" actId="1076"/>
        <pc:sldMkLst>
          <pc:docMk/>
          <pc:sldMk cId="2955933386" sldId="439"/>
        </pc:sldMkLst>
        <pc:spChg chg="del mod">
          <ac:chgData name="Trong-Thuc Hoang" userId="74af82dad18fbf6c" providerId="LiveId" clId="{8372D42A-D0C1-4E4C-865A-97CA549E688F}" dt="2021-09-30T17:32:42.474" v="4453" actId="478"/>
          <ac:spMkLst>
            <pc:docMk/>
            <pc:sldMk cId="2955933386" sldId="439"/>
            <ac:spMk id="15" creationId="{90AEFB8B-4418-40EF-85BE-10955C311760}"/>
          </ac:spMkLst>
        </pc:spChg>
        <pc:spChg chg="add mod">
          <ac:chgData name="Trong-Thuc Hoang" userId="74af82dad18fbf6c" providerId="LiveId" clId="{8372D42A-D0C1-4E4C-865A-97CA549E688F}" dt="2021-09-30T17:35:07.989" v="4611" actId="1076"/>
          <ac:spMkLst>
            <pc:docMk/>
            <pc:sldMk cId="2955933386" sldId="439"/>
            <ac:spMk id="53" creationId="{D602338F-3BDF-4E3E-930E-EB2A3C1E62FF}"/>
          </ac:spMkLst>
        </pc:spChg>
        <pc:spChg chg="mod">
          <ac:chgData name="Trong-Thuc Hoang" userId="74af82dad18fbf6c" providerId="LiveId" clId="{8372D42A-D0C1-4E4C-865A-97CA549E688F}" dt="2021-09-30T17:32:36.086" v="4451" actId="207"/>
          <ac:spMkLst>
            <pc:docMk/>
            <pc:sldMk cId="2955933386" sldId="439"/>
            <ac:spMk id="105" creationId="{C4DEEAEA-46DA-466D-A3A4-00D24190A969}"/>
          </ac:spMkLst>
        </pc:spChg>
      </pc:sldChg>
      <pc:sldChg chg="delSp add mod">
        <pc:chgData name="Trong-Thuc Hoang" userId="74af82dad18fbf6c" providerId="LiveId" clId="{8372D42A-D0C1-4E4C-865A-97CA549E688F}" dt="2021-09-30T17:30:43.817" v="4435" actId="478"/>
        <pc:sldMkLst>
          <pc:docMk/>
          <pc:sldMk cId="400825868" sldId="440"/>
        </pc:sldMkLst>
        <pc:spChg chg="del">
          <ac:chgData name="Trong-Thuc Hoang" userId="74af82dad18fbf6c" providerId="LiveId" clId="{8372D42A-D0C1-4E4C-865A-97CA549E688F}" dt="2021-09-30T17:30:43.817" v="4435" actId="478"/>
          <ac:spMkLst>
            <pc:docMk/>
            <pc:sldMk cId="400825868" sldId="440"/>
            <ac:spMk id="15" creationId="{90AEFB8B-4418-40EF-85BE-10955C311760}"/>
          </ac:spMkLst>
        </pc:spChg>
      </pc:sldChg>
      <pc:sldChg chg="addSp modSp add mod">
        <pc:chgData name="Trong-Thuc Hoang" userId="74af82dad18fbf6c" providerId="LiveId" clId="{8372D42A-D0C1-4E4C-865A-97CA549E688F}" dt="2021-09-30T17:36:35.012" v="4709" actId="1076"/>
        <pc:sldMkLst>
          <pc:docMk/>
          <pc:sldMk cId="707020275" sldId="441"/>
        </pc:sldMkLst>
        <pc:spChg chg="add mod">
          <ac:chgData name="Trong-Thuc Hoang" userId="74af82dad18fbf6c" providerId="LiveId" clId="{8372D42A-D0C1-4E4C-865A-97CA549E688F}" dt="2021-09-30T17:36:35.012" v="4709" actId="1076"/>
          <ac:spMkLst>
            <pc:docMk/>
            <pc:sldMk cId="707020275" sldId="441"/>
            <ac:spMk id="52" creationId="{28F2CC2D-0C02-4FEB-A008-8DA1DE66229A}"/>
          </ac:spMkLst>
        </pc:spChg>
      </pc:sldChg>
      <pc:sldChg chg="addSp delSp modSp add mod">
        <pc:chgData name="Trong-Thuc Hoang" userId="74af82dad18fbf6c" providerId="LiveId" clId="{8372D42A-D0C1-4E4C-865A-97CA549E688F}" dt="2021-09-30T17:52:31.685" v="5384" actId="1076"/>
        <pc:sldMkLst>
          <pc:docMk/>
          <pc:sldMk cId="2189152366" sldId="442"/>
        </pc:sldMkLst>
        <pc:spChg chg="add del mod">
          <ac:chgData name="Trong-Thuc Hoang" userId="74af82dad18fbf6c" providerId="LiveId" clId="{8372D42A-D0C1-4E4C-865A-97CA549E688F}" dt="2021-09-30T17:39:40.303" v="4735" actId="478"/>
          <ac:spMkLst>
            <pc:docMk/>
            <pc:sldMk cId="2189152366" sldId="442"/>
            <ac:spMk id="2" creationId="{6940A3A8-F82F-4006-A903-57491B89CFA2}"/>
          </ac:spMkLst>
        </pc:spChg>
        <pc:spChg chg="add mod">
          <ac:chgData name="Trong-Thuc Hoang" userId="74af82dad18fbf6c" providerId="LiveId" clId="{8372D42A-D0C1-4E4C-865A-97CA549E688F}" dt="2021-09-30T17:52:23.884" v="5383" actId="14100"/>
          <ac:spMkLst>
            <pc:docMk/>
            <pc:sldMk cId="2189152366" sldId="442"/>
            <ac:spMk id="3" creationId="{861D912C-E9AB-4B03-9FFF-877B8003369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2" creationId="{D6EB564E-2EDF-4DE6-B3AE-77B91B98AB1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3" creationId="{D37E89E8-D26B-4F6E-ABA1-4DF09507A5D2}"/>
          </ac:spMkLst>
        </pc:spChg>
        <pc:spChg chg="del mod">
          <ac:chgData name="Trong-Thuc Hoang" userId="74af82dad18fbf6c" providerId="LiveId" clId="{8372D42A-D0C1-4E4C-865A-97CA549E688F}" dt="2021-09-30T17:39:12.796" v="4727" actId="478"/>
          <ac:spMkLst>
            <pc:docMk/>
            <pc:sldMk cId="2189152366" sldId="442"/>
            <ac:spMk id="16" creationId="{F6B00377-BCC5-4D28-82AB-94BA6C5F0F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8" creationId="{2C29FF1D-AF73-4D1C-9956-B4E87DA2488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26" creationId="{E27DEEFA-A1AB-4EB6-8AE1-F3233A9BB407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0" creationId="{455F6F0B-94B3-43DD-A655-2591A7D69AB8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35" creationId="{C617E987-58CE-407F-98BB-C8988DBECD9D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40" creationId="{6224BF12-E8B7-4DE4-B721-B058F85E170B}"/>
          </ac:spMkLst>
        </pc:spChg>
        <pc:spChg chg="del">
          <ac:chgData name="Trong-Thuc Hoang" userId="74af82dad18fbf6c" providerId="LiveId" clId="{8372D42A-D0C1-4E4C-865A-97CA549E688F}" dt="2021-09-30T17:38:10.923" v="4721" actId="478"/>
          <ac:spMkLst>
            <pc:docMk/>
            <pc:sldMk cId="2189152366" sldId="442"/>
            <ac:spMk id="52" creationId="{28F2CC2D-0C02-4FEB-A008-8DA1DE66229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5" creationId="{036CEE61-4909-47C5-8747-E0B65530ACA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6" creationId="{A264AEBD-0A81-44F6-9D04-B374D6FAD33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8" creationId="{6F77F7B9-6A58-4F9F-809A-81CD728ADA5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59" creationId="{80A12C25-44B3-48A9-903F-18B9B234F99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0" creationId="{E608D1AA-2941-4B61-AA61-779EC36EF8A7}"/>
          </ac:spMkLst>
        </pc:spChg>
        <pc:spChg chg="add mod">
          <ac:chgData name="Trong-Thuc Hoang" userId="74af82dad18fbf6c" providerId="LiveId" clId="{8372D42A-D0C1-4E4C-865A-97CA549E688F}" dt="2021-09-30T17:52:31.685" v="5384" actId="1076"/>
          <ac:spMkLst>
            <pc:docMk/>
            <pc:sldMk cId="2189152366" sldId="442"/>
            <ac:spMk id="64" creationId="{F2E27A04-5F93-4277-A7ED-4FDFFEC45A64}"/>
          </ac:spMkLst>
        </pc:spChg>
        <pc:spChg chg="add mod">
          <ac:chgData name="Trong-Thuc Hoang" userId="74af82dad18fbf6c" providerId="LiveId" clId="{8372D42A-D0C1-4E4C-865A-97CA549E688F}" dt="2021-09-30T17:52:12.440" v="5378" actId="1076"/>
          <ac:spMkLst>
            <pc:docMk/>
            <pc:sldMk cId="2189152366" sldId="442"/>
            <ac:spMk id="66" creationId="{31DD4D88-0D2F-4598-9D5B-7BD8D329646E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67" creationId="{0FE8C50E-DA81-4CA9-AF43-CC1E323C255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0" creationId="{E17B7F04-087A-4F10-B8D1-BA831F43B745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1" creationId="{35839DFD-570C-4643-BE6F-5CBB364B8630}"/>
          </ac:spMkLst>
        </pc:spChg>
        <pc:spChg chg="add mod">
          <ac:chgData name="Trong-Thuc Hoang" userId="74af82dad18fbf6c" providerId="LiveId" clId="{8372D42A-D0C1-4E4C-865A-97CA549E688F}" dt="2021-09-30T17:52:02.487" v="5375" actId="20577"/>
          <ac:spMkLst>
            <pc:docMk/>
            <pc:sldMk cId="2189152366" sldId="442"/>
            <ac:spMk id="72" creationId="{731966F4-5AA8-4E41-ACC9-8FCE8BC7216F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4" creationId="{C2A89031-861B-43CC-9124-F9758159E441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76" creationId="{97F0BEC0-88A0-41DB-B235-20CFFACC03C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0" creationId="{1B9CE19C-9B9F-4D5A-BE0F-0B05B3467A83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81" creationId="{E5884A9D-7A36-4A44-A915-03DA52F5E0A2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3" creationId="{AF49A075-12CD-45EA-B242-01EA745A975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8" creationId="{3DC2396B-8E56-4687-AB86-7E5FD1047720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99" creationId="{A6DCB00C-1559-4EA1-AF51-C4124AA60176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2" creationId="{3C080CD5-6B48-4C8C-B7FE-D06541C5F284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3" creationId="{F100CD1F-DDFA-42EA-8A99-191A02EA757A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5" creationId="{C4DEEAEA-46DA-466D-A3A4-00D24190A96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06" creationId="{EA5548A5-EC4F-4544-AC78-9C2DB40BB739}"/>
          </ac:spMkLst>
        </pc:spChg>
        <pc:spChg chg="del">
          <ac:chgData name="Trong-Thuc Hoang" userId="74af82dad18fbf6c" providerId="LiveId" clId="{8372D42A-D0C1-4E4C-865A-97CA549E688F}" dt="2021-09-30T17:37:59.786" v="4711" actId="478"/>
          <ac:spMkLst>
            <pc:docMk/>
            <pc:sldMk cId="2189152366" sldId="442"/>
            <ac:spMk id="111" creationId="{AD7A6478-60A1-43D5-9087-9236D9497E86}"/>
          </ac:spMkLst>
        </pc:spChg>
        <pc:picChg chg="add mod">
          <ac:chgData name="Trong-Thuc Hoang" userId="74af82dad18fbf6c" providerId="LiveId" clId="{8372D42A-D0C1-4E4C-865A-97CA549E688F}" dt="2021-09-30T17:52:10.735" v="5377" actId="1076"/>
          <ac:picMkLst>
            <pc:docMk/>
            <pc:sldMk cId="2189152366" sldId="442"/>
            <ac:picMk id="53" creationId="{412058E3-135D-496B-8DBD-6813C20E66AE}"/>
          </ac:picMkLst>
        </pc:pic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4" creationId="{5A306D08-5F08-40E3-A145-39995C736AB7}"/>
          </ac:cxnSpMkLst>
        </pc:cxnChg>
        <pc:cxnChg chg="del">
          <ac:chgData name="Trong-Thuc Hoang" userId="74af82dad18fbf6c" providerId="LiveId" clId="{8372D42A-D0C1-4E4C-865A-97CA549E688F}" dt="2021-09-30T17:38:03.040" v="4712" actId="478"/>
          <ac:cxnSpMkLst>
            <pc:docMk/>
            <pc:sldMk cId="2189152366" sldId="442"/>
            <ac:cxnSpMk id="9" creationId="{24D3AFC3-A6B2-4EA9-9D83-6CD81C2D6A24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9" creationId="{DF3DCC4B-3C3D-4DD5-8123-3CDCC04536E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28" creationId="{04EC425D-6EF9-4DCF-A28B-C4E223D4BFB5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31" creationId="{4A9F9B2F-2C18-4198-8A18-A3494936D890}"/>
          </ac:cxnSpMkLst>
        </pc:cxnChg>
        <pc:cxnChg chg="del">
          <ac:chgData name="Trong-Thuc Hoang" userId="74af82dad18fbf6c" providerId="LiveId" clId="{8372D42A-D0C1-4E4C-865A-97CA549E688F}" dt="2021-09-30T17:38:04.040" v="4713" actId="478"/>
          <ac:cxnSpMkLst>
            <pc:docMk/>
            <pc:sldMk cId="2189152366" sldId="442"/>
            <ac:cxnSpMk id="54" creationId="{C35F91D4-803B-47D1-A0FB-BDB7505BC9E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57" creationId="{A58DB654-19E9-4184-8166-87644AF84146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5" creationId="{C441BE28-F25E-45BD-A41E-2B54912EF466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8" creationId="{3CD03CA5-A527-4BB0-BA75-0B8D4F5F59B1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69" creationId="{64310648-8FC2-4D91-99F6-B3FAD5711380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75" creationId="{7EB4F8C8-88D3-4B50-817B-B0A799FD57CB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92" creationId="{E4056D8B-F6D7-420C-982F-2CCD2C1AC8E9}"/>
          </ac:cxnSpMkLst>
        </pc:cxnChg>
        <pc:cxnChg chg="del mod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0" creationId="{39249C0B-742B-4AAB-AE35-A5D5EAD3BB8B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4" creationId="{FFDDA8C1-07E2-491D-A131-BCA105B98B75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7" creationId="{8DED88BB-8D29-4384-8DB8-1DBC110F524F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08" creationId="{8AAFF0B4-767C-4101-9448-C315EE4CEF38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3" creationId="{7410CD16-C658-436E-954F-C3369861267D}"/>
          </ac:cxnSpMkLst>
        </pc:cxnChg>
        <pc:cxnChg chg="del">
          <ac:chgData name="Trong-Thuc Hoang" userId="74af82dad18fbf6c" providerId="LiveId" clId="{8372D42A-D0C1-4E4C-865A-97CA549E688F}" dt="2021-09-30T17:37:59.786" v="4711" actId="478"/>
          <ac:cxnSpMkLst>
            <pc:docMk/>
            <pc:sldMk cId="2189152366" sldId="442"/>
            <ac:cxnSpMk id="117" creationId="{40A0755F-76A4-4A95-988E-E575B90DCB7C}"/>
          </ac:cxnSpMkLst>
        </pc:cxnChg>
      </pc:sldChg>
      <pc:sldChg chg="addSp delSp modSp add mod">
        <pc:chgData name="Trong-Thuc Hoang" userId="74af82dad18fbf6c" providerId="LiveId" clId="{8372D42A-D0C1-4E4C-865A-97CA549E688F}" dt="2021-09-30T17:53:13.982" v="5397" actId="1076"/>
        <pc:sldMkLst>
          <pc:docMk/>
          <pc:sldMk cId="1077059990" sldId="443"/>
        </pc:sldMkLst>
        <pc:spChg chg="del">
          <ac:chgData name="Trong-Thuc Hoang" userId="74af82dad18fbf6c" providerId="LiveId" clId="{8372D42A-D0C1-4E4C-865A-97CA549E688F}" dt="2021-09-30T17:42:07.214" v="4804" actId="478"/>
          <ac:spMkLst>
            <pc:docMk/>
            <pc:sldMk cId="1077059990" sldId="443"/>
            <ac:spMk id="3" creationId="{861D912C-E9AB-4B03-9FFF-877B80033691}"/>
          </ac:spMkLst>
        </pc:spChg>
        <pc:spChg chg="add mod">
          <ac:chgData name="Trong-Thuc Hoang" userId="74af82dad18fbf6c" providerId="LiveId" clId="{8372D42A-D0C1-4E4C-865A-97CA549E688F}" dt="2021-09-30T17:52:59.858" v="5394" actId="14100"/>
          <ac:spMkLst>
            <pc:docMk/>
            <pc:sldMk cId="1077059990" sldId="443"/>
            <ac:spMk id="11" creationId="{0746BAE3-A3FE-4938-88F0-46DED9770516}"/>
          </ac:spMkLst>
        </pc:spChg>
        <pc:spChg chg="add mod">
          <ac:chgData name="Trong-Thuc Hoang" userId="74af82dad18fbf6c" providerId="LiveId" clId="{8372D42A-D0C1-4E4C-865A-97CA549E688F}" dt="2021-09-30T17:52:56.634" v="5392" actId="14100"/>
          <ac:spMkLst>
            <pc:docMk/>
            <pc:sldMk cId="1077059990" sldId="443"/>
            <ac:spMk id="12" creationId="{74AB1CCB-1A50-45B5-9D9A-64C9AC71A42E}"/>
          </ac:spMkLst>
        </pc:spChg>
        <pc:spChg chg="add mod">
          <ac:chgData name="Trong-Thuc Hoang" userId="74af82dad18fbf6c" providerId="LiveId" clId="{8372D42A-D0C1-4E4C-865A-97CA549E688F}" dt="2021-09-30T17:53:03.648" v="5395" actId="1076"/>
          <ac:spMkLst>
            <pc:docMk/>
            <pc:sldMk cId="1077059990" sldId="443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2:43.794" v="5388"/>
          <ac:spMkLst>
            <pc:docMk/>
            <pc:sldMk cId="1077059990" sldId="443"/>
            <ac:spMk id="15" creationId="{7BF620F9-8BF6-4740-A082-EF970CD4D8B8}"/>
          </ac:spMkLst>
        </pc:spChg>
        <pc:spChg chg="mod">
          <ac:chgData name="Trong-Thuc Hoang" userId="74af82dad18fbf6c" providerId="LiveId" clId="{8372D42A-D0C1-4E4C-865A-97CA549E688F}" dt="2021-09-30T17:53:10.579" v="5396" actId="1076"/>
          <ac:spMkLst>
            <pc:docMk/>
            <pc:sldMk cId="1077059990" sldId="443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3:13.982" v="5397" actId="1076"/>
          <ac:spMkLst>
            <pc:docMk/>
            <pc:sldMk cId="1077059990" sldId="443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2:40.656" v="5387" actId="167"/>
          <ac:picMkLst>
            <pc:docMk/>
            <pc:sldMk cId="1077059990" sldId="443"/>
            <ac:picMk id="14" creationId="{B5595623-B5D5-4CB1-8CA1-B15CFECD7327}"/>
          </ac:picMkLst>
        </pc:picChg>
        <pc:picChg chg="del mod">
          <ac:chgData name="Trong-Thuc Hoang" userId="74af82dad18fbf6c" providerId="LiveId" clId="{8372D42A-D0C1-4E4C-865A-97CA549E688F}" dt="2021-09-30T17:52:37.613" v="5385" actId="478"/>
          <ac:picMkLst>
            <pc:docMk/>
            <pc:sldMk cId="1077059990" sldId="443"/>
            <ac:picMk id="53" creationId="{412058E3-135D-496B-8DBD-6813C20E66AE}"/>
          </ac:picMkLst>
        </pc:picChg>
      </pc:sldChg>
      <pc:sldChg chg="add del">
        <pc:chgData name="Trong-Thuc Hoang" userId="74af82dad18fbf6c" providerId="LiveId" clId="{8372D42A-D0C1-4E4C-865A-97CA549E688F}" dt="2021-09-30T17:41:26.128" v="4795"/>
        <pc:sldMkLst>
          <pc:docMk/>
          <pc:sldMk cId="4107766875" sldId="443"/>
        </pc:sldMkLst>
      </pc:sldChg>
      <pc:sldChg chg="addSp delSp modSp add mod">
        <pc:chgData name="Trong-Thuc Hoang" userId="74af82dad18fbf6c" providerId="LiveId" clId="{8372D42A-D0C1-4E4C-865A-97CA549E688F}" dt="2021-09-30T17:54:46.572" v="5491" actId="1076"/>
        <pc:sldMkLst>
          <pc:docMk/>
          <pc:sldMk cId="310088412" sldId="444"/>
        </pc:sldMkLst>
        <pc:spChg chg="del">
          <ac:chgData name="Trong-Thuc Hoang" userId="74af82dad18fbf6c" providerId="LiveId" clId="{8372D42A-D0C1-4E4C-865A-97CA549E688F}" dt="2021-09-30T17:45:22.330" v="4988" actId="478"/>
          <ac:spMkLst>
            <pc:docMk/>
            <pc:sldMk cId="310088412" sldId="444"/>
            <ac:spMk id="11" creationId="{0746BAE3-A3FE-4938-88F0-46DED9770516}"/>
          </ac:spMkLst>
        </pc:spChg>
        <pc:spChg chg="del mod">
          <ac:chgData name="Trong-Thuc Hoang" userId="74af82dad18fbf6c" providerId="LiveId" clId="{8372D42A-D0C1-4E4C-865A-97CA549E688F}" dt="2021-09-30T17:45:20.938" v="4987" actId="478"/>
          <ac:spMkLst>
            <pc:docMk/>
            <pc:sldMk cId="310088412" sldId="444"/>
            <ac:spMk id="12" creationId="{74AB1CCB-1A50-45B5-9D9A-64C9AC71A42E}"/>
          </ac:spMkLst>
        </pc:spChg>
        <pc:spChg chg="mod">
          <ac:chgData name="Trong-Thuc Hoang" userId="74af82dad18fbf6c" providerId="LiveId" clId="{8372D42A-D0C1-4E4C-865A-97CA549E688F}" dt="2021-09-30T17:53:42.719" v="5405" actId="1076"/>
          <ac:spMkLst>
            <pc:docMk/>
            <pc:sldMk cId="310088412" sldId="444"/>
            <ac:spMk id="13" creationId="{DBC3C56D-8846-4093-BE15-5FB12BABB5F4}"/>
          </ac:spMkLst>
        </pc:spChg>
        <pc:spChg chg="add mod">
          <ac:chgData name="Trong-Thuc Hoang" userId="74af82dad18fbf6c" providerId="LiveId" clId="{8372D42A-D0C1-4E4C-865A-97CA549E688F}" dt="2021-09-30T17:53:34.674" v="5403" actId="1076"/>
          <ac:spMkLst>
            <pc:docMk/>
            <pc:sldMk cId="310088412" sldId="444"/>
            <ac:spMk id="14" creationId="{E7D11FE7-4B76-49D2-B11E-A0DC04FDFA80}"/>
          </ac:spMkLst>
        </pc:spChg>
        <pc:spChg chg="add mod">
          <ac:chgData name="Trong-Thuc Hoang" userId="74af82dad18fbf6c" providerId="LiveId" clId="{8372D42A-D0C1-4E4C-865A-97CA549E688F}" dt="2021-09-30T17:53:19.391" v="5398"/>
          <ac:spMkLst>
            <pc:docMk/>
            <pc:sldMk cId="310088412" sldId="444"/>
            <ac:spMk id="20" creationId="{8A594CA9-17D4-4A1D-B045-823E8D073867}"/>
          </ac:spMkLst>
        </pc:spChg>
        <pc:spChg chg="del">
          <ac:chgData name="Trong-Thuc Hoang" userId="74af82dad18fbf6c" providerId="LiveId" clId="{8372D42A-D0C1-4E4C-865A-97CA549E688F}" dt="2021-09-30T17:45:23.813" v="4989" actId="478"/>
          <ac:spMkLst>
            <pc:docMk/>
            <pc:sldMk cId="310088412" sldId="444"/>
            <ac:spMk id="64" creationId="{F2E27A04-5F93-4277-A7ED-4FDFFEC45A64}"/>
          </ac:spMkLst>
        </pc:spChg>
        <pc:spChg chg="mod">
          <ac:chgData name="Trong-Thuc Hoang" userId="74af82dad18fbf6c" providerId="LiveId" clId="{8372D42A-D0C1-4E4C-865A-97CA549E688F}" dt="2021-09-30T17:54:46.572" v="5491" actId="1076"/>
          <ac:spMkLst>
            <pc:docMk/>
            <pc:sldMk cId="310088412" sldId="444"/>
            <ac:spMk id="66" creationId="{31DD4D88-0D2F-4598-9D5B-7BD8D329646E}"/>
          </ac:spMkLst>
        </pc:spChg>
        <pc:picChg chg="add mod ord">
          <ac:chgData name="Trong-Thuc Hoang" userId="74af82dad18fbf6c" providerId="LiveId" clId="{8372D42A-D0C1-4E4C-865A-97CA549E688F}" dt="2021-09-30T17:53:24.536" v="5401" actId="167"/>
          <ac:picMkLst>
            <pc:docMk/>
            <pc:sldMk cId="310088412" sldId="444"/>
            <ac:picMk id="21" creationId="{C012273C-EE68-4897-ABCA-797B0F184763}"/>
          </ac:picMkLst>
        </pc:picChg>
        <pc:picChg chg="del mod">
          <ac:chgData name="Trong-Thuc Hoang" userId="74af82dad18fbf6c" providerId="LiveId" clId="{8372D42A-D0C1-4E4C-865A-97CA549E688F}" dt="2021-09-30T17:53:20.631" v="5399" actId="478"/>
          <ac:picMkLst>
            <pc:docMk/>
            <pc:sldMk cId="310088412" sldId="444"/>
            <ac:picMk id="53" creationId="{412058E3-135D-496B-8DBD-6813C20E66AE}"/>
          </ac:picMkLst>
        </pc:picChg>
        <pc:cxnChg chg="add mod">
          <ac:chgData name="Trong-Thuc Hoang" userId="74af82dad18fbf6c" providerId="LiveId" clId="{8372D42A-D0C1-4E4C-865A-97CA549E688F}" dt="2021-09-30T17:53:34.674" v="5403" actId="1076"/>
          <ac:cxnSpMkLst>
            <pc:docMk/>
            <pc:sldMk cId="310088412" sldId="444"/>
            <ac:cxnSpMk id="15" creationId="{EE612717-7BF8-4875-8DF3-B48F7A56B899}"/>
          </ac:cxnSpMkLst>
        </pc:cxnChg>
        <pc:cxnChg chg="add mod">
          <ac:chgData name="Trong-Thuc Hoang" userId="74af82dad18fbf6c" providerId="LiveId" clId="{8372D42A-D0C1-4E4C-865A-97CA549E688F}" dt="2021-09-30T17:53:37.210" v="5404" actId="14100"/>
          <ac:cxnSpMkLst>
            <pc:docMk/>
            <pc:sldMk cId="310088412" sldId="444"/>
            <ac:cxnSpMk id="16" creationId="{DE6B7EFF-3C8C-449F-806A-57E2A8298595}"/>
          </ac:cxnSpMkLst>
        </pc:cxnChg>
      </pc:sldChg>
      <pc:sldChg chg="delSp modSp add mod">
        <pc:chgData name="Trong-Thuc Hoang" userId="74af82dad18fbf6c" providerId="LiveId" clId="{8372D42A-D0C1-4E4C-865A-97CA549E688F}" dt="2021-09-30T17:55:40.268" v="5517" actId="1076"/>
        <pc:sldMkLst>
          <pc:docMk/>
          <pc:sldMk cId="2818332985" sldId="445"/>
        </pc:sldMkLst>
        <pc:spChg chg="mod">
          <ac:chgData name="Trong-Thuc Hoang" userId="74af82dad18fbf6c" providerId="LiveId" clId="{8372D42A-D0C1-4E4C-865A-97CA549E688F}" dt="2021-09-30T17:55:12.519" v="5498" actId="1076"/>
          <ac:spMkLst>
            <pc:docMk/>
            <pc:sldMk cId="2818332985" sldId="445"/>
            <ac:spMk id="13" creationId="{DBC3C56D-8846-4093-BE15-5FB12BABB5F4}"/>
          </ac:spMkLst>
        </pc:spChg>
        <pc:spChg chg="del">
          <ac:chgData name="Trong-Thuc Hoang" userId="74af82dad18fbf6c" providerId="LiveId" clId="{8372D42A-D0C1-4E4C-865A-97CA549E688F}" dt="2021-09-30T17:55:15.446" v="5499" actId="478"/>
          <ac:spMkLst>
            <pc:docMk/>
            <pc:sldMk cId="2818332985" sldId="445"/>
            <ac:spMk id="14" creationId="{E7D11FE7-4B76-49D2-B11E-A0DC04FDFA80}"/>
          </ac:spMkLst>
        </pc:spChg>
        <pc:spChg chg="mod">
          <ac:chgData name="Trong-Thuc Hoang" userId="74af82dad18fbf6c" providerId="LiveId" clId="{8372D42A-D0C1-4E4C-865A-97CA549E688F}" dt="2021-09-30T17:55:40.268" v="5517" actId="1076"/>
          <ac:spMkLst>
            <pc:docMk/>
            <pc:sldMk cId="2818332985" sldId="445"/>
            <ac:spMk id="66" creationId="{31DD4D88-0D2F-4598-9D5B-7BD8D329646E}"/>
          </ac:spMkLst>
        </pc:spChg>
        <pc:cxnChg chg="del">
          <ac:chgData name="Trong-Thuc Hoang" userId="74af82dad18fbf6c" providerId="LiveId" clId="{8372D42A-D0C1-4E4C-865A-97CA549E688F}" dt="2021-09-30T17:55:16.480" v="5500" actId="478"/>
          <ac:cxnSpMkLst>
            <pc:docMk/>
            <pc:sldMk cId="2818332985" sldId="445"/>
            <ac:cxnSpMk id="15" creationId="{EE612717-7BF8-4875-8DF3-B48F7A56B899}"/>
          </ac:cxnSpMkLst>
        </pc:cxnChg>
        <pc:cxnChg chg="mod">
          <ac:chgData name="Trong-Thuc Hoang" userId="74af82dad18fbf6c" providerId="LiveId" clId="{8372D42A-D0C1-4E4C-865A-97CA549E688F}" dt="2021-09-30T17:54:57.040" v="5493" actId="14100"/>
          <ac:cxnSpMkLst>
            <pc:docMk/>
            <pc:sldMk cId="2818332985" sldId="445"/>
            <ac:cxnSpMk id="16" creationId="{DE6B7EFF-3C8C-449F-806A-57E2A8298595}"/>
          </ac:cxnSpMkLst>
        </pc:cxnChg>
      </pc:sldChg>
      <pc:sldChg chg="addSp delSp modSp add mod">
        <pc:chgData name="Trong-Thuc Hoang" userId="74af82dad18fbf6c" providerId="LiveId" clId="{8372D42A-D0C1-4E4C-865A-97CA549E688F}" dt="2021-09-30T18:01:05.830" v="5671" actId="20577"/>
        <pc:sldMkLst>
          <pc:docMk/>
          <pc:sldMk cId="3423779572" sldId="446"/>
        </pc:sldMkLst>
        <pc:spChg chg="mod">
          <ac:chgData name="Trong-Thuc Hoang" userId="74af82dad18fbf6c" providerId="LiveId" clId="{8372D42A-D0C1-4E4C-865A-97CA549E688F}" dt="2021-09-30T18:01:03.134" v="5670" actId="6549"/>
          <ac:spMkLst>
            <pc:docMk/>
            <pc:sldMk cId="3423779572" sldId="446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05.830" v="5671" actId="20577"/>
          <ac:spMkLst>
            <pc:docMk/>
            <pc:sldMk cId="3423779572" sldId="446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05.655" v="5650" actId="478"/>
          <ac:picMkLst>
            <pc:docMk/>
            <pc:sldMk cId="3423779572" sldId="446"/>
            <ac:picMk id="7" creationId="{CE248AF9-D6DA-42B3-BE70-D2BDF7F472C0}"/>
          </ac:picMkLst>
        </pc:picChg>
        <pc:picChg chg="del">
          <ac:chgData name="Trong-Thuc Hoang" userId="74af82dad18fbf6c" providerId="LiveId" clId="{8372D42A-D0C1-4E4C-865A-97CA549E688F}" dt="2021-09-30T18:00:05.148" v="5649" actId="478"/>
          <ac:picMkLst>
            <pc:docMk/>
            <pc:sldMk cId="3423779572" sldId="446"/>
            <ac:picMk id="8" creationId="{7A36C857-E75B-4571-8462-BF3EB9A63E2F}"/>
          </ac:picMkLst>
        </pc:picChg>
        <pc:picChg chg="add mod">
          <ac:chgData name="Trong-Thuc Hoang" userId="74af82dad18fbf6c" providerId="LiveId" clId="{8372D42A-D0C1-4E4C-865A-97CA549E688F}" dt="2021-09-30T18:00:37.563" v="5660" actId="1076"/>
          <ac:picMkLst>
            <pc:docMk/>
            <pc:sldMk cId="3423779572" sldId="446"/>
            <ac:picMk id="11" creationId="{8D5A8E59-0905-4DE4-AA70-36A63156E45F}"/>
          </ac:picMkLst>
        </pc:picChg>
        <pc:picChg chg="add mod">
          <ac:chgData name="Trong-Thuc Hoang" userId="74af82dad18fbf6c" providerId="LiveId" clId="{8372D42A-D0C1-4E4C-865A-97CA549E688F}" dt="2021-09-30T18:00:31.785" v="5658" actId="14100"/>
          <ac:picMkLst>
            <pc:docMk/>
            <pc:sldMk cId="3423779572" sldId="446"/>
            <ac:picMk id="13" creationId="{2E838ACC-07FC-481C-BFD7-751E26A0E40A}"/>
          </ac:picMkLst>
        </pc:picChg>
      </pc:sldChg>
      <pc:sldChg chg="addSp delSp modSp add mod">
        <pc:chgData name="Trong-Thuc Hoang" userId="74af82dad18fbf6c" providerId="LiveId" clId="{8372D42A-D0C1-4E4C-865A-97CA549E688F}" dt="2021-09-30T18:01:51.809" v="5706" actId="1076"/>
        <pc:sldMkLst>
          <pc:docMk/>
          <pc:sldMk cId="3141680378" sldId="447"/>
        </pc:sldMkLst>
        <pc:spChg chg="mod">
          <ac:chgData name="Trong-Thuc Hoang" userId="74af82dad18fbf6c" providerId="LiveId" clId="{8372D42A-D0C1-4E4C-865A-97CA549E688F}" dt="2021-09-30T18:01:51.809" v="5706" actId="1076"/>
          <ac:spMkLst>
            <pc:docMk/>
            <pc:sldMk cId="3141680378" sldId="447"/>
            <ac:spMk id="9" creationId="{6C551CF4-0809-497D-8F93-9B801D42AB33}"/>
          </ac:spMkLst>
        </pc:spChg>
        <pc:spChg chg="mod">
          <ac:chgData name="Trong-Thuc Hoang" userId="74af82dad18fbf6c" providerId="LiveId" clId="{8372D42A-D0C1-4E4C-865A-97CA549E688F}" dt="2021-09-30T18:01:46.399" v="5704" actId="1076"/>
          <ac:spMkLst>
            <pc:docMk/>
            <pc:sldMk cId="3141680378" sldId="447"/>
            <ac:spMk id="12" creationId="{F31FCA47-B041-4DE5-8EEB-C9FAFC20EB93}"/>
          </ac:spMkLst>
        </pc:spChg>
        <pc:picChg chg="del">
          <ac:chgData name="Trong-Thuc Hoang" userId="74af82dad18fbf6c" providerId="LiveId" clId="{8372D42A-D0C1-4E4C-865A-97CA549E688F}" dt="2021-09-30T18:00:45.764" v="5663" actId="478"/>
          <ac:picMkLst>
            <pc:docMk/>
            <pc:sldMk cId="3141680378" sldId="447"/>
            <ac:picMk id="11" creationId="{8D5A8E59-0905-4DE4-AA70-36A63156E45F}"/>
          </ac:picMkLst>
        </pc:picChg>
        <pc:picChg chg="del">
          <ac:chgData name="Trong-Thuc Hoang" userId="74af82dad18fbf6c" providerId="LiveId" clId="{8372D42A-D0C1-4E4C-865A-97CA549E688F}" dt="2021-09-30T18:00:46.449" v="5664" actId="478"/>
          <ac:picMkLst>
            <pc:docMk/>
            <pc:sldMk cId="3141680378" sldId="447"/>
            <ac:picMk id="13" creationId="{2E838ACC-07FC-481C-BFD7-751E26A0E40A}"/>
          </ac:picMkLst>
        </pc:picChg>
        <pc:picChg chg="add mod">
          <ac:chgData name="Trong-Thuc Hoang" userId="74af82dad18fbf6c" providerId="LiveId" clId="{8372D42A-D0C1-4E4C-865A-97CA549E688F}" dt="2021-09-30T18:01:49.457" v="5705" actId="1076"/>
          <ac:picMkLst>
            <pc:docMk/>
            <pc:sldMk cId="3141680378" sldId="447"/>
            <ac:picMk id="14" creationId="{BDEE81C5-B288-4473-9B74-946EB9236B7E}"/>
          </ac:picMkLst>
        </pc:picChg>
        <pc:picChg chg="add mod">
          <ac:chgData name="Trong-Thuc Hoang" userId="74af82dad18fbf6c" providerId="LiveId" clId="{8372D42A-D0C1-4E4C-865A-97CA549E688F}" dt="2021-09-30T18:01:42.459" v="5703" actId="14100"/>
          <ac:picMkLst>
            <pc:docMk/>
            <pc:sldMk cId="3141680378" sldId="447"/>
            <ac:picMk id="15" creationId="{545114CA-4B6E-4F66-AD5C-0D5BD51E4822}"/>
          </ac:picMkLst>
        </pc:picChg>
      </pc:sldChg>
      <pc:sldChg chg="addSp delSp modSp add mod">
        <pc:chgData name="Trong-Thuc Hoang" userId="74af82dad18fbf6c" providerId="LiveId" clId="{8372D42A-D0C1-4E4C-865A-97CA549E688F}" dt="2021-09-30T18:09:44.138" v="5877" actId="1076"/>
        <pc:sldMkLst>
          <pc:docMk/>
          <pc:sldMk cId="2236601384" sldId="448"/>
        </pc:sldMkLst>
        <pc:spChg chg="del">
          <ac:chgData name="Trong-Thuc Hoang" userId="74af82dad18fbf6c" providerId="LiveId" clId="{8372D42A-D0C1-4E4C-865A-97CA549E688F}" dt="2021-09-30T18:04:36.556" v="5751" actId="478"/>
          <ac:spMkLst>
            <pc:docMk/>
            <pc:sldMk cId="2236601384" sldId="448"/>
            <ac:spMk id="9" creationId="{6C551CF4-0809-497D-8F93-9B801D42AB33}"/>
          </ac:spMkLst>
        </pc:spChg>
        <pc:spChg chg="del">
          <ac:chgData name="Trong-Thuc Hoang" userId="74af82dad18fbf6c" providerId="LiveId" clId="{8372D42A-D0C1-4E4C-865A-97CA549E688F}" dt="2021-09-30T18:04:37.458" v="5752" actId="478"/>
          <ac:spMkLst>
            <pc:docMk/>
            <pc:sldMk cId="2236601384" sldId="448"/>
            <ac:spMk id="12" creationId="{F31FCA47-B041-4DE5-8EEB-C9FAFC20EB93}"/>
          </ac:spMkLst>
        </pc:spChg>
        <pc:spChg chg="add mod">
          <ac:chgData name="Trong-Thuc Hoang" userId="74af82dad18fbf6c" providerId="LiveId" clId="{8372D42A-D0C1-4E4C-865A-97CA549E688F}" dt="2021-09-30T18:07:00.817" v="5796" actId="14100"/>
          <ac:spMkLst>
            <pc:docMk/>
            <pc:sldMk cId="2236601384" sldId="448"/>
            <ac:spMk id="13" creationId="{397140EA-AA7A-4975-A8C8-0CB0B0DBB7CB}"/>
          </ac:spMkLst>
        </pc:spChg>
        <pc:spChg chg="add mod">
          <ac:chgData name="Trong-Thuc Hoang" userId="74af82dad18fbf6c" providerId="LiveId" clId="{8372D42A-D0C1-4E4C-865A-97CA549E688F}" dt="2021-09-30T18:07:21.555" v="5806" actId="14100"/>
          <ac:spMkLst>
            <pc:docMk/>
            <pc:sldMk cId="2236601384" sldId="448"/>
            <ac:spMk id="16" creationId="{6D669997-E6FA-4B6D-8B88-BF72370523F0}"/>
          </ac:spMkLst>
        </pc:spChg>
        <pc:spChg chg="add mod">
          <ac:chgData name="Trong-Thuc Hoang" userId="74af82dad18fbf6c" providerId="LiveId" clId="{8372D42A-D0C1-4E4C-865A-97CA549E688F}" dt="2021-09-30T18:07:50.234" v="5812" actId="14100"/>
          <ac:spMkLst>
            <pc:docMk/>
            <pc:sldMk cId="2236601384" sldId="448"/>
            <ac:spMk id="17" creationId="{0B01EBD7-98AE-4A34-A726-1E00C3A139F7}"/>
          </ac:spMkLst>
        </pc:spChg>
        <pc:spChg chg="add mod">
          <ac:chgData name="Trong-Thuc Hoang" userId="74af82dad18fbf6c" providerId="LiveId" clId="{8372D42A-D0C1-4E4C-865A-97CA549E688F}" dt="2021-09-30T18:07:37.440" v="5809" actId="1076"/>
          <ac:spMkLst>
            <pc:docMk/>
            <pc:sldMk cId="2236601384" sldId="448"/>
            <ac:spMk id="18" creationId="{07A3083D-3493-4D29-8198-93AB162716A7}"/>
          </ac:spMkLst>
        </pc:spChg>
        <pc:spChg chg="add mod">
          <ac:chgData name="Trong-Thuc Hoang" userId="74af82dad18fbf6c" providerId="LiveId" clId="{8372D42A-D0C1-4E4C-865A-97CA549E688F}" dt="2021-09-30T18:07:56.363" v="5814" actId="1076"/>
          <ac:spMkLst>
            <pc:docMk/>
            <pc:sldMk cId="2236601384" sldId="448"/>
            <ac:spMk id="21" creationId="{0EB83CE2-778F-41C9-AB75-BA5804111D4E}"/>
          </ac:spMkLst>
        </pc:spChg>
        <pc:spChg chg="add mod">
          <ac:chgData name="Trong-Thuc Hoang" userId="74af82dad18fbf6c" providerId="LiveId" clId="{8372D42A-D0C1-4E4C-865A-97CA549E688F}" dt="2021-09-30T18:09:08.641" v="5830" actId="1076"/>
          <ac:spMkLst>
            <pc:docMk/>
            <pc:sldMk cId="2236601384" sldId="448"/>
            <ac:spMk id="24" creationId="{65A614C8-7316-4B12-8C88-BC7237C08B1B}"/>
          </ac:spMkLst>
        </pc:spChg>
        <pc:spChg chg="add mod">
          <ac:chgData name="Trong-Thuc Hoang" userId="74af82dad18fbf6c" providerId="LiveId" clId="{8372D42A-D0C1-4E4C-865A-97CA549E688F}" dt="2021-09-30T18:08:27.385" v="5818" actId="1582"/>
          <ac:spMkLst>
            <pc:docMk/>
            <pc:sldMk cId="2236601384" sldId="448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07:32.577" v="5808" actId="1076"/>
          <ac:spMkLst>
            <pc:docMk/>
            <pc:sldMk cId="2236601384" sldId="448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09:44.138" v="5877" actId="1076"/>
          <ac:spMkLst>
            <pc:docMk/>
            <pc:sldMk cId="2236601384" sldId="448"/>
            <ac:spMk id="46" creationId="{5C571606-AF5F-4C47-AC1F-10FEFC1DD4EF}"/>
          </ac:spMkLst>
        </pc:spChg>
        <pc:picChg chg="add mod">
          <ac:chgData name="Trong-Thuc Hoang" userId="74af82dad18fbf6c" providerId="LiveId" clId="{8372D42A-D0C1-4E4C-865A-97CA549E688F}" dt="2021-09-30T18:07:03.220" v="5798" actId="1076"/>
          <ac:picMkLst>
            <pc:docMk/>
            <pc:sldMk cId="2236601384" sldId="448"/>
            <ac:picMk id="11" creationId="{CAF3883D-A890-4CC1-AB98-6594D3CAC245}"/>
          </ac:picMkLst>
        </pc:picChg>
        <pc:picChg chg="del">
          <ac:chgData name="Trong-Thuc Hoang" userId="74af82dad18fbf6c" providerId="LiveId" clId="{8372D42A-D0C1-4E4C-865A-97CA549E688F}" dt="2021-09-30T18:02:32.638" v="5708" actId="478"/>
          <ac:picMkLst>
            <pc:docMk/>
            <pc:sldMk cId="2236601384" sldId="448"/>
            <ac:picMk id="14" creationId="{BDEE81C5-B288-4473-9B74-946EB9236B7E}"/>
          </ac:picMkLst>
        </pc:picChg>
        <pc:picChg chg="del">
          <ac:chgData name="Trong-Thuc Hoang" userId="74af82dad18fbf6c" providerId="LiveId" clId="{8372D42A-D0C1-4E4C-865A-97CA549E688F}" dt="2021-09-30T18:02:32.980" v="5709" actId="478"/>
          <ac:picMkLst>
            <pc:docMk/>
            <pc:sldMk cId="2236601384" sldId="448"/>
            <ac:picMk id="15" creationId="{545114CA-4B6E-4F66-AD5C-0D5BD51E4822}"/>
          </ac:picMkLst>
        </pc:picChg>
        <pc:cxnChg chg="add mod">
          <ac:chgData name="Trong-Thuc Hoang" userId="74af82dad18fbf6c" providerId="LiveId" clId="{8372D42A-D0C1-4E4C-865A-97CA549E688F}" dt="2021-09-30T18:07:32.577" v="5808" actId="1076"/>
          <ac:cxnSpMkLst>
            <pc:docMk/>
            <pc:sldMk cId="2236601384" sldId="448"/>
            <ac:cxnSpMk id="19" creationId="{89F12B84-E246-40DF-AED6-337D9A69D576}"/>
          </ac:cxnSpMkLst>
        </pc:cxnChg>
        <pc:cxnChg chg="add mod">
          <ac:chgData name="Trong-Thuc Hoang" userId="74af82dad18fbf6c" providerId="LiveId" clId="{8372D42A-D0C1-4E4C-865A-97CA549E688F}" dt="2021-09-30T18:07:37.440" v="5809" actId="1076"/>
          <ac:cxnSpMkLst>
            <pc:docMk/>
            <pc:sldMk cId="2236601384" sldId="448"/>
            <ac:cxnSpMk id="20" creationId="{EEA801F0-C532-49CE-B07D-85FB4F541148}"/>
          </ac:cxnSpMkLst>
        </pc:cxnChg>
        <pc:cxnChg chg="add mod">
          <ac:chgData name="Trong-Thuc Hoang" userId="74af82dad18fbf6c" providerId="LiveId" clId="{8372D42A-D0C1-4E4C-865A-97CA549E688F}" dt="2021-09-30T18:07:56.363" v="5814" actId="1076"/>
          <ac:cxnSpMkLst>
            <pc:docMk/>
            <pc:sldMk cId="2236601384" sldId="448"/>
            <ac:cxnSpMk id="22" creationId="{00063C92-6CDB-43EA-A61E-06466F1FC724}"/>
          </ac:cxnSpMkLst>
        </pc:cxnChg>
        <pc:cxnChg chg="add mod">
          <ac:chgData name="Trong-Thuc Hoang" userId="74af82dad18fbf6c" providerId="LiveId" clId="{8372D42A-D0C1-4E4C-865A-97CA549E688F}" dt="2021-09-30T18:09:08.641" v="5830" actId="1076"/>
          <ac:cxnSpMkLst>
            <pc:docMk/>
            <pc:sldMk cId="2236601384" sldId="448"/>
            <ac:cxnSpMk id="23" creationId="{7488F97E-C77D-4879-BC25-BCC5FBC181E3}"/>
          </ac:cxnSpMkLst>
        </pc:cxnChg>
      </pc:sldChg>
      <pc:sldChg chg="addSp delSp modSp add mod modAnim">
        <pc:chgData name="Trong-Thuc Hoang" userId="74af82dad18fbf6c" providerId="LiveId" clId="{8372D42A-D0C1-4E4C-865A-97CA549E688F}" dt="2021-09-30T18:04:09.576" v="5750" actId="14100"/>
        <pc:sldMkLst>
          <pc:docMk/>
          <pc:sldMk cId="712394340" sldId="449"/>
        </pc:sldMkLst>
        <pc:spChg chg="del">
          <ac:chgData name="Trong-Thuc Hoang" userId="74af82dad18fbf6c" providerId="LiveId" clId="{8372D42A-D0C1-4E4C-865A-97CA549E688F}" dt="2021-09-30T18:02:41.850" v="5711" actId="478"/>
          <ac:spMkLst>
            <pc:docMk/>
            <pc:sldMk cId="712394340" sldId="449"/>
            <ac:spMk id="9" creationId="{6C551CF4-0809-497D-8F93-9B801D42AB33}"/>
          </ac:spMkLst>
        </pc:spChg>
        <pc:spChg chg="add mod">
          <ac:chgData name="Trong-Thuc Hoang" userId="74af82dad18fbf6c" providerId="LiveId" clId="{8372D42A-D0C1-4E4C-865A-97CA549E688F}" dt="2021-09-30T18:04:06.006" v="5749" actId="1076"/>
          <ac:spMkLst>
            <pc:docMk/>
            <pc:sldMk cId="712394340" sldId="449"/>
            <ac:spMk id="11" creationId="{A0D75995-9DA6-4C08-B812-7675005B4DDF}"/>
          </ac:spMkLst>
        </pc:spChg>
        <pc:spChg chg="del">
          <ac:chgData name="Trong-Thuc Hoang" userId="74af82dad18fbf6c" providerId="LiveId" clId="{8372D42A-D0C1-4E4C-865A-97CA549E688F}" dt="2021-09-30T18:02:42.573" v="5712" actId="478"/>
          <ac:spMkLst>
            <pc:docMk/>
            <pc:sldMk cId="712394340" sldId="449"/>
            <ac:spMk id="12" creationId="{F31FCA47-B041-4DE5-8EEB-C9FAFC20EB93}"/>
          </ac:spMkLst>
        </pc:spChg>
        <pc:picChg chg="add mod">
          <ac:chgData name="Trong-Thuc Hoang" userId="74af82dad18fbf6c" providerId="LiveId" clId="{8372D42A-D0C1-4E4C-865A-97CA549E688F}" dt="2021-09-30T18:04:09.576" v="5750" actId="14100"/>
          <ac:picMkLst>
            <pc:docMk/>
            <pc:sldMk cId="712394340" sldId="449"/>
            <ac:picMk id="2" creationId="{5C336BE3-8047-429B-A7B3-851807F04BBD}"/>
          </ac:picMkLst>
        </pc:picChg>
      </pc:sldChg>
      <pc:sldChg chg="addSp delSp modSp add mod">
        <pc:chgData name="Trong-Thuc Hoang" userId="74af82dad18fbf6c" providerId="LiveId" clId="{8372D42A-D0C1-4E4C-865A-97CA549E688F}" dt="2021-09-30T18:13:25.500" v="5948" actId="1076"/>
        <pc:sldMkLst>
          <pc:docMk/>
          <pc:sldMk cId="3708542869" sldId="450"/>
        </pc:sldMkLst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3" creationId="{397140EA-AA7A-4975-A8C8-0CB0B0DBB7C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6" creationId="{6D669997-E6FA-4B6D-8B88-BF72370523F0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7" creationId="{0B01EBD7-98AE-4A34-A726-1E00C3A139F7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18" creationId="{07A3083D-3493-4D29-8198-93AB162716A7}"/>
          </ac:spMkLst>
        </pc:spChg>
        <pc:spChg chg="del">
          <ac:chgData name="Trong-Thuc Hoang" userId="74af82dad18fbf6c" providerId="LiveId" clId="{8372D42A-D0C1-4E4C-865A-97CA549E688F}" dt="2021-09-30T18:10:25.207" v="5902" actId="478"/>
          <ac:spMkLst>
            <pc:docMk/>
            <pc:sldMk cId="3708542869" sldId="450"/>
            <ac:spMk id="21" creationId="{0EB83CE2-778F-41C9-AB75-BA5804111D4E}"/>
          </ac:spMkLst>
        </pc:spChg>
        <pc:spChg chg="del">
          <ac:chgData name="Trong-Thuc Hoang" userId="74af82dad18fbf6c" providerId="LiveId" clId="{8372D42A-D0C1-4E4C-865A-97CA549E688F}" dt="2021-09-30T18:10:23.820" v="5901" actId="478"/>
          <ac:spMkLst>
            <pc:docMk/>
            <pc:sldMk cId="3708542869" sldId="450"/>
            <ac:spMk id="24" creationId="{65A614C8-7316-4B12-8C88-BC7237C08B1B}"/>
          </ac:spMkLst>
        </pc:spChg>
        <pc:spChg chg="del">
          <ac:chgData name="Trong-Thuc Hoang" userId="74af82dad18fbf6c" providerId="LiveId" clId="{8372D42A-D0C1-4E4C-865A-97CA549E688F}" dt="2021-09-30T18:10:22.864" v="5900" actId="478"/>
          <ac:spMkLst>
            <pc:docMk/>
            <pc:sldMk cId="3708542869" sldId="450"/>
            <ac:spMk id="25" creationId="{A768E8CE-B213-4C41-8B3D-B663ECBE0B12}"/>
          </ac:spMkLst>
        </pc:spChg>
        <pc:spChg chg="add mod">
          <ac:chgData name="Trong-Thuc Hoang" userId="74af82dad18fbf6c" providerId="LiveId" clId="{8372D42A-D0C1-4E4C-865A-97CA549E688F}" dt="2021-09-30T18:13:00.681" v="5937" actId="14100"/>
          <ac:spMkLst>
            <pc:docMk/>
            <pc:sldMk cId="3708542869" sldId="450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0:26.106" v="5903" actId="478"/>
          <ac:spMkLst>
            <pc:docMk/>
            <pc:sldMk cId="3708542869" sldId="450"/>
            <ac:spMk id="28" creationId="{49B46A1D-1AD5-4231-9A9F-0392A09811E3}"/>
          </ac:spMkLst>
        </pc:spChg>
        <pc:spChg chg="add mod">
          <ac:chgData name="Trong-Thuc Hoang" userId="74af82dad18fbf6c" providerId="LiveId" clId="{8372D42A-D0C1-4E4C-865A-97CA549E688F}" dt="2021-09-30T18:13:23.365" v="5947" actId="1076"/>
          <ac:spMkLst>
            <pc:docMk/>
            <pc:sldMk cId="3708542869" sldId="450"/>
            <ac:spMk id="30" creationId="{F491BB1C-F305-4724-B792-8C57946F7570}"/>
          </ac:spMkLst>
        </pc:spChg>
        <pc:spChg chg="add mod">
          <ac:chgData name="Trong-Thuc Hoang" userId="74af82dad18fbf6c" providerId="LiveId" clId="{8372D42A-D0C1-4E4C-865A-97CA549E688F}" dt="2021-09-30T18:12:44.905" v="5931" actId="14100"/>
          <ac:spMkLst>
            <pc:docMk/>
            <pc:sldMk cId="3708542869" sldId="450"/>
            <ac:spMk id="31" creationId="{7A88DCA5-564A-4F78-A511-D13FAB709404}"/>
          </ac:spMkLst>
        </pc:spChg>
        <pc:spChg chg="add mod">
          <ac:chgData name="Trong-Thuc Hoang" userId="74af82dad18fbf6c" providerId="LiveId" clId="{8372D42A-D0C1-4E4C-865A-97CA549E688F}" dt="2021-09-30T18:12:08.598" v="5918" actId="14100"/>
          <ac:spMkLst>
            <pc:docMk/>
            <pc:sldMk cId="3708542869" sldId="450"/>
            <ac:spMk id="32" creationId="{D600467E-FE8D-45E4-AD4F-66D4242722C0}"/>
          </ac:spMkLst>
        </pc:spChg>
        <pc:spChg chg="add mod">
          <ac:chgData name="Trong-Thuc Hoang" userId="74af82dad18fbf6c" providerId="LiveId" clId="{8372D42A-D0C1-4E4C-865A-97CA549E688F}" dt="2021-09-30T18:13:25.500" v="5948" actId="1076"/>
          <ac:spMkLst>
            <pc:docMk/>
            <pc:sldMk cId="3708542869" sldId="450"/>
            <ac:spMk id="34" creationId="{100E7CBA-D983-45A9-B471-124E00256C6E}"/>
          </ac:spMkLst>
        </pc:spChg>
        <pc:spChg chg="add mod">
          <ac:chgData name="Trong-Thuc Hoang" userId="74af82dad18fbf6c" providerId="LiveId" clId="{8372D42A-D0C1-4E4C-865A-97CA549E688F}" dt="2021-09-30T18:13:16.426" v="5945" actId="14100"/>
          <ac:spMkLst>
            <pc:docMk/>
            <pc:sldMk cId="3708542869" sldId="450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0:54.817" v="5908" actId="1076"/>
          <ac:spMkLst>
            <pc:docMk/>
            <pc:sldMk cId="3708542869" sldId="450"/>
            <ac:spMk id="46" creationId="{5C571606-AF5F-4C47-AC1F-10FEFC1DD4EF}"/>
          </ac:spMkLst>
        </pc:spChg>
        <pc:picChg chg="del">
          <ac:chgData name="Trong-Thuc Hoang" userId="74af82dad18fbf6c" providerId="LiveId" clId="{8372D42A-D0C1-4E4C-865A-97CA549E688F}" dt="2021-09-30T18:10:21.268" v="5899" actId="478"/>
          <ac:picMkLst>
            <pc:docMk/>
            <pc:sldMk cId="3708542869" sldId="450"/>
            <ac:picMk id="11" creationId="{CAF3883D-A890-4CC1-AB98-6594D3CAC245}"/>
          </ac:picMkLst>
        </pc:picChg>
        <pc:picChg chg="add mod ord">
          <ac:chgData name="Trong-Thuc Hoang" userId="74af82dad18fbf6c" providerId="LiveId" clId="{8372D42A-D0C1-4E4C-865A-97CA549E688F}" dt="2021-09-30T18:11:46.259" v="5914" actId="1076"/>
          <ac:picMkLst>
            <pc:docMk/>
            <pc:sldMk cId="3708542869" sldId="450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19" creationId="{89F12B84-E246-40DF-AED6-337D9A69D576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0" creationId="{EEA801F0-C532-49CE-B07D-85FB4F541148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2" creationId="{00063C92-6CDB-43EA-A61E-06466F1FC724}"/>
          </ac:cxnSpMkLst>
        </pc:cxnChg>
        <pc:cxnChg chg="del mod">
          <ac:chgData name="Trong-Thuc Hoang" userId="74af82dad18fbf6c" providerId="LiveId" clId="{8372D42A-D0C1-4E4C-865A-97CA549E688F}" dt="2021-09-30T18:10:22.864" v="5900" actId="478"/>
          <ac:cxnSpMkLst>
            <pc:docMk/>
            <pc:sldMk cId="3708542869" sldId="450"/>
            <ac:cxnSpMk id="23" creationId="{7488F97E-C77D-4879-BC25-BCC5FBC181E3}"/>
          </ac:cxnSpMkLst>
        </pc:cxnChg>
        <pc:cxnChg chg="add mod">
          <ac:chgData name="Trong-Thuc Hoang" userId="74af82dad18fbf6c" providerId="LiveId" clId="{8372D42A-D0C1-4E4C-865A-97CA549E688F}" dt="2021-09-30T18:13:23.365" v="5947" actId="1076"/>
          <ac:cxnSpMkLst>
            <pc:docMk/>
            <pc:sldMk cId="3708542869" sldId="450"/>
            <ac:cxnSpMk id="29" creationId="{8929A478-A315-42BC-BE37-94059083E15C}"/>
          </ac:cxnSpMkLst>
        </pc:cxnChg>
        <pc:cxnChg chg="add mod">
          <ac:chgData name="Trong-Thuc Hoang" userId="74af82dad18fbf6c" providerId="LiveId" clId="{8372D42A-D0C1-4E4C-865A-97CA549E688F}" dt="2021-09-30T18:13:25.500" v="5948" actId="1076"/>
          <ac:cxnSpMkLst>
            <pc:docMk/>
            <pc:sldMk cId="3708542869" sldId="450"/>
            <ac:cxnSpMk id="33" creationId="{86999109-9824-491A-BBF3-B085E5937B30}"/>
          </ac:cxnSpMkLst>
        </pc:cxnChg>
        <pc:cxnChg chg="add mod">
          <ac:chgData name="Trong-Thuc Hoang" userId="74af82dad18fbf6c" providerId="LiveId" clId="{8372D42A-D0C1-4E4C-865A-97CA549E688F}" dt="2021-09-30T18:13:16.426" v="5945" actId="14100"/>
          <ac:cxnSpMkLst>
            <pc:docMk/>
            <pc:sldMk cId="3708542869" sldId="450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5:31.712" v="6012" actId="1076"/>
        <pc:sldMkLst>
          <pc:docMk/>
          <pc:sldMk cId="895158619" sldId="451"/>
        </pc:sldMkLst>
        <pc:spChg chg="del">
          <ac:chgData name="Trong-Thuc Hoang" userId="74af82dad18fbf6c" providerId="LiveId" clId="{8372D42A-D0C1-4E4C-865A-97CA549E688F}" dt="2021-09-30T18:13:56.717" v="5970" actId="478"/>
          <ac:spMkLst>
            <pc:docMk/>
            <pc:sldMk cId="895158619" sldId="451"/>
            <ac:spMk id="27" creationId="{517530FD-49CF-4920-B716-3252B24FD52D}"/>
          </ac:spMkLst>
        </pc:spChg>
        <pc:spChg chg="del">
          <ac:chgData name="Trong-Thuc Hoang" userId="74af82dad18fbf6c" providerId="LiveId" clId="{8372D42A-D0C1-4E4C-865A-97CA549E688F}" dt="2021-09-30T18:14:08.837" v="5976" actId="478"/>
          <ac:spMkLst>
            <pc:docMk/>
            <pc:sldMk cId="895158619" sldId="451"/>
            <ac:spMk id="30" creationId="{F491BB1C-F305-4724-B792-8C57946F7570}"/>
          </ac:spMkLst>
        </pc:spChg>
        <pc:spChg chg="del">
          <ac:chgData name="Trong-Thuc Hoang" userId="74af82dad18fbf6c" providerId="LiveId" clId="{8372D42A-D0C1-4E4C-865A-97CA549E688F}" dt="2021-09-30T18:13:55.314" v="5969" actId="478"/>
          <ac:spMkLst>
            <pc:docMk/>
            <pc:sldMk cId="895158619" sldId="451"/>
            <ac:spMk id="31" creationId="{7A88DCA5-564A-4F78-A511-D13FAB709404}"/>
          </ac:spMkLst>
        </pc:spChg>
        <pc:spChg chg="del">
          <ac:chgData name="Trong-Thuc Hoang" userId="74af82dad18fbf6c" providerId="LiveId" clId="{8372D42A-D0C1-4E4C-865A-97CA549E688F}" dt="2021-09-30T18:13:54.487" v="5968" actId="478"/>
          <ac:spMkLst>
            <pc:docMk/>
            <pc:sldMk cId="895158619" sldId="451"/>
            <ac:spMk id="32" creationId="{D600467E-FE8D-45E4-AD4F-66D4242722C0}"/>
          </ac:spMkLst>
        </pc:spChg>
        <pc:spChg chg="mod">
          <ac:chgData name="Trong-Thuc Hoang" userId="74af82dad18fbf6c" providerId="LiveId" clId="{8372D42A-D0C1-4E4C-865A-97CA549E688F}" dt="2021-09-30T18:15:31.712" v="6012" actId="1076"/>
          <ac:spMkLst>
            <pc:docMk/>
            <pc:sldMk cId="895158619" sldId="451"/>
            <ac:spMk id="34" creationId="{100E7CBA-D983-45A9-B471-124E00256C6E}"/>
          </ac:spMkLst>
        </pc:spChg>
        <pc:spChg chg="mod">
          <ac:chgData name="Trong-Thuc Hoang" userId="74af82dad18fbf6c" providerId="LiveId" clId="{8372D42A-D0C1-4E4C-865A-97CA549E688F}" dt="2021-09-30T18:15:29.931" v="6011" actId="1076"/>
          <ac:spMkLst>
            <pc:docMk/>
            <pc:sldMk cId="895158619" sldId="451"/>
            <ac:spMk id="36" creationId="{DD9CEE69-46A2-42E5-B410-8CD8D77D2023}"/>
          </ac:spMkLst>
        </pc:spChg>
        <pc:spChg chg="mod">
          <ac:chgData name="Trong-Thuc Hoang" userId="74af82dad18fbf6c" providerId="LiveId" clId="{8372D42A-D0C1-4E4C-865A-97CA549E688F}" dt="2021-09-30T18:15:12.292" v="6005" actId="1076"/>
          <ac:spMkLst>
            <pc:docMk/>
            <pc:sldMk cId="895158619" sldId="451"/>
            <ac:spMk id="46" creationId="{5C571606-AF5F-4C47-AC1F-10FEFC1DD4EF}"/>
          </ac:spMkLst>
        </pc:spChg>
        <pc:picChg chg="add mod ord">
          <ac:chgData name="Trong-Thuc Hoang" userId="74af82dad18fbf6c" providerId="LiveId" clId="{8372D42A-D0C1-4E4C-865A-97CA549E688F}" dt="2021-09-30T18:15:27.211" v="6010" actId="1076"/>
          <ac:picMkLst>
            <pc:docMk/>
            <pc:sldMk cId="895158619" sldId="451"/>
            <ac:picMk id="17" creationId="{015CA2EF-F4BB-4FC3-8845-0BF2EB694BAD}"/>
          </ac:picMkLst>
        </pc:picChg>
        <pc:picChg chg="add mod ord">
          <ac:chgData name="Trong-Thuc Hoang" userId="74af82dad18fbf6c" providerId="LiveId" clId="{8372D42A-D0C1-4E4C-865A-97CA549E688F}" dt="2021-09-30T18:15:25.408" v="6009" actId="1076"/>
          <ac:picMkLst>
            <pc:docMk/>
            <pc:sldMk cId="895158619" sldId="451"/>
            <ac:picMk id="18" creationId="{2E786D53-6CBB-4962-A937-DD23AD8C94FF}"/>
          </ac:picMkLst>
        </pc:picChg>
        <pc:picChg chg="del">
          <ac:chgData name="Trong-Thuc Hoang" userId="74af82dad18fbf6c" providerId="LiveId" clId="{8372D42A-D0C1-4E4C-865A-97CA549E688F}" dt="2021-09-30T18:13:52.857" v="5967" actId="478"/>
          <ac:picMkLst>
            <pc:docMk/>
            <pc:sldMk cId="895158619" sldId="451"/>
            <ac:picMk id="26" creationId="{C308A2E1-F954-478B-8B2A-4720C25276B5}"/>
          </ac:picMkLst>
        </pc:picChg>
        <pc:cxnChg chg="del mod">
          <ac:chgData name="Trong-Thuc Hoang" userId="74af82dad18fbf6c" providerId="LiveId" clId="{8372D42A-D0C1-4E4C-865A-97CA549E688F}" dt="2021-09-30T18:13:57.365" v="5971" actId="478"/>
          <ac:cxnSpMkLst>
            <pc:docMk/>
            <pc:sldMk cId="895158619" sldId="451"/>
            <ac:cxnSpMk id="29" creationId="{8929A478-A315-42BC-BE37-94059083E15C}"/>
          </ac:cxnSpMkLst>
        </pc:cxnChg>
        <pc:cxnChg chg="del mod">
          <ac:chgData name="Trong-Thuc Hoang" userId="74af82dad18fbf6c" providerId="LiveId" clId="{8372D42A-D0C1-4E4C-865A-97CA549E688F}" dt="2021-09-30T18:13:58.237" v="5972" actId="478"/>
          <ac:cxnSpMkLst>
            <pc:docMk/>
            <pc:sldMk cId="895158619" sldId="451"/>
            <ac:cxnSpMk id="33" creationId="{86999109-9824-491A-BBF3-B085E5937B30}"/>
          </ac:cxnSpMkLst>
        </pc:cxnChg>
        <pc:cxnChg chg="del mod">
          <ac:chgData name="Trong-Thuc Hoang" userId="74af82dad18fbf6c" providerId="LiveId" clId="{8372D42A-D0C1-4E4C-865A-97CA549E688F}" dt="2021-09-30T18:13:59.163" v="5973" actId="478"/>
          <ac:cxnSpMkLst>
            <pc:docMk/>
            <pc:sldMk cId="895158619" sldId="451"/>
            <ac:cxnSpMk id="35" creationId="{2358E2E5-893A-4726-9996-994CC55DC07C}"/>
          </ac:cxnSpMkLst>
        </pc:cxnChg>
      </pc:sldChg>
      <pc:sldChg chg="addSp delSp modSp add mod">
        <pc:chgData name="Trong-Thuc Hoang" userId="74af82dad18fbf6c" providerId="LiveId" clId="{8372D42A-D0C1-4E4C-865A-97CA549E688F}" dt="2021-09-30T18:16:46.536" v="6078" actId="1076"/>
        <pc:sldMkLst>
          <pc:docMk/>
          <pc:sldMk cId="2961779750" sldId="452"/>
        </pc:sldMkLst>
        <pc:spChg chg="mod">
          <ac:chgData name="Trong-Thuc Hoang" userId="74af82dad18fbf6c" providerId="LiveId" clId="{8372D42A-D0C1-4E4C-865A-97CA549E688F}" dt="2021-09-30T18:16:46.536" v="6078" actId="1076"/>
          <ac:spMkLst>
            <pc:docMk/>
            <pc:sldMk cId="2961779750" sldId="452"/>
            <ac:spMk id="34" creationId="{100E7CBA-D983-45A9-B471-124E00256C6E}"/>
          </ac:spMkLst>
        </pc:spChg>
        <pc:spChg chg="del">
          <ac:chgData name="Trong-Thuc Hoang" userId="74af82dad18fbf6c" providerId="LiveId" clId="{8372D42A-D0C1-4E4C-865A-97CA549E688F}" dt="2021-09-30T18:15:44.044" v="6016" actId="478"/>
          <ac:spMkLst>
            <pc:docMk/>
            <pc:sldMk cId="2961779750" sldId="452"/>
            <ac:spMk id="36" creationId="{DD9CEE69-46A2-42E5-B410-8CD8D77D2023}"/>
          </ac:spMkLst>
        </pc:spChg>
        <pc:picChg chg="add mod ord">
          <ac:chgData name="Trong-Thuc Hoang" userId="74af82dad18fbf6c" providerId="LiveId" clId="{8372D42A-D0C1-4E4C-865A-97CA549E688F}" dt="2021-09-30T18:16:14.417" v="6025" actId="1076"/>
          <ac:picMkLst>
            <pc:docMk/>
            <pc:sldMk cId="2961779750" sldId="452"/>
            <ac:picMk id="11" creationId="{4FB2C660-90D6-435B-B4EE-1BE5B7E6E9FE}"/>
          </ac:picMkLst>
        </pc:picChg>
        <pc:picChg chg="del">
          <ac:chgData name="Trong-Thuc Hoang" userId="74af82dad18fbf6c" providerId="LiveId" clId="{8372D42A-D0C1-4E4C-865A-97CA549E688F}" dt="2021-09-30T18:15:42.079" v="6014" actId="478"/>
          <ac:picMkLst>
            <pc:docMk/>
            <pc:sldMk cId="2961779750" sldId="452"/>
            <ac:picMk id="17" creationId="{015CA2EF-F4BB-4FC3-8845-0BF2EB694BAD}"/>
          </ac:picMkLst>
        </pc:picChg>
        <pc:picChg chg="del">
          <ac:chgData name="Trong-Thuc Hoang" userId="74af82dad18fbf6c" providerId="LiveId" clId="{8372D42A-D0C1-4E4C-865A-97CA549E688F}" dt="2021-09-30T18:15:43.274" v="6015" actId="478"/>
          <ac:picMkLst>
            <pc:docMk/>
            <pc:sldMk cId="2961779750" sldId="452"/>
            <ac:picMk id="18" creationId="{2E786D53-6CBB-4962-A937-DD23AD8C94FF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Image (code + data)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TBD1</c:v>
                </c:pt>
                <c:pt idx="1">
                  <c:v>TBD2</c:v>
                </c:pt>
                <c:pt idx="2">
                  <c:v>TBD3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32712</c:v>
                </c:pt>
                <c:pt idx="1">
                  <c:v>32876</c:v>
                </c:pt>
                <c:pt idx="2">
                  <c:v>37637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Stack reserve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TBD1</c:v>
                </c:pt>
                <c:pt idx="1">
                  <c:v>TBD2</c:v>
                </c:pt>
                <c:pt idx="2">
                  <c:v>TBD3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22016</c:v>
                </c:pt>
                <c:pt idx="1">
                  <c:v>22016</c:v>
                </c:pt>
                <c:pt idx="2">
                  <c:v>23808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compute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suite 2 (P-256, m3)</c:v>
                </c:pt>
                <c:pt idx="1">
                  <c:v>suite 24 (P-384, m3)</c:v>
                </c:pt>
                <c:pt idx="2">
                  <c:v>TBD2 (ML-KEM-512)</c:v>
                </c:pt>
                <c:pt idx="3">
                  <c:v>TBD3 (ML-KEM-1024)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1368.0</c:v>
                </c:pt>
                <c:pt idx="1">
                  <c:v>3480.8</c:v>
                </c:pt>
                <c:pt idx="2">
                  <c:v>118.0</c:v>
                </c:pt>
                <c:pt idx="3">
                  <c:v>390.8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radio + waiting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suite 2 (P-256, m3)</c:v>
                </c:pt>
                <c:pt idx="1">
                  <c:v>suite 24 (P-384, m3)</c:v>
                </c:pt>
                <c:pt idx="2">
                  <c:v>TBD2 (ML-KEM-512)</c:v>
                </c:pt>
                <c:pt idx="3">
                  <c:v>TBD3 (ML-KEM-1024)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1384.0</c:v>
                </c:pt>
                <c:pt idx="1">
                  <c:v>3489.8</c:v>
                </c:pt>
                <c:pt idx="2">
                  <c:v>373.4</c:v>
                </c:pt>
                <c:pt idx="3">
                  <c:v>857.1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62033-E569-469B-8AC2-4E5C1BF167E5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78D98-5ADF-47DD-97FF-EFBD9071E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9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sldNum" idx="12"/>
          </p:nvPr>
        </p:nvSpPr>
        <p:spPr>
          <a:xfrm>
            <a:off x="11284906" y="6448425"/>
            <a:ext cx="907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buNone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4883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chart" Target="../charts/char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chart" Target="../charts/char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ustomShape 2">
            <a:extLst>
              <a:ext uri="{FF2B5EF4-FFF2-40B4-BE49-F238E27FC236}">
                <a16:creationId xmlns:a16="http://schemas.microsoft.com/office/drawing/2014/main" id="{8E1DDF91-6A44-D4D7-7471-7AE241499D0B}"/>
              </a:ext>
            </a:extLst>
          </p:cNvPr>
          <p:cNvSpPr/>
          <p:nvPr/>
        </p:nvSpPr>
        <p:spPr>
          <a:xfrm>
            <a:off x="-6000" y="2079927"/>
            <a:ext cx="12198000" cy="15682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CustomShape 1"/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[YYYY/MM]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41" name="CustomShape 3"/>
          <p:cNvSpPr/>
          <p:nvPr/>
        </p:nvSpPr>
        <p:spPr>
          <a:xfrm>
            <a:off x="0" y="2079928"/>
            <a:ext cx="12186000" cy="1568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「Course」</a:t>
            </a:r>
            <a:r>
              <a:rPr lang="en-US" altLang="ja-JP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endParaRPr lang="en-US" altLang="ja-JP" sz="4800" b="1" strike="noStrike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ja-JP" sz="48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[Course name]</a:t>
            </a:r>
            <a:r>
              <a:rPr lang="en-US" sz="4800" spc="-1" dirty="0">
                <a:solidFill>
                  <a:srgbClr val="000000"/>
                </a:solidFill>
                <a:latin typeface="Times New Roman"/>
              </a:rPr>
              <a:t/>
            </a:r>
            <a:r>
              <a:rPr lang="en-US" sz="4800" strike="noStrike" spc="-1" dirty="0">
                <a:solidFill>
                  <a:srgbClr val="000000"/>
                </a:solidFill>
                <a:latin typeface="Times New Roman"/>
              </a:rPr>
              <a:t/>
            </a:r>
            <a:endParaRPr lang="en-US" sz="4800" b="0" i="1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</a:t>
            </a:fld>
            <a:endParaRPr lang="en-US" sz="1600" b="0" strike="noStrike" spc="-1"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32DAB-B18D-766D-7494-FC208ADBD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255EAE-0C29-D6E4-77ED-04D11CA4E1E2}"/>
              </a:ext>
            </a:extLst>
          </p:cNvPr>
          <p:cNvSpPr txBox="1"/>
          <p:nvPr/>
        </p:nvSpPr>
        <p:spPr>
          <a:xfrm>
            <a:off x="4341928" y="5504324"/>
            <a:ext cx="3502144" cy="58477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[Author]</a:t>
            </a: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6D0CA2DB-BAF7-3DF1-4A25-671F9EC2334A}"/>
              </a:ext>
            </a:extLst>
          </p:cNvPr>
          <p:cNvSpPr/>
          <p:nvPr/>
        </p:nvSpPr>
        <p:spPr>
          <a:xfrm>
            <a:off x="-6000" y="3986473"/>
            <a:ext cx="12198000" cy="7064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「 Lesson 4 」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ja-JP" altLang="en-US" sz="40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/>
            </a:r>
            <a:r>
              <a:rPr lang="en-US" altLang="ja-JP" sz="4000" strike="noStrike" spc="-1" dirty="0" err="1">
                <a:solidFill>
                  <a:srgbClr val="000000"/>
                </a:solidFill>
                <a:latin typeface="Times New Roman"/>
                <a:ea typeface="DejaVu Sans"/>
              </a:rPr>
              <a:t>  Post-quantum EDHOC</a:t>
            </a:r>
            <a:endParaRPr lang="en-US" sz="4000" b="0" i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839130"/>
            <a:ext cx="11381400" cy="40304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Today’s lesson purpose: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See why today's EDHOC suites will not survive a quantum computer, and what ML-KEM (FIPS 203) offers instead.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Understand EDHOC-AuthKEM: five messages that authenticate both sides with key encapsulation only — no signatures, no Diffie-Hellman, no pre-shared key.</a:t>
            </a:r>
          </a:p>
          <a:p>
            <a:pPr marL="256032" indent="-219456"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Build and run the post-quantum suites TBD1 / TBD2 / TBD3 (TBD3 = AES-256 + ML-KEM-1024) on the boards, inside 64 KiB.</a:t>
            </a:r>
          </a:p>
          <a:p>
            <a:r>
              <a:rPr sz="1800" b="0">
                <a:solidFill>
                  <a:srgbClr val="808080"/>
                </a:solidFill>
                <a:latin typeface="Times New Roman"/>
              </a:rPr>
              <a:t>Code: fpga/sw/export/edhoc-authkem   ·   drafts: draft-ietf-lake-authkem-edhoc-01, draft-ietf-lake-pqsuites-01, draft-ietf-jose-pqc-kem-06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Why Post-Quantum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AuthKEM Protocol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Post-Quantum Suites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Fitting in 64 KiB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Why Post-Quantum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AuthKEM Protocol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Post-Quantum Suites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Fitting in 64 KiB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3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33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 What a quantum computer breaks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9319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Building block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Used in EDHOC suites 0–25 for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Large quantum computer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Elliptic-curve DH (X25519, P-256, P-384, X448)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key exchange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broken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 (Shor)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Elliptic-curve signatures (EdDSA, ECDSA)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authentication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broken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 (Shor)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AES-128 / AES-256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encryption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weakened: ~64 / ~128-bit strength (Grover)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SHA-256 / SHA-384, SHAKE256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hashing, key derivation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still fine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657600"/>
            <a:ext cx="11430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Harvest now, decrypt later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radio traffic recorded today can be decrypted once such a machine exists — the key exchange must change first.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Devices built today may run for 10–20 years.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Fix: replace the elliptic-curve parts by post-quantum ones, keep AES-256 and SHA-384 / SHAKE256.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5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25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 ML-KEM, the post-quantum key exchange (FIPS 203)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1645920"/>
                <a:gridCol w="1737360"/>
                <a:gridCol w="1737360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Parameter set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Security category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Public key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Secret key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Ciphertext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Shared secret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ML-KEM-512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 (≈ AES-128)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800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1,632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32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ML-KEM-768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 (≈ AES-192)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1,184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2,400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1,088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32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ML-KEM-1024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5 (≈ AES-256)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1,568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3,168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1,568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32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548640" y="3017520"/>
            <a:ext cx="329184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KeyGen()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→ public key ek,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secret key dk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89120" y="3017520"/>
            <a:ext cx="329184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Encaps(ek)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→ ciphertext ct,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shared secret ss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840480" y="3520440"/>
            <a:ext cx="54864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229600" y="3017520"/>
            <a:ext cx="329184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Decaps(dk, ct)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→ the same ss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680960" y="3520440"/>
            <a:ext cx="54864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5760" y="429768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 KEM is not Diffie-Hellman: only the holder of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dk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can recover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ss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from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ct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. That property is what AuthKEM uses for authentication.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Keys and ciphertexts are ~10–50× larger than elliptic-curve keys — the radio and the 64 KiB RAM feel it. Lesson 2 tested all three sets on the 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(3/8) ML-KEM inside: key generation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Built on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module learning with errors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(module-LWE): polynomials with 256 coefficients mod q = 3329, grouped into vectors of k polynomials.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KeyGen draws 32 random bytes d and z; d expands into a seed ρ and noise seed σ.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A: a k × k matrix of polynomials, expanded from ρ with SHAKE128 — never sent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s, e: small secret and noise polynomials (coefficients in −η1 … η1), from σ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public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ek = (t = A·s + e, ρ)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; secret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dk = (s, ek, H(ek), z)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Recovering s from t is the hard problem: no efficient classical or quantum algorithm is known.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41148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48640"/>
                <a:gridCol w="548640"/>
                <a:gridCol w="1280160"/>
                <a:gridCol w="2103120"/>
                <a:gridCol w="2651760"/>
                <a:gridCol w="23774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Parameter set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η1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d_u, d_v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ek = 384·k + 32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ct = 32·(d_u·k + d_v)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Used here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ML-KEM-512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10, 4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800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768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TBD1, TBD2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ML-KEM-768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10, 4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1,184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1,088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tested only (Lesson 2)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ML-KEM-1024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11, 5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1,568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1,568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TBD3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(4/8) ML-KEM inside: encapsulation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96012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m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32 random bytes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91840" y="96012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(K, r) = G(m ‖ H(ek))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SHA3-512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017520" y="1463040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217920" y="96012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ct = Encrypt(ek, m, r)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noisy encryption of m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943600" y="1463040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144000" y="960120"/>
            <a:ext cx="265176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ss = K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32-byte shared secret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869680" y="1463040"/>
            <a:ext cx="274320" cy="0"/>
          </a:xfrm>
          <a:prstGeom prst="line">
            <a:avLst/>
          </a:prstGeom>
          <a:ln w="2540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65760" y="2286000"/>
            <a:ext cx="114300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Encrypt computes u = Aᵀ·r + e1 and v = tᵀ·r + e2 + ⌈q/2⌉·m with fresh small noise, then compresses u to d_u and v to d_v bits per coefficient: that is the ciphertext size of (3/8).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Anyone with ek can encapsulate; the result is random-looking. Only dk can turn ct back into m — and so into the same K.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In AuthKEM the responder encapsulates to the initiator's fresh ek_eph (message_2); each side also encapsulates to the other's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long-term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ek from its credential (messages 3 and 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(5/8) ML-KEM inside: decapsulation and implicit rejection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59562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Simplified — FIPS 203, ML-KEM.Decaps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m'       = Decrypt(s, ct)                    # v - s^T u, rounded: m if ct is genuine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(K', r') = G(m' || H(ek))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ct'      = Encrypt(ek, m', r')                # re-encrypt with the same randomness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return  K'               if ct' == ct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     J(z || ct)       otherwise            # implicit rejection: a pseudo-random key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2738627"/>
            <a:ext cx="11430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Re-encrypting proves the ciphertext was built honestly (Fujisaki–Okamoto transform); a tampered ct gives a key unrelated to the sender's.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No error is returned: the next MAC or AEAD tag simply fails. An attacker learns nothing from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how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decapsulation failed.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Lesson 2's “reject KAT” checks exactly this pseudo-random key.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(6/8) ML-KEM inside: what costs memory and time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4297680"/>
              </a:tblGrid>
              <a:tr h="48332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Size (ML-KEM-1024)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Where it hurts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one polynomial (256 × 16-bit)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512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every operation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matrix A (k × k = 16 polynomials)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 KiB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KeyGen, Encrypt — and the re-encryption inside Decaps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secret key dk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3,168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kept by its owner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ciphertext, public key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1,568 B each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radio: 15 fragments each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decapsulation stack, reference code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34.1 kB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more than the free RAM above a TBD3 image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same with MLK_CONFIG_LOW_RAM (one row of A at a time)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18.8 kB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fits: section 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480560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Time is dominated by SHAKE128 (expanding A) and the NTT, a number-theoretic FFT that multiplies polynomials with 16-bit arithmetic mod 3329 — far cheaper on this core than the 256-bit field arithmetic of P-256.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On the board, one TBD3 decapsulation step (I: m2) takes ≈ 83 ms (section 5).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(7/8) Why not just swap in a new suite?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Methods 1–3 need a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static Diffie-Hellman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key. No standard post-quantum algorithm offers static DH, so they cannot be made post-quantum.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Method 0 with ML-DSA signatures works (pqsuites draft), but ML-DSA signatures are 2.4–4.6 KB and slow to verify on a small core.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AuthKEM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(draft-ietf-lake-authkem-edhoc, method 5): each side proves its identity by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decapsulating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a ciphertext made for its long-term ML-KEM key.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Only KEM operations, AEAD and hashing: no signature, no DH, no shared symmetric key (PSK) — but trusted credentials and private keys, as always (box below).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4663440"/>
            <a:ext cx="11430000" cy="118872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“Does post-quantum EDHOC need a PSK?” → This AuthKEM implementation needs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no shared symmetric PSK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 It still needs a long-term ML-KEM private key on each side and a 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trusted binding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of each peer's identity to its public key (its credential in the trust anchors).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Post-Quantum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(8/8) Standards status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12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108960"/>
                <a:gridCol w="429768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Document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Status (2026-10)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Defines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draft-ietf-lake-authkem-edhoc-01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IETF working-group draft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method 5: the 5-message protocol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draft-ietf-lake-pqsuites-01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IETF working-group draft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cipher suites TBD1, TBD2, TBD3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draft-ietf-jose-pqc-kem-06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IETF working-group draft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COSE key format for ML-KEM (AKP)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FIPS 203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NIST standard (2024)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 itself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657600"/>
            <a:ext cx="11430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“TBD” = the IANA numbers are not assigned yet. Until then the suites travel as RFC 9528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private-use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labels: TBD1 = −22, TBD2 = −24, TBD3 = −23.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ML-KEM COSE algorithm values are private-use too: −65537 (ML-KEM-512), −65539 (ML-KEM-1024).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When IANA assigns them, the labels change in one place (</a:t>
            </a:r>
            <a:r>
              <a:rPr sz="1600" b="0">
                <a:solidFill>
                  <a:srgbClr val="8B1A1A"/>
                </a:solidFill>
                <a:latin typeface="Consolas"/>
              </a:rPr>
              <a:t>-DAUTHKEM_SUITE_TBD2=&lt;n&gt;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…). A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new draft revision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is different: it can change messages or the key schedule and needs a review against the new text, the reference model and its test vectors.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Why Post-Quantum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AuthKEM Protocol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Post-Quantum Suites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Fitting in 64 KiB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(1/9) Five messages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14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57200" y="822960"/>
            <a:ext cx="2926080" cy="50292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Initiator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(board A)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78240" y="822960"/>
            <a:ext cx="2926080" cy="502920"/>
          </a:xfrm>
          <a:prstGeom prst="roundRect">
            <a:avLst/>
          </a:prstGeom>
          <a:solidFill>
            <a:srgbClr val="DAE8F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>
                <a:solidFill>
                  <a:srgbClr val="000000"/>
                </a:solidFill>
                <a:latin typeface="Times New Roman"/>
              </a:rPr>
              <a:t>Responder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(board B)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920240" y="1325880"/>
            <a:ext cx="0" cy="4800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241280" y="1325880"/>
            <a:ext cx="0" cy="48006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20240" y="1874519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103120" y="14173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message_1: METHOD 5, SUITES_I,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ek_eph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(fresh ML-KEM key), C_I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920240" y="278892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103120" y="23317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message_2: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ct_eph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= Encaps(ek_eph) ‖ CIPHERTEXT_2 (ID_CRED_R …)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920240" y="370332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103120" y="32461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message_3: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ct_R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= Encaps(ek_R from CRED_R) ‖ AEAD(ID_CRED_I …)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1920240" y="461772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103120" y="41605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message_4: </a:t>
            </a:r>
            <a:r>
              <a:rPr sz="1500" b="1">
                <a:solidFill>
                  <a:srgbClr val="000000"/>
                </a:solidFill>
                <a:latin typeface="Times New Roman"/>
              </a:rPr>
              <a:t>ct_I</a:t>
            </a:r>
            <a:r>
              <a:rPr sz="1500" b="0">
                <a:solidFill>
                  <a:srgbClr val="000000"/>
                </a:solidFill>
                <a:latin typeface="Times New Roman"/>
              </a:rPr>
              <a:t> = Encaps(ek_I from CRED_I) ‖ AEAD(MAC) → R authenticated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920240" y="5532120"/>
            <a:ext cx="8321040" cy="0"/>
          </a:xfrm>
          <a:prstGeom prst="line">
            <a:avLst/>
          </a:prstGeom>
          <a:ln w="31750">
            <a:solidFill>
              <a:srgbClr val="3786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103120" y="507492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message_5: AEAD(MAC) → I authenticated, both have PRK_out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7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27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(2/9) What a KEM gives — and what it does not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Question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Answer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What does a KEM produce?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 ciphertext ct for one public key, and a shared secret ss that only the holder of the matching private key can recover from 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Does encapsulating to a public key prove who I talk to?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No.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 It only proves: whoever answers correctly holds the private key of </a:t>
                      </a:r>
                      <a:r>
                        <a:rPr sz="1500" b="0" i="1">
                          <a:solidFill>
                            <a:srgbClr val="000000"/>
                          </a:solidFill>
                          <a:latin typeface="Times New Roman"/>
                        </a:rPr>
                        <a:t>that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 public key. An attacker can send you their own public key.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So what makes it authentication?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(1) the public key comes from a credential you </a:t>
                      </a:r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trust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 (trust anchors), and (2) the peer </a:t>
                      </a:r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proves possession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 of the private key: its MAC is keyed with 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389120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The same two parts exist in classical EDHOC: a trusted CRED, plus a signature or static-DH MAC that only the key owner can make.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In AuthKEM the trust anchors are </a:t>
            </a:r>
            <a:r>
              <a:rPr sz="1700" b="0" i="1">
                <a:solidFill>
                  <a:srgbClr val="000000"/>
                </a:solidFill>
                <a:latin typeface="Times New Roman"/>
              </a:rPr>
              <a:t>cred_array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(the peer's CCS, found by its kid); the proof is MAC_2 (message_4) and MAC_3 (message_5).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(3/9) How a KEM proves who you are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16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Each side has a long-term ML-KEM key pair; its public key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ek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is in its credential.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peer encapsulates to that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ek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ciphertext + secret.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Only the owner of dk can decapsulate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and learn the same secret.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secret is mixed into the key schedule. The next MAC can only be correct if the sender decapsulated → proof of identity.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34290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846320"/>
                <a:gridCol w="182880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Secret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From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Mixed into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Proves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ss_eph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ek_eph / ct_eph (messages 1, 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PRK_2e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fresh session key (forward secrecy)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ss_R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ct_R to the responder's static key (message 3)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PRK_3e2m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responder, at message 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ss_I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ct_I to the initiator's static key (message 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PRK_4e3m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initiator, at message 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65760" y="548640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Transcript hashes TH_2 … TH_5 bind every ciphertext; PRK_out = EDHOC_KDF(PRK_4e3m, 7, TH_5).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(4/9) Who is authenticated when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846320"/>
                <a:gridCol w="4846320"/>
              </a:tblGrid>
              <a:tr h="768096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After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Initiator knows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Responder knows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a fresh shared secret ss_eph with </a:t>
                      </a:r>
                      <a:r>
                        <a:rPr sz="1500" b="0" i="1">
                          <a:solidFill>
                            <a:srgbClr val="000000"/>
                          </a:solidFill>
                          <a:latin typeface="Times New Roman"/>
                        </a:rPr>
                        <a:t>someone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nothing about the initiator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ID_CRED_I (encrypted under K_3, so only the true R can read it); not yet proven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 is authenticated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: MAC_2 is keyed by PRK_3e2m, which needs ss_R — only R's private key decapsulates ct_R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 is authenticated</a:t>
                      </a:r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: MAC_3 is keyed by PRK_4e3m, which needs ss_I — only I's private key decapsulates ct_I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Before message_4 the initiator must not trust anything it received; before message_5 the responder must not. The application starts only after EDHOC OK.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(5/9) The key schedule, message by message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3625342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message_2 (R)  ss_eph, ct_eph = Encaps(ek_eph)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TH_2         = H( H(message_1), ct_eph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PRK_2e       = Extract( TH_2, ss_eph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CIPHERTEXT_2 = PLAINTEXT_2 XOR EDHOC_KDF(PRK_2e, 0, TH_2, length)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message_3 (I)  ss_R, ct_R   = Encaps(ek_R)                       # ek_R from CRED_R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TH_3         = H( TH_2, PLAINTEXT_2, CRED_R, ct_R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PRK_3e2m     = Extract( EDHOC_KDF(PRK_2e, 1, TH_3), ss_R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CIPHERTEXT_3 = AEAD( K_3, IV_3 ; PLAINTEXT_3 )       # labels 3, 4 on TH_3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message_4 (R)  ss_I, ct_I   = Encaps(ek_I)                       # ek_I from CRED_I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TH_4         = H( TH_3, PLAINTEXT_3, CRED_I, ct_I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PRK_4e3m     = Extract( EDHOC_KDF(PRK_3e2m, 5, TH_4), ss_I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MAC_2        = EDHOC_KDF( PRK_3e2m, 2, context_2 with TH_4, 16 )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CIPHERTEXT_4 = AEAD( K_4, IV_4 ; MAC_2 )             # labels 8, 9 on TH_4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message_5 (I)  TH_5         = H( TH_4, PLAINTEXT_4 )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MAC_3        = EDHOC_KDF( PRK_4e3m, 6, context_3 with TH_5, 16 )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               CIPHERTEXT_5 = AEAD( K_5, IV_5 ; MAC_3 )             # labels 11, 12 on TH_5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F1F1F"/>
                </a:solidFill>
                <a:latin typeface="Consolas"/>
              </a:rPr>
              <a:t>both           PRK_out      = EDHOC_KDF( PRK_4e3m, 7, TH_5, hash_length 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4722622"/>
            <a:ext cx="1143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Only R can decapsulate ct_R, so only R knows PRK_3e2m and can make MAC_2; only I can decapsulate ct_I and read message_4. Each line is recomputed independently by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tools/authkem_ref.py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(6/9) Compared with RFC 9528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19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4297680"/>
              </a:tblGrid>
              <a:tr h="457200"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RFC 9528, methods 0–3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AuthKEM -01, method 5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 (+ optional message_4)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Ephemeral exchange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DH: G_X, G_Y → G_XY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KEM: ek_eph → ct_eph → ss_eph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TH_2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H( G_Y, H(message_1) 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H( H(message_1), ct_eph 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Static secret in PRK_3e2m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G_RX (static DH) or none (signature)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ss_R, decapsulated from ct_R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Responder proven by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MAC_2 or signature in message_2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MAC_2 in message_4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 proven by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MAC_3 or signature in message_3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MAC_3 in message_5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Extra keys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K_4 / IV_4 (labels 8, 9), K_5 / IV_5 (11, 12)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PRK_out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EDHOC_KDF(PRK_4e3m, 7, TH_4)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EDHOC_KDF(PRK_4e3m, 7, TH_5)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5212080"/>
            <a:ext cx="1143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Why two more messages: R can only prove itself after I has encapsulated to R's key (message_3), and I only after R has encapsulated to I's key (message_4).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0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30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(7/9) The messages on the wire (TBD3)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36321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message_1, 1,574 bytes (edhoc-authkem/build-tbd3/loopback.txt)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05                                METHOD = 5 (AuthKEM)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36                                SUITES_I = -23: TBD3 as a private-use label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59 06 20  ... 1,568 bytes ...     ek_eph: ML-KEM-1024 public key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2D                                C_I = -14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65760" y="2460498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85039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Bytes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One byte string = ML-KEM part ‖ EDHOC part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1,573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59 06 22 · ct_eph (1,568) · CIPHERTEXT_2 (2: C_R, ID_CRED_R)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1,589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59 06 32 · ct_R (1,568) · CIPHERTEXT_3 (18: C_I, ID_CRED_I, 16-B tag)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1,604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59 06 41 · ct_I (1,568) · CIPHERTEXT_4 (33: MAC_2 as bstr 17, tag 16)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58 21 · CIPHERTEXT_5 (33: MAC_3 as bstr 17, tag 16)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The ciphertext has a fixed length, so the receiver splits it off the front.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Of 6,375 bytes, 6,272 (98 %) are ML-KEM keys and ciphertexts; EDHOC itself adds 103 bytes. TBD2 is the same with 800 / 768-byte keys: </a:t>
            </a:r>
            <a:r>
              <a:rPr sz="1400" b="0">
                <a:solidFill>
                  <a:srgbClr val="8B1A1A"/>
                </a:solidFill>
                <a:latin typeface="Consolas"/>
              </a:rPr>
              <a:t>05 37 59 03 20 …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(8/9) Where the draft is unclear — and what we chose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21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1463040"/>
                <a:gridCol w="3108960"/>
                <a:gridCol w="17373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Rule in draft -01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Two readings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Chosen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Implemented in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Model check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SALT_3e2m context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KDF table: TH_2 · text + Figure 3: TH_3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TH_3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authkem_msg3_gen / _process → authkem_prk_extract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message_3 AEAD tag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TH_3 order (§5.3.2 vs §5.3.3)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H(ct_R, TH_2, …) · H(TH_2, …, ct_R)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§5.3.3 + figure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authkem_th_calculate (th.c)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message_3 AEAD tag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PRK_out formula (§4.1.3)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 label, TH_4 · label 7, TH_5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Times New Roman"/>
                        </a:rPr>
                        <a:t>label 7, TH_5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authkem_msg5_gen / _process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PRK_out vs firmware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291840"/>
            <a:ext cx="114300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Implemented revision: draft-ietf-lake-authkem-edhoc-01. It has no published test vectors, so: an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independent model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tools/authkem_ref.py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Python, written from the draft text) recomputes every hash, key, MAC and PRK_out from the bytes our firmware sent.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Swapping in the other SALT_3e2m reading makes the model fail at the message_3 tag — the choice is checked, not assumed.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 decision is written down in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AUTHKEM/AUTHKEM_SPEC_DECISIONS.md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AuthKEM Protocol </a:t>
            </a:r>
            <a:r>
              <a:rPr lang="en-US" sz="32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(9/9) Credentials for ML-KEM keys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Credential = CWT Claims Set (CCS) holding a COSE_Key of type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AKP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(draft-ietf-jose-pqc-kem-06) with the ML-KEM public key.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Identified by key id: ID_CRED = </a:t>
            </a:r>
            <a:r>
              <a:rPr sz="1600" b="0">
                <a:solidFill>
                  <a:srgbClr val="8B1A1A"/>
                </a:solidFill>
                <a:latin typeface="Consolas"/>
              </a:rPr>
              <a:t>{4: h'01'}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(initiator), </a:t>
            </a:r>
            <a:r>
              <a:rPr sz="1600" b="0">
                <a:solidFill>
                  <a:srgbClr val="8B1A1A"/>
                </a:solidFill>
                <a:latin typeface="Consolas"/>
              </a:rPr>
              <a:t>{4: h'02'}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(responder), sent in compact form.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Demo keys and credentials are generated at build time (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tools/gen_ccs.c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); </a:t>
            </a:r>
            <a:r>
              <a:rPr sz="1600" b="0">
                <a:solidFill>
                  <a:srgbClr val="8B1A1A"/>
                </a:solidFill>
                <a:latin typeface="Consolas"/>
              </a:rPr>
              <a:t>PROFILE=production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takes them from your key store.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application sees the peer's ID_CRED through the same </a:t>
            </a:r>
            <a:r>
              <a:rPr sz="1600" b="0">
                <a:solidFill>
                  <a:srgbClr val="8B1A1A"/>
                </a:solidFill>
                <a:latin typeface="Consolas"/>
              </a:rPr>
              <a:t>id_cred_check()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hook as Lesson 3; on the initiator it runs before message_3 is sent.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Why Post-Quantum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AuthKEM Protocol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Post-Quantum Suites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Fitting in 64 KiB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Post-Quantum Suites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TBD1, TBD2, TBD3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377440"/>
                <a:gridCol w="1645920"/>
                <a:gridCol w="2103120"/>
                <a:gridCol w="118872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SUITE=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EDHOC AEAD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Hash / KDF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KEM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App AEAD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Wire label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AES-CCM-16-128-128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SHAKE256 / KMAC256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ML-KEM-512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AES-CCM-16-64-128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−22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TBD2 (default)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A256GCM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SHAKE256 / KMAC256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ML-KEM-512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A256GCM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−24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A256GCM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SHA-384 / HKDF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ML-KEM-1024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A256GCM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−23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200400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signature slot of each suite (ML-DSA-44 / ML-DSA-87) is only for X.509 credentials; with CCS credentials no ML-DSA code is linked.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One suite per image: </a:t>
            </a:r>
            <a:r>
              <a:rPr sz="1600" b="0">
                <a:solidFill>
                  <a:srgbClr val="8B1A1A"/>
                </a:solidFill>
                <a:latin typeface="Consolas"/>
              </a:rPr>
              <a:t>make … SUITE=TBD3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→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build-tbd3/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28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Post-Quantum Suites </a:t>
            </a:r>
            <a:r>
              <a:rPr lang="en-US" sz="28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The strongest configured option: TBD3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25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65760" y="914400"/>
            <a:ext cx="11430000" cy="731520"/>
          </a:xfrm>
          <a:prstGeom prst="roundRect">
            <a:avLst/>
          </a:prstGeom>
          <a:solidFill>
            <a:srgbClr val="E2F0D9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TBD3 = AES-256-GCM + ML-KEM-1024 + SHA-384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1920240"/>
            <a:ext cx="11430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The strongest option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configured in this tutorial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: the largest ML-KEM parameter set (category 5, ≈ AES-256), AES-256-GCM and SHA-384 — the same algorithm choices as NSA's CNSA 2.0 list.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Assumptions: ML-KEM's security as standardised in FIPS 203, a trusted credential per peer, and good randomness (the demo profile does not have it: Lesson 3).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Costs, all measured later: 1.6 KB messages = 15 radio fragments each, the largest stack reserve (23,808 B), and ≈ 3× the compute of TBD2.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Answers the question “is there an option combining AES-256 and ML-KEM-1024?” — yes, and it runs on the board (section 5).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1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Post-Quantum Suites </a:t>
            </a:r>
            <a:r>
              <a:rPr lang="en-US" sz="31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Where each primitive comes from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246888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Primitive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Implementation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Suites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ML-KEM-512 / 1024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mlkem-native (FIPS 203), with a local low-RAM option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TBD1–2 / TBD3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SHAKE256, KMAC256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common/crypto/keccak_kmac.c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TBD1, TBD2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SHA-384, HMAC/HKDF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AES-CCM, AES-GCM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common/crypto (T-table AES)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all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566160"/>
            <a:ext cx="11430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Same shared files as Lessons 2 and 3; the crypto tests of Lesson 2 cover them.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SHAKE256 / KMAC256 and A256GCM were also checked against Python's hashlib, pycryptodome and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cryptography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27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Why Post-Quantum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AuthKEM Protocol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Post-Quantum Suites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Fitting in 64 KiB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Fitting in 64 KiB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(1/4) The stack problem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5760" y="868680"/>
            <a:ext cx="114300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ML-KEM-1024 decapsulation in the reference code needs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34.1 kB of stack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: it builds the whole 4 × 4 matrix of polynomials, then re-encrypts to check the ciphertext.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Image (≈ 37.6 KB) + 34 kB stack &gt; 64 KiB → TBD3 did not fit.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Fix: a local option in our mlkem-native copy, </a:t>
            </a:r>
            <a:r>
              <a:rPr sz="1700" b="0">
                <a:solidFill>
                  <a:srgbClr val="8B1A1A"/>
                </a:solidFill>
                <a:latin typeface="Consolas"/>
              </a:rPr>
              <a:t>MLK_CONFIG_LOW_RAM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generate and use the matrix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one row at a time</a:t>
            </a:r>
          </a:p>
          <a:p>
            <a:pPr marL="548640" indent="-219456">
              <a:spcAft>
                <a:spcPts val="400"/>
              </a:spcAft>
              <a:buChar char="–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keep the decryption step in its own function, so its buffers are freed before re-encryption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Result: </a:t>
            </a:r>
            <a:r>
              <a:rPr sz="1900" b="1">
                <a:solidFill>
                  <a:srgbClr val="000000"/>
                </a:solidFill>
                <a:latin typeface="Times New Roman"/>
              </a:rPr>
              <a:t>18.8 kB</a:t>
            </a:r>
            <a:r>
              <a:rPr sz="1900" b="0">
                <a:solidFill>
                  <a:srgbClr val="000000"/>
                </a:solidFill>
                <a:latin typeface="Times New Roman"/>
              </a:rPr>
              <a:t> for ML-KEM-1024 decapsulation. Outputs are bit-identical (the FIPS 203 known-answer tests of Lesson 2 still PASS).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Fitting in 64 KiB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(2/4) Stack per role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29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377440"/>
                <a:gridCol w="3017520"/>
                <a:gridCol w="256032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Suite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Peak on the board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Reserve (peak + 25 %)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Deepest call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TBD1 / TBD2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15,552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22,016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ML-KEM-512 decaps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TBD1 / TBD2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responder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13,680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18,688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initiator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18,592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23,808 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ML-KEM-1024 decaps + re-encrypt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responder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16,368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20,480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566160"/>
            <a:ext cx="11430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responder decapsulates less deeply, so it gets a smaller reserve. That freed the room for the SD file transfer and </a:t>
            </a:r>
            <a:r>
              <a:rPr sz="1600" b="0">
                <a:solidFill>
                  <a:srgbClr val="8B1A1A"/>
                </a:solidFill>
                <a:latin typeface="Consolas"/>
              </a:rPr>
              <a:t>TIMING=1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in the same image (Lesson 5).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Peaks measured with the stack paint of Lesson 2 during real handshakes.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Fitting in 64 KiB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(3/4) Image sizes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30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274320" y="822960"/>
          <a:ext cx="685800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406640" y="914400"/>
            <a:ext cx="45720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Largest build per suite (initiator), bytes.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TBD3: 37,637 + 23,808 =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61,445 B of 65,536 B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(94 %).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Less code than classical suite 25 (47,913 B): no elliptic-curve or signature library is linked.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Fitting in 64 KiB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(4/4) Build and run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31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159562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Run this — from fpga/sw/export/edhoc-authkem; last line = expected output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cd fpga/sw/export/edhoc-authkem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edhoc_authkem_initiator edhoc_authkem_responder SUITE=TBD3 TIMING=1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../common/board/run_pair.sh akTBD3 build-tbd3/edhoc_authkem_initiator.elf \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                                  build-tbd3/edhoc_authkem_responder.elf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akTBD3 PASS hs=1.239387s stack_i=18592 stack_r=16368 prk=- 23s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738627"/>
            <a:ext cx="11430000" cy="1595628"/>
          </a:xfrm>
          <a:prstGeom prst="rect">
            <a:avLst/>
          </a:prstGeom>
          <a:solidFill>
            <a:srgbClr val="F4F4F4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/>
            <a:r>
              <a:rPr sz="1500" b="1">
                <a:solidFill>
                  <a:srgbClr val="808080"/>
                </a:solidFill>
                <a:latin typeface="Consolas"/>
              </a:rPr>
              <a:t>Run this — on the PC; the last two lines = expected output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unit-test SUITE=TBD2        # suite gate, KEM, CBOR codecs, error messages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make loopback-test SUITE=TBD3 LOOPBACK_LOG=build/loopback.txt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python3 tools/authkem_ref.py build/loopback.txt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  ok   PRK_out = EDHOC_KDF(PRK_4e3m, 7, TH_5, 48) equals the firmware's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F1F1F"/>
                </a:solidFill>
                <a:latin typeface="Consolas"/>
              </a:rPr>
              <a:t>REFERENCE MODEL: PASS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4608575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808080"/>
                </a:solidFill>
                <a:latin typeface="Times New Roman"/>
              </a:rPr>
              <a:t>Board: same scripts as Lesson 3. PC: unit tests, loopback, and the independent model.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Why Post-Quantum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AuthKEM Protocol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Post-Quantum Suites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Fitting in 64 KiB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to Expect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(1/5) Initiator console, TBD3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868680"/>
            <a:ext cx="11430000" cy="3021076"/>
          </a:xfrm>
          <a:prstGeom prst="rect">
            <a:avLst/>
          </a:prstGeom>
          <a:solidFill>
            <a:srgbClr val="1E1E1E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73152" rIns="73152" tIns="73152" bIns="73152"/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=== EDHOC Method 5 AUTHKEM (draft-ietf-lake-authkem-edhoc-01, pqsuites TBD3) Initiator (ML-KEM-1024) ===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handshake_total   93591580 cyc 1.247887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handshake_link    64279412 cyc 0.857058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handshake_compute 29312168 cyc 0.390828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msg1_build        1106262 cyc 0.014750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msg2_process      6240840 cyc 0.083211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msg3_build        7166204 cyc 0.095549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msg4_process      9485599 cyc 0.126474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msg5_build        2585856 cyc 0.034478 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STACK peak 18592 B, reserve 23808 B, free 27408 B, headroom 8816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EDHOC OK!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APP: channel up (aead=3 key=32 iv=12 tag=16)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PERF encrypt      89688 cyc 0.001195 s 60 bytes 50209 B/s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APP DATA OK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 i="1">
                <a:solidFill>
                  <a:srgbClr val="000000"/>
                </a:solidFill>
                <a:latin typeface="Times New Roman"/>
              </a:rPr>
              <a:t>aead=3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: COSE algorithm 3 = A256GCM; 32-byte key. PRK_out is 48 bytes (SHA-384).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Whole post-quantum handshake with ML-KEM-1024 + AES-256: </a:t>
            </a:r>
            <a:r>
              <a:rPr sz="1800" b="1">
                <a:solidFill>
                  <a:srgbClr val="000000"/>
                </a:solidFill>
                <a:latin typeface="Times New Roman"/>
              </a:rPr>
              <a:t>1.25 s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of which only 0.39 s is computation.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to Expect </a:t>
            </a:r>
            <a:r>
              <a:rPr lang="en-US" sz="3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(2/5) Time of every message step (ms)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34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338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31520"/>
                <a:gridCol w="118872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128016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Suite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m1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m1 + m2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m2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m3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m3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m4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m4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I: m5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R: m5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I compute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TBD1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25.9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32.8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35.1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36.3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28.2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116.7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502.6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TBD2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1.2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26.1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32.9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27.4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35.5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36.7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28.6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3.4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3.5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118.0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491.4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TBD3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14.8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83.1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83.2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95.5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105.4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126.5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109.4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34.5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390.8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1247.9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108960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 = initiator builds / processes, R = responder. The ephemeral ML-KEM key pair is made just before message_1 (counted in compute, not in a step).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TBD3 is ~3× TBD2: ML-KEM-1024 does more work and SHA-384 / HKDF replaces KMAC.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Every step is below 130 ms. The rest of the 0.5–1.25 s is the radio.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to Expect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(3/5) Post-quantum vs. classical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35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274320" y="822960"/>
          <a:ext cx="731520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7772400" y="914400"/>
            <a:ext cx="420624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Initiator, ms. </a:t>
            </a:r>
            <a:r>
              <a:rPr sz="1700" b="1">
                <a:solidFill>
                  <a:srgbClr val="000000"/>
                </a:solidFill>
                <a:latin typeface="Times New Roman"/>
              </a:rPr>
              <a:t>Post-quantum is faster</a:t>
            </a:r>
            <a:r>
              <a:rPr sz="1700" b="0">
                <a:solidFill>
                  <a:srgbClr val="000000"/>
                </a:solidFill>
                <a:latin typeface="Times New Roman"/>
              </a:rPr>
              <a:t> here: ML-KEM needs ~10× less computation than P-256 on this core.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Times New Roman"/>
              </a:rPr>
              <a:t>But messages are big: TBD2 sends 3.2 KB in total, TBD3 6.4 KB, vs. 103 B for the RFC 9529 P-256 example — so the radio share grows.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to Expect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(4/5) Message sizes (bytes)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36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280160"/>
                <a:gridCol w="1280160"/>
                <a:gridCol w="1280160"/>
                <a:gridCol w="1280160"/>
                <a:gridCol w="1188720"/>
                <a:gridCol w="1188720"/>
              </a:tblGrid>
              <a:tr h="438912">
                <a:tc>
                  <a:txBody>
                    <a:bodyPr wrap="square"/>
                    <a:lstStyle/>
                    <a:p/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message_1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message_2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message_3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message_4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message_5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RFC 9529 trace 2 (P-256, method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RFC 9529 trace 1 (X25519, signatures)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90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243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TBD2 (ML-KEM-512)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789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804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3,207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TBD3 (ML-KEM-1024)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1,574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1,573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1,589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1,604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6,375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3291840"/>
            <a:ext cx="11430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Each of messages 1–4 carries one ML-KEM public key or ciphertext.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A 6.4 KB handshake is ~60 radio frames: fragmentation and a reliable link (Lesson 5) matter more than raw speed.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Sizes from the host loopback log (same encoder as the board).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to Expect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(5/5) What you should see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37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5394960"/>
              </a:tblGrid>
              <a:tr h="56170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Run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TBD1 / TBD2 / TBD3 on two boards (run_pair.sh)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PASS; prk=match with DEBUG=1 builds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Host unit tests + loopback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PASS for each suite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Independent reference model (authkem_ref.py)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REFERENCE MODEL: PASS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Strongest configured option, TBD3 (AES-256 + ML-KEM-1024 + SHA-384)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1.25 s handshake, 61,445 B of 65,536 B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561702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Shared symmetric PSK needed?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no — but trusted credentials and private keys are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Before real use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00000"/>
                          </a:solidFill>
                          <a:latin typeface="Times New Roman"/>
                        </a:rPr>
                        <a:t>drafts can still change; code points are private-use labels until IANA assigns them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" name="CustomShape 3"/>
          <p:cNvSpPr/>
          <p:nvPr/>
        </p:nvSpPr>
        <p:spPr>
          <a:xfrm>
            <a:off x="0" y="1277373"/>
            <a:ext cx="12186000" cy="1014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Outline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38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2300" y="2353236"/>
            <a:ext cx="113814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Why Post-Quantum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The AuthKEM Protocol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Post-Quantum Suites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Fitting in 64 KiB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0">
                <a:solidFill>
                  <a:srgbClr val="80808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What to Expect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1143000" indent="-1143000">
              <a:lnSpc>
                <a:spcPct val="100000"/>
              </a:lnSpc>
              <a:buFont typeface="+mj-lt"/>
              <a:buAutoNum type="arabicPeriod"/>
            </a:pPr>
            <a:r>
              <a:rPr lang="en-US" sz="2800" spc="-1" dirty="0" err="1" b="1">
                <a:solidFill>
                  <a:srgbClr val="37863C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Practice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A62998-F8D0-DAA3-4400-008D3F20B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(1/3) Exercises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39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65760" y="91440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1: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137160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Run TBD1, TBD2 and TBD3 on your boards with </a:t>
            </a:r>
            <a:r>
              <a:rPr sz="1600" b="0">
                <a:solidFill>
                  <a:srgbClr val="8B1A1A"/>
                </a:solidFill>
                <a:latin typeface="Consolas"/>
              </a:rPr>
              <a:t>TIMING=1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; fill in the step table.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237744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2: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283464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Run the reference model on a loopback log. Then change SALT_3e2m to the TH_2 reading in the model only: which check fails first, and why?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840480"/>
            <a:ext cx="17373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Exercise 3: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297680"/>
            <a:ext cx="11430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Remove </a:t>
            </a:r>
            <a:r>
              <a:rPr sz="1600" b="0">
                <a:solidFill>
                  <a:srgbClr val="8B1A1A"/>
                </a:solidFill>
                <a:latin typeface="Consolas"/>
              </a:rPr>
              <a:t>-DMLK_CONFIG_LOW_RAM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from </a:t>
            </a:r>
            <a:r>
              <a:rPr sz="1800" b="0" i="1">
                <a:solidFill>
                  <a:srgbClr val="000000"/>
                </a:solidFill>
                <a:latin typeface="Times New Roman"/>
              </a:rPr>
              <a:t>mk/config.mk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, build TBD3 and run it. What do the consoles report? Why does the build still link? Restore the line afterwards.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(2/3) What to put in the report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40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" y="1005840"/>
            <a:ext cx="11247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1: your table next to ours, and the ratio compute / total for each suite.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2: the model's output before and after your change; which draft sentence supports the reading we chose.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2000" b="0">
                <a:solidFill>
                  <a:srgbClr val="000000"/>
                </a:solidFill>
                <a:latin typeface="Times New Roman"/>
              </a:rPr>
              <a:t>Exercise 3: the STACK lines, and why a fixed reserve cannot catch this at link time.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ustomShape 6">
            <a:extLst>
              <a:ext uri="{FF2B5EF4-FFF2-40B4-BE49-F238E27FC236}">
                <a16:creationId xmlns:a16="http://schemas.microsoft.com/office/drawing/2014/main" id="{CB76DC60-C0C9-436D-8956-EE4CA394869E}"/>
              </a:ext>
            </a:extLst>
          </p:cNvPr>
          <p:cNvSpPr/>
          <p:nvPr/>
        </p:nvSpPr>
        <p:spPr>
          <a:xfrm>
            <a:off x="-6000" y="0"/>
            <a:ext cx="12198000" cy="6448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6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Practice </a:t>
            </a:r>
            <a:r>
              <a:rPr lang="en-US" sz="36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(3/3) Answer notes</a:t>
            </a:r>
          </a:p>
        </p:txBody>
      </p:sp>
      <p:sp>
        <p:nvSpPr>
          <p:cNvPr id="62" name="CustomShape 2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32452110-F6D1-439F-92C4-7A3912DA20B0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41</a:t>
            </a:fld>
            <a:endParaRPr lang="en-US" sz="1600" b="0" strike="noStrike" spc="-1">
              <a:latin typeface="Arial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65760" y="86868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94960"/>
                <a:gridCol w="36576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Exercise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What you should see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C5E0B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1. Step table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compute / total ≈ 23 % (TBD1), 24 % (TBD2), 31 % (TBD3)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radio dominates; TBD3 computes ≈ 3× more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2. TH_2 for SALT_3e2m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model fails at the message_3 AEAD tag; the checks before it still pass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K_3 / IV_3 come from PRK_3e2m, built from that salt</a:t>
                      </a:r>
                    </a:p>
                  </a:txBody>
                  <a:tcPr marL="54864" marR="54864" marT="27432" marB="27432">
                    <a:solidFill>
                      <a:srgbClr val="F2F8E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3. No LOW_RAM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decapsulation needs ≈ 34 kB, but only ≈ 27.7 kB is free above the 37.8 KB image: the stack runs into data — OVERRAN-RESERVE at best, a hang or FAIL at worst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</a:rPr>
                        <a:t>the linker checks only the configured reserve (23,808 B), not the real demand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365760" y="4389120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Restore after exercise 3: </a:t>
            </a:r>
            <a:r>
              <a:rPr sz="1400" b="0">
                <a:solidFill>
                  <a:srgbClr val="8B1A1A"/>
                </a:solidFill>
                <a:latin typeface="Consolas"/>
              </a:rPr>
              <a:t>git checkout edhoc-authkem/mk/config.mk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 (from </a:t>
            </a:r>
            <a:r>
              <a:rPr sz="1600" b="0" i="1">
                <a:solidFill>
                  <a:srgbClr val="000000"/>
                </a:solidFill>
                <a:latin typeface="Times New Roman"/>
              </a:rPr>
              <a:t>fpga/sw/export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), rebuild both roles, rerun: PASS.</a:t>
            </a:r>
          </a:p>
          <a:p>
            <a:pPr marL="256032" indent="-219456">
              <a:spcAft>
                <a:spcPts val="400"/>
              </a:spcAft>
              <a:buChar char="•"/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Negative cases to recognise: a peer whose credential is not in your trust anchors → EDHOC FAIL when its kid is looked up; a modified ciphertext → no error from decapsulation, but the next AEAD tag or MAC fails.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" name="CustomShape 4"/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43" name="Picture 4" descr="http://vlsilab.ee.uec.ac.jp/images/logo.png"/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45" name="CustomShape 6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976D1C0D-8C0B-4FED-8F9E-AAED3AF2BED7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42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10" name="CustomShape 3">
            <a:extLst>
              <a:ext uri="{FF2B5EF4-FFF2-40B4-BE49-F238E27FC236}">
                <a16:creationId xmlns:a16="http://schemas.microsoft.com/office/drawing/2014/main" id="{F22CA456-F1E3-4191-9864-00187BF37E54}"/>
              </a:ext>
            </a:extLst>
          </p:cNvPr>
          <p:cNvSpPr/>
          <p:nvPr/>
        </p:nvSpPr>
        <p:spPr>
          <a:xfrm>
            <a:off x="405300" y="1508270"/>
            <a:ext cx="11381400" cy="42458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1">
                <a:solidFill>
                  <a:srgbClr val="000000"/>
                </a:solidFill>
                <a:latin typeface="Times New Roman"/>
              </a:rPr>
              <a:t>Today’s lesson highlight: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 quantum computer breaks elliptic-curve DH and signatures; ML-KEM (FIPS 203) replaces the key exchange.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AuthKEM (method 5): 5 messages; a peer is authenticated by proving it can decapsulate to the public key in its trusted credential — no signature, no DH, no shared PSK.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TBD3 = AES-256-GCM + ML-KEM-1024 + SHA-384 runs on the board: 1.25 s, fits 64 KiB thanks to a low-RAM ML-KEM and per-role stacks.</a:t>
            </a:r>
          </a:p>
          <a:p>
            <a:pPr algn="l" marL="256032" indent="-219456"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Faster to compute than P-256, but 30–60× larger messages: the radio link becomes the bottleneck.</a:t>
            </a:r>
          </a:p>
          <a:p>
            <a:pPr algn="ctr"/>
            <a:r>
              <a:rPr sz="2000" b="1" i="1">
                <a:solidFill>
                  <a:srgbClr val="000000"/>
                </a:solidFill>
                <a:latin typeface="Times New Roman"/>
              </a:rPr>
              <a:t>Next lesson:</a:t>
            </a:r>
          </a:p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「 Lesson 5 」 Secure file transfer and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C8F3E6-8FCF-8406-D385-1271B41CF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CustomShape 1"/>
          <p:cNvSpPr/>
          <p:nvPr/>
        </p:nvSpPr>
        <p:spPr>
          <a:xfrm>
            <a:off x="0" y="2338920"/>
            <a:ext cx="12192000" cy="19328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" name="CustomShape 2"/>
          <p:cNvSpPr/>
          <p:nvPr/>
        </p:nvSpPr>
        <p:spPr>
          <a:xfrm>
            <a:off x="2920320" y="2834640"/>
            <a:ext cx="612900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6000" b="0" strike="noStrike" spc="-1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11291400" y="6492960"/>
            <a:ext cx="894600" cy="35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fld id="{6089D392-ACF8-401D-9835-6E74EF9B11A4}" type="slidenum">
              <a:rPr lang="en-US" sz="16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43</a:t>
            </a:fld>
            <a:endParaRPr lang="en-US" sz="1600" b="0" strike="noStrike" spc="-1">
              <a:latin typeface="Arial"/>
            </a:endParaRPr>
          </a:p>
        </p:txBody>
      </p:sp>
      <p:sp>
        <p:nvSpPr>
          <p:cNvPr id="8" name="CustomShape 4">
            <a:extLst>
              <a:ext uri="{FF2B5EF4-FFF2-40B4-BE49-F238E27FC236}">
                <a16:creationId xmlns:a16="http://schemas.microsoft.com/office/drawing/2014/main" id="{E74905CF-9580-4841-AAEC-D6B501EE967B}"/>
              </a:ext>
            </a:extLst>
          </p:cNvPr>
          <p:cNvSpPr/>
          <p:nvPr/>
        </p:nvSpPr>
        <p:spPr>
          <a:xfrm>
            <a:off x="6972480" y="105480"/>
            <a:ext cx="5213520" cy="11102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9" name="Picture 4" descr="http://vlsilab.ee.uec.ac.jp/images/logo.png">
            <a:extLst>
              <a:ext uri="{FF2B5EF4-FFF2-40B4-BE49-F238E27FC236}">
                <a16:creationId xmlns:a16="http://schemas.microsoft.com/office/drawing/2014/main" id="{9DE8A4C6-EF40-4C98-86CA-0B5033F2A7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713720" y="152280"/>
            <a:ext cx="3730320" cy="103572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BB2AFDE3-18E3-0A42-6CD0-087EBB1FC018}"/>
              </a:ext>
            </a:extLst>
          </p:cNvPr>
          <p:cNvSpPr/>
          <p:nvPr/>
        </p:nvSpPr>
        <p:spPr>
          <a:xfrm>
            <a:off x="4341928" y="6089099"/>
            <a:ext cx="3502144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[YYYY/MM]</a:t>
            </a:r>
            <a:endParaRPr lang="en-US" sz="32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98291-B7AA-935C-34F3-91DF98E1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00" y="0"/>
            <a:ext cx="5213520" cy="1363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70652</TotalTime>
  <Words>2438</Words>
  <Application>Microsoft Office PowerPoint</Application>
  <PresentationFormat>Widescreen</PresentationFormat>
  <Paragraphs>376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Hoang Trong-Thuc</dc:creator>
  <dc:description/>
  <cp:lastModifiedBy>Hùng Nguyễn</cp:lastModifiedBy>
  <cp:revision>1425</cp:revision>
  <dcterms:created xsi:type="dcterms:W3CDTF">2017-10-20T03:42:18Z</dcterms:created>
  <dcterms:modified xsi:type="dcterms:W3CDTF">2024-12-23T00:14:11Z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27</vt:i4>
  </property>
  <property fmtid="{D5CDD505-2E9C-101B-9397-08002B2CF9AE}" pid="12" name="MSIP_Label_ddc55989-3c9e-4466-8514-eac6f80f6373_Enabled">
    <vt:lpwstr>True</vt:lpwstr>
  </property>
  <property fmtid="{D5CDD505-2E9C-101B-9397-08002B2CF9AE}" pid="13" name="MSIP_Label_ddc55989-3c9e-4466-8514-eac6f80f6373_SiteId">
    <vt:lpwstr>18a7fec8-652f-409b-8369-272d9ce80620</vt:lpwstr>
  </property>
  <property fmtid="{D5CDD505-2E9C-101B-9397-08002B2CF9AE}" pid="14" name="MSIP_Label_ddc55989-3c9e-4466-8514-eac6f80f6373_Owner">
    <vt:lpwstr>trongthuc.hoang@aist.go.jp</vt:lpwstr>
  </property>
  <property fmtid="{D5CDD505-2E9C-101B-9397-08002B2CF9AE}" pid="15" name="MSIP_Label_ddc55989-3c9e-4466-8514-eac6f80f6373_SetDate">
    <vt:lpwstr>2021-05-28T03:48:12.5094358Z</vt:lpwstr>
  </property>
  <property fmtid="{D5CDD505-2E9C-101B-9397-08002B2CF9AE}" pid="16" name="MSIP_Label_ddc55989-3c9e-4466-8514-eac6f80f6373_Name">
    <vt:lpwstr>No Restrictions</vt:lpwstr>
  </property>
  <property fmtid="{D5CDD505-2E9C-101B-9397-08002B2CF9AE}" pid="17" name="MSIP_Label_ddc55989-3c9e-4466-8514-eac6f80f6373_Application">
    <vt:lpwstr>Microsoft Azure Information Protection</vt:lpwstr>
  </property>
  <property fmtid="{D5CDD505-2E9C-101B-9397-08002B2CF9AE}" pid="18" name="MSIP_Label_ddc55989-3c9e-4466-8514-eac6f80f6373_ActionId">
    <vt:lpwstr>f281bafe-9fd8-4238-8644-0700f27cf471</vt:lpwstr>
  </property>
  <property fmtid="{D5CDD505-2E9C-101B-9397-08002B2CF9AE}" pid="19" name="MSIP_Label_ddc55989-3c9e-4466-8514-eac6f80f6373_Extended_MSFT_Method">
    <vt:lpwstr>Manual</vt:lpwstr>
  </property>
  <property fmtid="{D5CDD505-2E9C-101B-9397-08002B2CF9AE}" pid="20" name="Sensitivity">
    <vt:lpwstr>No Restrictions</vt:lpwstr>
  </property>
</Properties>
</file>