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32718</c:v>
                </c:pt>
                <c:pt idx="1">
                  <c:v>32878</c:v>
                </c:pt>
                <c:pt idx="2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(1/11)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(2/11)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(3/11)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 gets ciphertext + secret. Besides that peer,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A MAC keyed with it that the checking side did not make itself must come from the owner of dk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(4/11)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ID_CRED_I, encrypted under K_3: besides I, only the holder of R's private key can derive K_3. I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I made ss_R by encapsulating to R's public key; besides I, only the holder of R's private key recovers ss_R, and I did not make this MAC_2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R made ss_I by encapsulating to I's public key; besides R, only the holder of I's private key recovers it, and R did not make this MAC_3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(5/11) Messages 2 and 3,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message_2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Encaps(ek_eph)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ss_eph, ct_eph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TH_2 = H( H(message_1),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ct_eph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PRK_2e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ss_eph)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CIPHERTEXT_2 = PLAINTEXT_2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XOR KEYSTREAM_2 (label 0)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I: Decaps(sk_eph, ct_eph) gives the same ss_eph, then the same three steps → PLAINTEXT_2 (C_R, ID_CRED_R).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message_3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I: Encaps(ek_R from CRED_R)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ss_R, ct_R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TH_3 = H( TH_2, PT_2,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CRED_R, ct_R 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PRK_3e2m = Extract(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SALT_3e2m, ss_R)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CIPHERTEXT_3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AEAD(K_3, IV_3; PT_3)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R: Decaps(dk_R, ct_R) gives ss_R. Only I (who made it) and the holder of R's private key have ss_R — and so PRK_3e2m.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(6/11) Messages 4 and 5,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message_4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Encaps(ek_I from CRED_I)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ss_I, ct_I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TH_4 = H( TH_3, PT_3,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CRED_I, ct_I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MAC_2 from PRK_3e2m;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PRK_4e3m from ss_I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CIPHERTEXT_4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AEAD(K_4, IV_4; MAC_2)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 checks MAC_2: it did not make it, and only R's private key yields ss_R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R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I: Decaps(dk_I, ct_I) gives ss_I.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message_5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TH_5 = H( TH_4,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PLAINTEXT_4 )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MAC_3 from 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(label 6, TH_5)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CIPHERTEXT_5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AEAD(K_5, IV_5; MAC_3)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both: PRK_out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TH_5)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 checks MAC_3: only I's private key yields ss_I (R made it itself)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I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Both now hold PRK_out.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(7/11) The key schedule on one page (reference)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Reference: every line on one page; (5/11) and (6/11) show the same steps message by message.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(8/11)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(9/11)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(10/11) Where the draft is unclear —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Chosen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our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(11/11)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… 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Answers the question “is there an option combining AES-256 and ML-KEM-1024?” — yes, and it runs on the board (section 5).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stack problem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the reference code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Image (≈ 37.6 KB) + 34 kB stack &gt; 64 KiB → TBD3 did not fit.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Fix: a local option in our mlkem-native copy,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decapsulation. Outputs are bit-identical (the FIPS 203 known-answer tests of Lesson 2 still PASS).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37,663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61,471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(48,209 B): no elliptic-curve or signature library is linked.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586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akTBD3 PASS hs=1.239387s stack_i=18592 stack_r=16368 prk=- 23s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023107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then, still in fpga/sw/export/edhoc-authkem, on the PC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83379"/>
            <a:ext cx="11430000" cy="73152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reference model (last lines)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REFERENCE MODEL: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189219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Board: same scripts as Lesson 3. PC: unit tests, loopback, and the independent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PASS; prk=match with DEBUG=1 builds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61,471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we chose.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