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riscv-gnu-toolchain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     # ours: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our own,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25425     0  1640  27065  69b9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25,425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27,065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32,441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(327 B left)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46,359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60,655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(37,024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(25,432 B) is what gets loaded.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Fits = image + reserve ≤ RAM (the linker check)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the board's STACK peak ≤ reserve (next slide). The reserve per suite and role is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Bigger curves and signatures cost both code and stack: that is why suite and method decide whether 32 KiB is enough (Lesson 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(our values shown)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our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A real build bug: stale objects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Make only looks at file times. Building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m1_responder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then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m2_initiator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reused objects compiled for method 1 →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an image of the wrong method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no error, wrong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Fix: an empty stamp file named after a hash of the flags. New flags → new stamp name → every object is older than its stamp → rebuild.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before and after changing CRYPTO_SUITE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UART1 wire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What the SD test taught 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version reported SD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both boards (R1 = 0x3f / 0x7f). The cards were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power-up the card sends one junk byte with bit 7 clear before its real answer; the test took the junk for the answer.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send CMD0 up to 10 times until R1 = 0x01 (tests and firmware). Most SD drivers do the same.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print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