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ngesInfos/changesInfo1.xml" ContentType="application/vnd.ms-powerpoint.changesinfo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41"/>
  </p:notesMasterIdLst>
  <p:sldIdLst>
    <p:sldId id="868" r:id="rId15"/>
    <p:sldId id="869" r:id="rId16"/>
    <p:sldId id="870" r:id="rId17"/>
    <p:sldId id="871" r:id="rId18"/>
    <p:sldId id="872" r:id="rId19"/>
    <p:sldId id="873" r:id="rId20"/>
    <p:sldId id="874" r:id="rId21"/>
    <p:sldId id="875" r:id="rId22"/>
    <p:sldId id="876" r:id="rId23"/>
    <p:sldId id="877" r:id="rId24"/>
    <p:sldId id="878" r:id="rId25"/>
    <p:sldId id="879" r:id="rId26"/>
    <p:sldId id="880" r:id="rId27"/>
    <p:sldId id="881" r:id="rId28"/>
    <p:sldId id="882" r:id="rId29"/>
    <p:sldId id="883" r:id="rId30"/>
    <p:sldId id="884" r:id="rId31"/>
    <p:sldId id="885" r:id="rId32"/>
    <p:sldId id="886" r:id="rId33"/>
    <p:sldId id="887" r:id="rId34"/>
    <p:sldId id="888" r:id="rId35"/>
    <p:sldId id="889" r:id="rId36"/>
    <p:sldId id="890" r:id="rId37"/>
    <p:sldId id="891" r:id="rId38"/>
    <p:sldId id="892" r:id="rId13"/>
    <p:sldId id="893" r:id="rId12"/>
    <p:sldId id="894" r:id="rId11"/>
    <p:sldId id="895" r:id="rId10"/>
    <p:sldId id="896" r:id="rId9"/>
    <p:sldId id="897" r:id="rId8"/>
    <p:sldId id="898" r:id="rId7"/>
    <p:sldId id="899" r:id="rId6"/>
    <p:sldId id="900" r:id="rId5"/>
    <p:sldId id="901" r:id="rId48"/>
    <p:sldId id="902" r:id="rId49"/>
    <p:sldId id="903" r:id="rId50"/>
    <p:sldId id="904" r:id="rId51"/>
    <p:sldId id="905" r:id="rId52"/>
    <p:sldId id="906" r:id="rId53"/>
    <p:sldId id="907" r:id="rId54"/>
  </p:sldIdLst>
  <p:sldSz cx="12192000" cy="6858000"/>
  <p:notesSz cx="7559675" cy="10691813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7D55517E-E862-4EF9-9EE4-3D3DDDB67D8E}" v="5" dt="2024-12-16T21:11:47.467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8333" autoAdjust="0"/>
    <p:restoredTop sz="87853" autoAdjust="0"/>
  </p:normalViewPr>
  <p:slideViewPr>
    <p:cSldViewPr snapToGrid="0">
      <p:cViewPr varScale="1">
        <p:scale>
          <a:sx n="97" d="100"/>
          <a:sy n="97" d="100"/>
        </p:scale>
        <p:origin x="918" y="60"/>
      </p:cViewPr>
      <p:guideLst/>
    </p:cSldViewPr>
  </p:slideViewPr>
  <p:notesTextViewPr>
    <p:cViewPr>
      <p:scale>
        <a:sx n="125" d="100"/>
        <a:sy n="125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5" Type="http://schemas.openxmlformats.org/officeDocument/2006/relationships/slide" Target="slides/slide39.xml"/><Relationship Id="rId6" Type="http://schemas.openxmlformats.org/officeDocument/2006/relationships/slide" Target="slides/slide38.xml"/><Relationship Id="rId7" Type="http://schemas.openxmlformats.org/officeDocument/2006/relationships/slide" Target="slides/slide37.xml"/><Relationship Id="rId8" Type="http://schemas.openxmlformats.org/officeDocument/2006/relationships/slide" Target="slides/slide36.xml"/><Relationship Id="rId9" Type="http://schemas.openxmlformats.org/officeDocument/2006/relationships/slide" Target="slides/slide35.xml"/><Relationship Id="rId10" Type="http://schemas.openxmlformats.org/officeDocument/2006/relationships/slide" Target="slides/slide34.xml"/><Relationship Id="rId11" Type="http://schemas.openxmlformats.org/officeDocument/2006/relationships/slide" Target="slides/slide33.xml"/><Relationship Id="rId12" Type="http://schemas.openxmlformats.org/officeDocument/2006/relationships/slide" Target="slides/slide32.xml"/><Relationship Id="rId13" Type="http://schemas.openxmlformats.org/officeDocument/2006/relationships/slide" Target="slides/slide31.xml"/><Relationship Id="rId15" Type="http://schemas.openxmlformats.org/officeDocument/2006/relationships/slide" Target="slides/slide7.xml"/><Relationship Id="rId16" Type="http://schemas.openxmlformats.org/officeDocument/2006/relationships/slide" Target="slides/slide8.xml"/><Relationship Id="rId17" Type="http://schemas.openxmlformats.org/officeDocument/2006/relationships/slide" Target="slides/slide9.xml"/><Relationship Id="rId18" Type="http://schemas.openxmlformats.org/officeDocument/2006/relationships/slide" Target="slides/slide10.xml"/><Relationship Id="rId19" Type="http://schemas.openxmlformats.org/officeDocument/2006/relationships/slide" Target="slides/slide11.xml"/><Relationship Id="rId20" Type="http://schemas.openxmlformats.org/officeDocument/2006/relationships/slide" Target="slides/slide12.xml"/><Relationship Id="rId21" Type="http://schemas.openxmlformats.org/officeDocument/2006/relationships/slide" Target="slides/slide13.xml"/><Relationship Id="rId22" Type="http://schemas.openxmlformats.org/officeDocument/2006/relationships/slide" Target="slides/slide14.xml"/><Relationship Id="rId23" Type="http://schemas.openxmlformats.org/officeDocument/2006/relationships/slide" Target="slides/slide15.xml"/><Relationship Id="rId24" Type="http://schemas.openxmlformats.org/officeDocument/2006/relationships/slide" Target="slides/slide16.xml"/><Relationship Id="rId25" Type="http://schemas.openxmlformats.org/officeDocument/2006/relationships/slide" Target="slides/slide17.xml"/><Relationship Id="rId26" Type="http://schemas.openxmlformats.org/officeDocument/2006/relationships/slide" Target="slides/slide18.xml"/><Relationship Id="rId27" Type="http://schemas.openxmlformats.org/officeDocument/2006/relationships/slide" Target="slides/slide19.xml"/><Relationship Id="rId28" Type="http://schemas.openxmlformats.org/officeDocument/2006/relationships/slide" Target="slides/slide20.xml"/><Relationship Id="rId29" Type="http://schemas.openxmlformats.org/officeDocument/2006/relationships/slide" Target="slides/slide21.xml"/><Relationship Id="rId30" Type="http://schemas.openxmlformats.org/officeDocument/2006/relationships/slide" Target="slides/slide22.xml"/><Relationship Id="rId31" Type="http://schemas.openxmlformats.org/officeDocument/2006/relationships/slide" Target="slides/slide23.xml"/><Relationship Id="rId32" Type="http://schemas.openxmlformats.org/officeDocument/2006/relationships/slide" Target="slides/slide24.xml"/><Relationship Id="rId33" Type="http://schemas.openxmlformats.org/officeDocument/2006/relationships/slide" Target="slides/slide25.xml"/><Relationship Id="rId34" Type="http://schemas.openxmlformats.org/officeDocument/2006/relationships/slide" Target="slides/slide26.xml"/><Relationship Id="rId35" Type="http://schemas.openxmlformats.org/officeDocument/2006/relationships/slide" Target="slides/slide27.xml"/><Relationship Id="rId36" Type="http://schemas.openxmlformats.org/officeDocument/2006/relationships/slide" Target="slides/slide28.xml"/><Relationship Id="rId37" Type="http://schemas.openxmlformats.org/officeDocument/2006/relationships/slide" Target="slides/slide29.xml"/><Relationship Id="rId38" Type="http://schemas.openxmlformats.org/officeDocument/2006/relationships/slide" Target="slides/slide30.xml"/><Relationship Id="rId41" Type="http://schemas.openxmlformats.org/officeDocument/2006/relationships/notesMaster" Target="notesMasters/notesMaster1.xml"/><Relationship Id="rId42" Type="http://schemas.openxmlformats.org/officeDocument/2006/relationships/presProps" Target="presProps.xml"/><Relationship Id="rId43" Type="http://schemas.openxmlformats.org/officeDocument/2006/relationships/viewProps" Target="viewProps.xml"/><Relationship Id="rId44" Type="http://schemas.openxmlformats.org/officeDocument/2006/relationships/theme" Target="theme/theme1.xml"/><Relationship Id="rId45" Type="http://schemas.openxmlformats.org/officeDocument/2006/relationships/tableStyles" Target="tableStyles.xml"/><Relationship Id="rId46" Type="http://schemas.microsoft.com/office/2016/11/relationships/changesInfo" Target="changesInfos/changesInfo1.xml"/><Relationship Id="rId47" Type="http://schemas.microsoft.com/office/2015/10/relationships/revisionInfo" Target="revisionInfo.xml"/><Relationship Id="rId48" Type="http://schemas.openxmlformats.org/officeDocument/2006/relationships/slide" Target="slides/slide40.xml"/><Relationship Id="rId49" Type="http://schemas.openxmlformats.org/officeDocument/2006/relationships/slide" Target="slides/slide41.xml"/><Relationship Id="rId50" Type="http://schemas.openxmlformats.org/officeDocument/2006/relationships/slide" Target="slides/slide42.xml"/><Relationship Id="rId51" Type="http://schemas.openxmlformats.org/officeDocument/2006/relationships/slide" Target="slides/slide43.xml"/><Relationship Id="rId52" Type="http://schemas.openxmlformats.org/officeDocument/2006/relationships/slide" Target="slides/slide44.xml"/><Relationship Id="rId53" Type="http://schemas.openxmlformats.org/officeDocument/2006/relationships/slide" Target="slides/slide45.xml"/><Relationship Id="rId54" Type="http://schemas.openxmlformats.org/officeDocument/2006/relationships/slide" Target="slides/slide46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Hùng Nguyễn" userId="a3264f406de754db" providerId="LiveId" clId="{7D55517E-E862-4EF9-9EE4-3D3DDDB67D8E}"/>
    <pc:docChg chg="undo custSel modSld">
      <pc:chgData name="Hùng Nguyễn" userId="a3264f406de754db" providerId="LiveId" clId="{7D55517E-E862-4EF9-9EE4-3D3DDDB67D8E}" dt="2024-12-16T22:06:24.440" v="97" actId="13926"/>
      <pc:docMkLst>
        <pc:docMk/>
      </pc:docMkLst>
      <pc:sldChg chg="modSp">
        <pc:chgData name="Hùng Nguyễn" userId="a3264f406de754db" providerId="LiveId" clId="{7D55517E-E862-4EF9-9EE4-3D3DDDB67D8E}" dt="2024-12-16T21:07:49.110" v="92" actId="20578"/>
        <pc:sldMkLst>
          <pc:docMk/>
          <pc:sldMk cId="2596464391" sldId="529"/>
        </pc:sldMkLst>
        <pc:spChg chg="mod">
          <ac:chgData name="Hùng Nguyễn" userId="a3264f406de754db" providerId="LiveId" clId="{7D55517E-E862-4EF9-9EE4-3D3DDDB67D8E}" dt="2024-12-16T21:07:49.110" v="92" actId="20578"/>
          <ac:spMkLst>
            <pc:docMk/>
            <pc:sldMk cId="2596464391" sldId="529"/>
            <ac:spMk id="23" creationId="{2F1B6414-76FA-91EC-E1AB-79F9C2951FD1}"/>
          </ac:spMkLst>
        </pc:spChg>
      </pc:sldChg>
      <pc:sldChg chg="modSp mod">
        <pc:chgData name="Hùng Nguyễn" userId="a3264f406de754db" providerId="LiveId" clId="{7D55517E-E862-4EF9-9EE4-3D3DDDB67D8E}" dt="2024-12-16T20:57:12.083" v="3" actId="1076"/>
        <pc:sldMkLst>
          <pc:docMk/>
          <pc:sldMk cId="1681668655" sldId="649"/>
        </pc:sldMkLst>
        <pc:spChg chg="mod">
          <ac:chgData name="Hùng Nguyễn" userId="a3264f406de754db" providerId="LiveId" clId="{7D55517E-E862-4EF9-9EE4-3D3DDDB67D8E}" dt="2024-12-16T20:56:08.716" v="2" actId="21"/>
          <ac:spMkLst>
            <pc:docMk/>
            <pc:sldMk cId="1681668655" sldId="649"/>
            <ac:spMk id="10" creationId="{1BE54C2A-DD18-BC24-F8FA-CF8F2549F0FE}"/>
          </ac:spMkLst>
        </pc:spChg>
        <pc:picChg chg="mod">
          <ac:chgData name="Hùng Nguyễn" userId="a3264f406de754db" providerId="LiveId" clId="{7D55517E-E862-4EF9-9EE4-3D3DDDB67D8E}" dt="2024-12-16T20:57:12.083" v="3" actId="1076"/>
          <ac:picMkLst>
            <pc:docMk/>
            <pc:sldMk cId="1681668655" sldId="649"/>
            <ac:picMk id="1026" creationId="{CF6C067E-6A03-1E65-69C8-2468FE0B2E61}"/>
          </ac:picMkLst>
        </pc:picChg>
      </pc:sldChg>
      <pc:sldChg chg="modSp mod">
        <pc:chgData name="Hùng Nguyễn" userId="a3264f406de754db" providerId="LiveId" clId="{7D55517E-E862-4EF9-9EE4-3D3DDDB67D8E}" dt="2024-12-16T20:59:03.068" v="20" actId="20577"/>
        <pc:sldMkLst>
          <pc:docMk/>
          <pc:sldMk cId="394941886" sldId="878"/>
        </pc:sldMkLst>
        <pc:spChg chg="mod">
          <ac:chgData name="Hùng Nguyễn" userId="a3264f406de754db" providerId="LiveId" clId="{7D55517E-E862-4EF9-9EE4-3D3DDDB67D8E}" dt="2024-12-16T20:59:03.068" v="20" actId="20577"/>
          <ac:spMkLst>
            <pc:docMk/>
            <pc:sldMk cId="394941886" sldId="878"/>
            <ac:spMk id="10" creationId="{1BE54C2A-DD18-BC24-F8FA-CF8F2549F0FE}"/>
          </ac:spMkLst>
        </pc:spChg>
      </pc:sldChg>
      <pc:sldChg chg="modSp mod">
        <pc:chgData name="Hùng Nguyễn" userId="a3264f406de754db" providerId="LiveId" clId="{7D55517E-E862-4EF9-9EE4-3D3DDDB67D8E}" dt="2024-12-16T20:59:28.653" v="21" actId="13926"/>
        <pc:sldMkLst>
          <pc:docMk/>
          <pc:sldMk cId="664769666" sldId="879"/>
        </pc:sldMkLst>
        <pc:spChg chg="mod">
          <ac:chgData name="Hùng Nguyễn" userId="a3264f406de754db" providerId="LiveId" clId="{7D55517E-E862-4EF9-9EE4-3D3DDDB67D8E}" dt="2024-12-16T20:59:28.653" v="21" actId="13926"/>
          <ac:spMkLst>
            <pc:docMk/>
            <pc:sldMk cId="664769666" sldId="879"/>
            <ac:spMk id="10" creationId="{1BE54C2A-DD18-BC24-F8FA-CF8F2549F0FE}"/>
          </ac:spMkLst>
        </pc:spChg>
      </pc:sldChg>
      <pc:sldChg chg="modSp mod">
        <pc:chgData name="Hùng Nguyễn" userId="a3264f406de754db" providerId="LiveId" clId="{7D55517E-E862-4EF9-9EE4-3D3DDDB67D8E}" dt="2024-12-16T21:05:19.913" v="90" actId="13926"/>
        <pc:sldMkLst>
          <pc:docMk/>
          <pc:sldMk cId="1863945830" sldId="882"/>
        </pc:sldMkLst>
        <pc:spChg chg="mod">
          <ac:chgData name="Hùng Nguyễn" userId="a3264f406de754db" providerId="LiveId" clId="{7D55517E-E862-4EF9-9EE4-3D3DDDB67D8E}" dt="2024-12-16T21:05:19.913" v="90" actId="13926"/>
          <ac:spMkLst>
            <pc:docMk/>
            <pc:sldMk cId="1863945830" sldId="882"/>
            <ac:spMk id="10" creationId="{1BE54C2A-DD18-BC24-F8FA-CF8F2549F0FE}"/>
          </ac:spMkLst>
        </pc:spChg>
      </pc:sldChg>
      <pc:sldChg chg="modSp mod">
        <pc:chgData name="Hùng Nguyễn" userId="a3264f406de754db" providerId="LiveId" clId="{7D55517E-E862-4EF9-9EE4-3D3DDDB67D8E}" dt="2024-12-16T21:09:04.607" v="93" actId="13926"/>
        <pc:sldMkLst>
          <pc:docMk/>
          <pc:sldMk cId="3073145533" sldId="884"/>
        </pc:sldMkLst>
        <pc:spChg chg="mod">
          <ac:chgData name="Hùng Nguyễn" userId="a3264f406de754db" providerId="LiveId" clId="{7D55517E-E862-4EF9-9EE4-3D3DDDB67D8E}" dt="2024-12-16T21:09:04.607" v="93" actId="13926"/>
          <ac:spMkLst>
            <pc:docMk/>
            <pc:sldMk cId="3073145533" sldId="884"/>
            <ac:spMk id="23" creationId="{2F1B6414-76FA-91EC-E1AB-79F9C2951FD1}"/>
          </ac:spMkLst>
        </pc:spChg>
      </pc:sldChg>
      <pc:sldChg chg="modSp">
        <pc:chgData name="Hùng Nguyễn" userId="a3264f406de754db" providerId="LiveId" clId="{7D55517E-E862-4EF9-9EE4-3D3DDDB67D8E}" dt="2024-12-16T21:11:47.467" v="95" actId="20578"/>
        <pc:sldMkLst>
          <pc:docMk/>
          <pc:sldMk cId="2268627766" sldId="887"/>
        </pc:sldMkLst>
        <pc:spChg chg="mod">
          <ac:chgData name="Hùng Nguyễn" userId="a3264f406de754db" providerId="LiveId" clId="{7D55517E-E862-4EF9-9EE4-3D3DDDB67D8E}" dt="2024-12-16T21:11:47.467" v="95" actId="20578"/>
          <ac:spMkLst>
            <pc:docMk/>
            <pc:sldMk cId="2268627766" sldId="887"/>
            <ac:spMk id="23" creationId="{2F1B6414-76FA-91EC-E1AB-79F9C2951FD1}"/>
          </ac:spMkLst>
        </pc:spChg>
      </pc:sldChg>
      <pc:sldChg chg="modSp mod">
        <pc:chgData name="Hùng Nguyễn" userId="a3264f406de754db" providerId="LiveId" clId="{7D55517E-E862-4EF9-9EE4-3D3DDDB67D8E}" dt="2024-12-16T21:17:33.777" v="96" actId="13926"/>
        <pc:sldMkLst>
          <pc:docMk/>
          <pc:sldMk cId="2259400226" sldId="889"/>
        </pc:sldMkLst>
        <pc:spChg chg="mod">
          <ac:chgData name="Hùng Nguyễn" userId="a3264f406de754db" providerId="LiveId" clId="{7D55517E-E862-4EF9-9EE4-3D3DDDB67D8E}" dt="2024-12-16T21:17:33.777" v="96" actId="13926"/>
          <ac:spMkLst>
            <pc:docMk/>
            <pc:sldMk cId="2259400226" sldId="889"/>
            <ac:spMk id="23" creationId="{2F1B6414-76FA-91EC-E1AB-79F9C2951FD1}"/>
          </ac:spMkLst>
        </pc:spChg>
      </pc:sldChg>
      <pc:sldChg chg="modSp mod">
        <pc:chgData name="Hùng Nguyễn" userId="a3264f406de754db" providerId="LiveId" clId="{7D55517E-E862-4EF9-9EE4-3D3DDDB67D8E}" dt="2024-12-16T22:06:24.440" v="97" actId="13926"/>
        <pc:sldMkLst>
          <pc:docMk/>
          <pc:sldMk cId="1661536847" sldId="897"/>
        </pc:sldMkLst>
        <pc:spChg chg="mod">
          <ac:chgData name="Hùng Nguyễn" userId="a3264f406de754db" providerId="LiveId" clId="{7D55517E-E862-4EF9-9EE4-3D3DDDB67D8E}" dt="2024-12-16T22:06:24.440" v="97" actId="13926"/>
          <ac:spMkLst>
            <pc:docMk/>
            <pc:sldMk cId="1661536847" sldId="897"/>
            <ac:spMk id="2" creationId="{996F9A6C-FECF-9BFA-1C8B-D07598761C49}"/>
          </ac:spMkLst>
        </pc:spChg>
      </pc:sldChg>
    </pc:docChg>
  </pc:docChgLst>
  <pc:docChgLst>
    <pc:chgData name="Trong-Thuc Hoang" userId="74af82dad18fbf6c" providerId="LiveId" clId="{8372D42A-D0C1-4E4C-865A-97CA549E688F}"/>
    <pc:docChg chg="undo custSel addSld delSld modSld sldOrd">
      <pc:chgData name="Trong-Thuc Hoang" userId="74af82dad18fbf6c" providerId="LiveId" clId="{8372D42A-D0C1-4E4C-865A-97CA549E688F}" dt="2021-09-30T18:16:46.536" v="6078" actId="1076"/>
      <pc:docMkLst>
        <pc:docMk/>
      </pc:docMkLst>
      <pc:sldChg chg="modSp mod">
        <pc:chgData name="Trong-Thuc Hoang" userId="74af82dad18fbf6c" providerId="LiveId" clId="{8372D42A-D0C1-4E4C-865A-97CA549E688F}" dt="2021-09-28T02:16:18.983" v="312" actId="2085"/>
        <pc:sldMkLst>
          <pc:docMk/>
          <pc:sldMk cId="0" sldId="256"/>
        </pc:sldMkLst>
        <pc:spChg chg="mod">
          <ac:chgData name="Trong-Thuc Hoang" userId="74af82dad18fbf6c" providerId="LiveId" clId="{8372D42A-D0C1-4E4C-865A-97CA549E688F}" dt="2021-09-28T02:11:12.493" v="69" actId="122"/>
          <ac:spMkLst>
            <pc:docMk/>
            <pc:sldMk cId="0" sldId="256"/>
            <ac:spMk id="39" creationId="{00000000-0000-0000-0000-000000000000}"/>
          </ac:spMkLst>
        </pc:spChg>
        <pc:spChg chg="mod">
          <ac:chgData name="Trong-Thuc Hoang" userId="74af82dad18fbf6c" providerId="LiveId" clId="{8372D42A-D0C1-4E4C-865A-97CA549E688F}" dt="2021-09-28T02:16:18.983" v="312" actId="2085"/>
          <ac:spMkLst>
            <pc:docMk/>
            <pc:sldMk cId="0" sldId="256"/>
            <ac:spMk id="40" creationId="{00000000-0000-0000-0000-000000000000}"/>
          </ac:spMkLst>
        </pc:spChg>
        <pc:spChg chg="mod">
          <ac:chgData name="Trong-Thuc Hoang" userId="74af82dad18fbf6c" providerId="LiveId" clId="{8372D42A-D0C1-4E4C-865A-97CA549E688F}" dt="2021-09-28T02:11:07.370" v="58" actId="20577"/>
          <ac:spMkLst>
            <pc:docMk/>
            <pc:sldMk cId="0" sldId="256"/>
            <ac:spMk id="41" creationId="{00000000-0000-0000-0000-000000000000}"/>
          </ac:spMkLst>
        </pc:spChg>
      </pc:sldChg>
      <pc:sldChg chg="addSp modSp mod">
        <pc:chgData name="Trong-Thuc Hoang" userId="74af82dad18fbf6c" providerId="LiveId" clId="{8372D42A-D0C1-4E4C-865A-97CA549E688F}" dt="2021-09-28T02:16:45.606" v="326" actId="207"/>
        <pc:sldMkLst>
          <pc:docMk/>
          <pc:sldMk cId="0" sldId="260"/>
        </pc:sldMkLst>
        <pc:spChg chg="add mod">
          <ac:chgData name="Trong-Thuc Hoang" userId="74af82dad18fbf6c" providerId="LiveId" clId="{8372D42A-D0C1-4E4C-865A-97CA549E688F}" dt="2021-09-28T02:15:50.761" v="309"/>
          <ac:spMkLst>
            <pc:docMk/>
            <pc:sldMk cId="0" sldId="260"/>
            <ac:spMk id="6" creationId="{AF9D3C03-E9C9-4903-973A-E07E3F486E8A}"/>
          </ac:spMkLst>
        </pc:spChg>
        <pc:spChg chg="add mod">
          <ac:chgData name="Trong-Thuc Hoang" userId="74af82dad18fbf6c" providerId="LiveId" clId="{8372D42A-D0C1-4E4C-865A-97CA549E688F}" dt="2021-09-28T02:15:58.309" v="310"/>
          <ac:spMkLst>
            <pc:docMk/>
            <pc:sldMk cId="0" sldId="260"/>
            <ac:spMk id="8" creationId="{E74905CF-9580-4841-AAEC-D6B501EE967B}"/>
          </ac:spMkLst>
        </pc:spChg>
        <pc:spChg chg="mod">
          <ac:chgData name="Trong-Thuc Hoang" userId="74af82dad18fbf6c" providerId="LiveId" clId="{8372D42A-D0C1-4E4C-865A-97CA549E688F}" dt="2021-09-28T02:16:45.606" v="326" actId="207"/>
          <ac:spMkLst>
            <pc:docMk/>
            <pc:sldMk cId="0" sldId="260"/>
            <ac:spMk id="67" creationId="{00000000-0000-0000-0000-000000000000}"/>
          </ac:spMkLst>
        </pc:spChg>
        <pc:picChg chg="add mod">
          <ac:chgData name="Trong-Thuc Hoang" userId="74af82dad18fbf6c" providerId="LiveId" clId="{8372D42A-D0C1-4E4C-865A-97CA549E688F}" dt="2021-09-28T02:15:58.309" v="310"/>
          <ac:picMkLst>
            <pc:docMk/>
            <pc:sldMk cId="0" sldId="260"/>
            <ac:picMk id="7" creationId="{DC07B64D-F58B-400B-BB25-CCA03CC569B4}"/>
          </ac:picMkLst>
        </pc:picChg>
        <pc:picChg chg="add mod">
          <ac:chgData name="Trong-Thuc Hoang" userId="74af82dad18fbf6c" providerId="LiveId" clId="{8372D42A-D0C1-4E4C-865A-97CA549E688F}" dt="2021-09-28T02:15:58.309" v="310"/>
          <ac:picMkLst>
            <pc:docMk/>
            <pc:sldMk cId="0" sldId="260"/>
            <ac:picMk id="9" creationId="{9DE8A4C6-EF40-4C98-86CA-0B5033F2A770}"/>
          </ac:picMkLst>
        </pc:picChg>
      </pc:sldChg>
      <pc:sldChg chg="del">
        <pc:chgData name="Trong-Thuc Hoang" userId="74af82dad18fbf6c" providerId="LiveId" clId="{8372D42A-D0C1-4E4C-865A-97CA549E688F}" dt="2021-09-28T02:11:18.519" v="70" actId="47"/>
        <pc:sldMkLst>
          <pc:docMk/>
          <pc:sldMk cId="3453131820" sldId="409"/>
        </pc:sldMkLst>
      </pc:sldChg>
      <pc:sldChg chg="del">
        <pc:chgData name="Trong-Thuc Hoang" userId="74af82dad18fbf6c" providerId="LiveId" clId="{8372D42A-D0C1-4E4C-865A-97CA549E688F}" dt="2021-09-28T02:11:18.890" v="72" actId="47"/>
        <pc:sldMkLst>
          <pc:docMk/>
          <pc:sldMk cId="889329703" sldId="411"/>
        </pc:sldMkLst>
      </pc:sldChg>
      <pc:sldChg chg="del">
        <pc:chgData name="Trong-Thuc Hoang" userId="74af82dad18fbf6c" providerId="LiveId" clId="{8372D42A-D0C1-4E4C-865A-97CA549E688F}" dt="2021-09-28T02:11:18.705" v="71" actId="47"/>
        <pc:sldMkLst>
          <pc:docMk/>
          <pc:sldMk cId="3487393316" sldId="412"/>
        </pc:sldMkLst>
      </pc:sldChg>
      <pc:sldChg chg="del">
        <pc:chgData name="Trong-Thuc Hoang" userId="74af82dad18fbf6c" providerId="LiveId" clId="{8372D42A-D0C1-4E4C-865A-97CA549E688F}" dt="2021-09-28T02:11:19.097" v="73" actId="47"/>
        <pc:sldMkLst>
          <pc:docMk/>
          <pc:sldMk cId="4254911953" sldId="413"/>
        </pc:sldMkLst>
      </pc:sldChg>
      <pc:sldChg chg="del">
        <pc:chgData name="Trong-Thuc Hoang" userId="74af82dad18fbf6c" providerId="LiveId" clId="{8372D42A-D0C1-4E4C-865A-97CA549E688F}" dt="2021-09-28T02:11:19.275" v="74" actId="47"/>
        <pc:sldMkLst>
          <pc:docMk/>
          <pc:sldMk cId="1180577483" sldId="414"/>
        </pc:sldMkLst>
      </pc:sldChg>
      <pc:sldChg chg="del">
        <pc:chgData name="Trong-Thuc Hoang" userId="74af82dad18fbf6c" providerId="LiveId" clId="{8372D42A-D0C1-4E4C-865A-97CA549E688F}" dt="2021-09-28T02:11:19.475" v="75" actId="47"/>
        <pc:sldMkLst>
          <pc:docMk/>
          <pc:sldMk cId="3005430158" sldId="415"/>
        </pc:sldMkLst>
      </pc:sldChg>
      <pc:sldChg chg="del">
        <pc:chgData name="Trong-Thuc Hoang" userId="74af82dad18fbf6c" providerId="LiveId" clId="{8372D42A-D0C1-4E4C-865A-97CA549E688F}" dt="2021-09-28T02:11:19.678" v="76" actId="47"/>
        <pc:sldMkLst>
          <pc:docMk/>
          <pc:sldMk cId="3052037786" sldId="416"/>
        </pc:sldMkLst>
      </pc:sldChg>
      <pc:sldChg chg="del">
        <pc:chgData name="Trong-Thuc Hoang" userId="74af82dad18fbf6c" providerId="LiveId" clId="{8372D42A-D0C1-4E4C-865A-97CA549E688F}" dt="2021-09-28T02:11:19.854" v="77" actId="47"/>
        <pc:sldMkLst>
          <pc:docMk/>
          <pc:sldMk cId="3195299664" sldId="417"/>
        </pc:sldMkLst>
      </pc:sldChg>
      <pc:sldChg chg="del">
        <pc:chgData name="Trong-Thuc Hoang" userId="74af82dad18fbf6c" providerId="LiveId" clId="{8372D42A-D0C1-4E4C-865A-97CA549E688F}" dt="2021-09-28T02:11:20.233" v="79" actId="47"/>
        <pc:sldMkLst>
          <pc:docMk/>
          <pc:sldMk cId="669585560" sldId="418"/>
        </pc:sldMkLst>
      </pc:sldChg>
      <pc:sldChg chg="delSp del mod">
        <pc:chgData name="Trong-Thuc Hoang" userId="74af82dad18fbf6c" providerId="LiveId" clId="{8372D42A-D0C1-4E4C-865A-97CA549E688F}" dt="2021-09-28T02:15:31.685" v="300" actId="47"/>
        <pc:sldMkLst>
          <pc:docMk/>
          <pc:sldMk cId="2355887220" sldId="419"/>
        </pc:sldMkLst>
        <pc:picChg chg="del">
          <ac:chgData name="Trong-Thuc Hoang" userId="74af82dad18fbf6c" providerId="LiveId" clId="{8372D42A-D0C1-4E4C-865A-97CA549E688F}" dt="2021-09-28T02:11:22.311" v="82" actId="478"/>
          <ac:picMkLst>
            <pc:docMk/>
            <pc:sldMk cId="2355887220" sldId="419"/>
            <ac:picMk id="7" creationId="{09AD878B-2443-4A58-A63C-337AA155FEC1}"/>
          </ac:picMkLst>
        </pc:picChg>
      </pc:sldChg>
      <pc:sldChg chg="del">
        <pc:chgData name="Trong-Thuc Hoang" userId="74af82dad18fbf6c" providerId="LiveId" clId="{8372D42A-D0C1-4E4C-865A-97CA549E688F}" dt="2021-09-28T02:11:20.622" v="81" actId="47"/>
        <pc:sldMkLst>
          <pc:docMk/>
          <pc:sldMk cId="935151702" sldId="420"/>
        </pc:sldMkLst>
      </pc:sldChg>
      <pc:sldChg chg="delSp modSp add del mod">
        <pc:chgData name="Trong-Thuc Hoang" userId="74af82dad18fbf6c" providerId="LiveId" clId="{8372D42A-D0C1-4E4C-865A-97CA549E688F}" dt="2021-09-28T02:14:54.851" v="251" actId="47"/>
        <pc:sldMkLst>
          <pc:docMk/>
          <pc:sldMk cId="969733559" sldId="420"/>
        </pc:sldMkLst>
        <pc:spChg chg="del">
          <ac:chgData name="Trong-Thuc Hoang" userId="74af82dad18fbf6c" providerId="LiveId" clId="{8372D42A-D0C1-4E4C-865A-97CA549E688F}" dt="2021-09-28T02:11:52.757" v="85" actId="478"/>
          <ac:spMkLst>
            <pc:docMk/>
            <pc:sldMk cId="969733559" sldId="420"/>
            <ac:spMk id="39" creationId="{00000000-0000-0000-0000-000000000000}"/>
          </ac:spMkLst>
        </pc:spChg>
        <pc:spChg chg="del">
          <ac:chgData name="Trong-Thuc Hoang" userId="74af82dad18fbf6c" providerId="LiveId" clId="{8372D42A-D0C1-4E4C-865A-97CA549E688F}" dt="2021-09-28T02:11:51.107" v="84" actId="478"/>
          <ac:spMkLst>
            <pc:docMk/>
            <pc:sldMk cId="969733559" sldId="420"/>
            <ac:spMk id="40" creationId="{00000000-0000-0000-0000-000000000000}"/>
          </ac:spMkLst>
        </pc:spChg>
        <pc:spChg chg="mod">
          <ac:chgData name="Trong-Thuc Hoang" userId="74af82dad18fbf6c" providerId="LiveId" clId="{8372D42A-D0C1-4E4C-865A-97CA549E688F}" dt="2021-09-28T02:13:02.030" v="165" actId="14100"/>
          <ac:spMkLst>
            <pc:docMk/>
            <pc:sldMk cId="969733559" sldId="420"/>
            <ac:spMk id="41" creationId="{00000000-0000-0000-0000-000000000000}"/>
          </ac:spMkLst>
        </pc:spChg>
      </pc:sldChg>
      <pc:sldChg chg="delSp modSp add mod">
        <pc:chgData name="Trong-Thuc Hoang" userId="74af82dad18fbf6c" providerId="LiveId" clId="{8372D42A-D0C1-4E4C-865A-97CA549E688F}" dt="2021-09-28T02:16:23.117" v="314" actId="207"/>
        <pc:sldMkLst>
          <pc:docMk/>
          <pc:sldMk cId="781326508" sldId="421"/>
        </pc:sldMkLst>
        <pc:spChg chg="del">
          <ac:chgData name="Trong-Thuc Hoang" userId="74af82dad18fbf6c" providerId="LiveId" clId="{8372D42A-D0C1-4E4C-865A-97CA549E688F}" dt="2021-09-28T02:13:17.531" v="167" actId="478"/>
          <ac:spMkLst>
            <pc:docMk/>
            <pc:sldMk cId="781326508" sldId="421"/>
            <ac:spMk id="39" creationId="{00000000-0000-0000-0000-000000000000}"/>
          </ac:spMkLst>
        </pc:spChg>
        <pc:spChg chg="mod">
          <ac:chgData name="Trong-Thuc Hoang" userId="74af82dad18fbf6c" providerId="LiveId" clId="{8372D42A-D0C1-4E4C-865A-97CA549E688F}" dt="2021-09-28T02:16:23.117" v="314" actId="207"/>
          <ac:spMkLst>
            <pc:docMk/>
            <pc:sldMk cId="781326508" sldId="421"/>
            <ac:spMk id="40" creationId="{00000000-0000-0000-0000-000000000000}"/>
          </ac:spMkLst>
        </pc:spChg>
        <pc:spChg chg="del mod">
          <ac:chgData name="Trong-Thuc Hoang" userId="74af82dad18fbf6c" providerId="LiveId" clId="{8372D42A-D0C1-4E4C-865A-97CA549E688F}" dt="2021-09-28T02:13:40.123" v="188" actId="478"/>
          <ac:spMkLst>
            <pc:docMk/>
            <pc:sldMk cId="781326508" sldId="421"/>
            <ac:spMk id="41" creationId="{00000000-0000-0000-0000-000000000000}"/>
          </ac:spMkLst>
        </pc:spChg>
      </pc:sldChg>
      <pc:sldChg chg="del">
        <pc:chgData name="Trong-Thuc Hoang" userId="74af82dad18fbf6c" providerId="LiveId" clId="{8372D42A-D0C1-4E4C-865A-97CA549E688F}" dt="2021-09-28T02:11:20.052" v="78" actId="47"/>
        <pc:sldMkLst>
          <pc:docMk/>
          <pc:sldMk cId="2169649859" sldId="421"/>
        </pc:sldMkLst>
      </pc:sldChg>
      <pc:sldChg chg="del">
        <pc:chgData name="Trong-Thuc Hoang" userId="74af82dad18fbf6c" providerId="LiveId" clId="{8372D42A-D0C1-4E4C-865A-97CA549E688F}" dt="2021-09-28T02:11:20.421" v="80" actId="47"/>
        <pc:sldMkLst>
          <pc:docMk/>
          <pc:sldMk cId="1528363038" sldId="422"/>
        </pc:sldMkLst>
      </pc:sldChg>
      <pc:sldChg chg="modSp add mod">
        <pc:chgData name="Trong-Thuc Hoang" userId="74af82dad18fbf6c" providerId="LiveId" clId="{8372D42A-D0C1-4E4C-865A-97CA549E688F}" dt="2021-09-28T02:16:30.093" v="318" actId="207"/>
        <pc:sldMkLst>
          <pc:docMk/>
          <pc:sldMk cId="3288063410" sldId="422"/>
        </pc:sldMkLst>
        <pc:spChg chg="mod">
          <ac:chgData name="Trong-Thuc Hoang" userId="74af82dad18fbf6c" providerId="LiveId" clId="{8372D42A-D0C1-4E4C-865A-97CA549E688F}" dt="2021-09-28T02:16:30.093" v="318" actId="207"/>
          <ac:spMkLst>
            <pc:docMk/>
            <pc:sldMk cId="3288063410" sldId="422"/>
            <ac:spMk id="40" creationId="{00000000-0000-0000-0000-000000000000}"/>
          </ac:spMkLst>
        </pc:spChg>
      </pc:sldChg>
      <pc:sldChg chg="modSp add mod">
        <pc:chgData name="Trong-Thuc Hoang" userId="74af82dad18fbf6c" providerId="LiveId" clId="{8372D42A-D0C1-4E4C-865A-97CA549E688F}" dt="2021-09-28T02:16:38.036" v="322" actId="207"/>
        <pc:sldMkLst>
          <pc:docMk/>
          <pc:sldMk cId="3165991195" sldId="423"/>
        </pc:sldMkLst>
        <pc:spChg chg="mod">
          <ac:chgData name="Trong-Thuc Hoang" userId="74af82dad18fbf6c" providerId="LiveId" clId="{8372D42A-D0C1-4E4C-865A-97CA549E688F}" dt="2021-09-28T02:16:38.036" v="322" actId="207"/>
          <ac:spMkLst>
            <pc:docMk/>
            <pc:sldMk cId="3165991195" sldId="423"/>
            <ac:spMk id="40" creationId="{00000000-0000-0000-0000-000000000000}"/>
          </ac:spMkLst>
        </pc:spChg>
      </pc:sldChg>
      <pc:sldChg chg="addSp delSp modSp add mod">
        <pc:chgData name="Trong-Thuc Hoang" userId="74af82dad18fbf6c" providerId="LiveId" clId="{8372D42A-D0C1-4E4C-865A-97CA549E688F}" dt="2021-09-28T17:56:08.275" v="341" actId="1076"/>
        <pc:sldMkLst>
          <pc:docMk/>
          <pc:sldMk cId="3254777054" sldId="424"/>
        </pc:sldMkLst>
        <pc:spChg chg="add del mod">
          <ac:chgData name="Trong-Thuc Hoang" userId="74af82dad18fbf6c" providerId="LiveId" clId="{8372D42A-D0C1-4E4C-865A-97CA549E688F}" dt="2021-09-28T17:56:06.305" v="340" actId="478"/>
          <ac:spMkLst>
            <pc:docMk/>
            <pc:sldMk cId="3254777054" sldId="424"/>
            <ac:spMk id="5" creationId="{F7855ACE-6A94-4D19-8E9E-146ED26D40B0}"/>
          </ac:spMkLst>
        </pc:spChg>
        <pc:spChg chg="mod">
          <ac:chgData name="Trong-Thuc Hoang" userId="74af82dad18fbf6c" providerId="LiveId" clId="{8372D42A-D0C1-4E4C-865A-97CA549E688F}" dt="2021-09-28T02:15:05.476" v="269" actId="113"/>
          <ac:spMkLst>
            <pc:docMk/>
            <pc:sldMk cId="3254777054" sldId="424"/>
            <ac:spMk id="10" creationId="{CB76DC60-C0C9-436D-8956-EE4CA394869E}"/>
          </ac:spMkLst>
        </pc:spChg>
        <pc:spChg chg="mod">
          <ac:chgData name="Trong-Thuc Hoang" userId="74af82dad18fbf6c" providerId="LiveId" clId="{8372D42A-D0C1-4E4C-865A-97CA549E688F}" dt="2021-09-28T02:16:27.010" v="316" actId="207"/>
          <ac:spMkLst>
            <pc:docMk/>
            <pc:sldMk cId="3254777054" sldId="424"/>
            <ac:spMk id="63" creationId="{00000000-0000-0000-0000-000000000000}"/>
          </ac:spMkLst>
        </pc:spChg>
        <pc:picChg chg="add mod ord">
          <ac:chgData name="Trong-Thuc Hoang" userId="74af82dad18fbf6c" providerId="LiveId" clId="{8372D42A-D0C1-4E4C-865A-97CA549E688F}" dt="2021-09-28T17:56:08.275" v="341" actId="1076"/>
          <ac:picMkLst>
            <pc:docMk/>
            <pc:sldMk cId="3254777054" sldId="424"/>
            <ac:picMk id="3" creationId="{84D05E83-D716-4D10-A452-9CFA9C97C143}"/>
          </ac:picMkLst>
        </pc:picChg>
      </pc:sldChg>
      <pc:sldChg chg="add del">
        <pc:chgData name="Trong-Thuc Hoang" userId="74af82dad18fbf6c" providerId="LiveId" clId="{8372D42A-D0C1-4E4C-865A-97CA549E688F}" dt="2021-09-28T02:15:08.597" v="270" actId="47"/>
        <pc:sldMkLst>
          <pc:docMk/>
          <pc:sldMk cId="1451896661" sldId="425"/>
        </pc:sldMkLst>
      </pc:sldChg>
      <pc:sldChg chg="addSp delSp modSp add mod">
        <pc:chgData name="Trong-Thuc Hoang" userId="74af82dad18fbf6c" providerId="LiveId" clId="{8372D42A-D0C1-4E4C-865A-97CA549E688F}" dt="2021-09-30T17:27:13.232" v="4225" actId="20577"/>
        <pc:sldMkLst>
          <pc:docMk/>
          <pc:sldMk cId="2706916780" sldId="425"/>
        </pc:sldMkLst>
        <pc:spChg chg="add del mod">
          <ac:chgData name="Trong-Thuc Hoang" userId="74af82dad18fbf6c" providerId="LiveId" clId="{8372D42A-D0C1-4E4C-865A-97CA549E688F}" dt="2021-09-30T15:35:54.662" v="2858" actId="478"/>
          <ac:spMkLst>
            <pc:docMk/>
            <pc:sldMk cId="2706916780" sldId="425"/>
            <ac:spMk id="2" creationId="{B20416AB-074C-4509-8855-594AB346C87E}"/>
          </ac:spMkLst>
        </pc:spChg>
        <pc:spChg chg="del mod">
          <ac:chgData name="Trong-Thuc Hoang" userId="74af82dad18fbf6c" providerId="LiveId" clId="{8372D42A-D0C1-4E4C-865A-97CA549E688F}" dt="2021-09-30T15:35:55.585" v="2859" actId="478"/>
          <ac:spMkLst>
            <pc:docMk/>
            <pc:sldMk cId="2706916780" sldId="425"/>
            <ac:spMk id="5" creationId="{F7855ACE-6A94-4D19-8E9E-146ED26D40B0}"/>
          </ac:spMkLst>
        </pc:spChg>
        <pc:spChg chg="mod">
          <ac:chgData name="Trong-Thuc Hoang" userId="74af82dad18fbf6c" providerId="LiveId" clId="{8372D42A-D0C1-4E4C-865A-97CA549E688F}" dt="2021-09-29T02:40:42.028" v="2383" actId="20577"/>
          <ac:spMkLst>
            <pc:docMk/>
            <pc:sldMk cId="2706916780" sldId="425"/>
            <ac:spMk id="10" creationId="{CB76DC60-C0C9-436D-8956-EE4CA394869E}"/>
          </ac:spMkLst>
        </pc:spChg>
        <pc:spChg chg="add del mod">
          <ac:chgData name="Trong-Thuc Hoang" userId="74af82dad18fbf6c" providerId="LiveId" clId="{8372D42A-D0C1-4E4C-865A-97CA549E688F}" dt="2021-09-30T15:32:48.413" v="2743" actId="478"/>
          <ac:spMkLst>
            <pc:docMk/>
            <pc:sldMk cId="2706916780" sldId="425"/>
            <ac:spMk id="11" creationId="{1C54F0FC-8F0F-4125-BB82-1B92C6E37EBA}"/>
          </ac:spMkLst>
        </pc:spChg>
        <pc:spChg chg="add mod">
          <ac:chgData name="Trong-Thuc Hoang" userId="74af82dad18fbf6c" providerId="LiveId" clId="{8372D42A-D0C1-4E4C-865A-97CA549E688F}" dt="2021-09-30T17:19:38.170" v="3690" actId="207"/>
          <ac:spMkLst>
            <pc:docMk/>
            <pc:sldMk cId="2706916780" sldId="425"/>
            <ac:spMk id="12" creationId="{D6EB564E-2EDF-4DE6-B3AE-77B91B98AB16}"/>
          </ac:spMkLst>
        </pc:spChg>
        <pc:spChg chg="add del mod">
          <ac:chgData name="Trong-Thuc Hoang" userId="74af82dad18fbf6c" providerId="LiveId" clId="{8372D42A-D0C1-4E4C-865A-97CA549E688F}" dt="2021-09-30T17:14:41.728" v="3350" actId="478"/>
          <ac:spMkLst>
            <pc:docMk/>
            <pc:sldMk cId="2706916780" sldId="425"/>
            <ac:spMk id="13" creationId="{D37E89E8-D26B-4F6E-ABA1-4DF09507A5D2}"/>
          </ac:spMkLst>
        </pc:spChg>
        <pc:spChg chg="add del mod">
          <ac:chgData name="Trong-Thuc Hoang" userId="74af82dad18fbf6c" providerId="LiveId" clId="{8372D42A-D0C1-4E4C-865A-97CA549E688F}" dt="2021-09-30T15:57:57.617" v="3169" actId="478"/>
          <ac:spMkLst>
            <pc:docMk/>
            <pc:sldMk cId="2706916780" sldId="425"/>
            <ac:spMk id="14" creationId="{94AF0D11-8202-4F7F-A7D8-F4F7FAEFA7A3}"/>
          </ac:spMkLst>
        </pc:spChg>
        <pc:spChg chg="add mod">
          <ac:chgData name="Trong-Thuc Hoang" userId="74af82dad18fbf6c" providerId="LiveId" clId="{8372D42A-D0C1-4E4C-865A-97CA549E688F}" dt="2021-09-30T17:27:13.232" v="4225" actId="20577"/>
          <ac:spMkLst>
            <pc:docMk/>
            <pc:sldMk cId="2706916780" sldId="425"/>
            <ac:spMk id="15" creationId="{90AEFB8B-4418-40EF-85BE-10955C311760}"/>
          </ac:spMkLst>
        </pc:spChg>
        <pc:spChg chg="add mod">
          <ac:chgData name="Trong-Thuc Hoang" userId="74af82dad18fbf6c" providerId="LiveId" clId="{8372D42A-D0C1-4E4C-865A-97CA549E688F}" dt="2021-09-30T15:32:16.196" v="2730" actId="113"/>
          <ac:spMkLst>
            <pc:docMk/>
            <pc:sldMk cId="2706916780" sldId="425"/>
            <ac:spMk id="16" creationId="{F6B00377-BCC5-4D28-82AB-94BA6C5F0F50}"/>
          </ac:spMkLst>
        </pc:spChg>
        <pc:spChg chg="add del mod">
          <ac:chgData name="Trong-Thuc Hoang" userId="74af82dad18fbf6c" providerId="LiveId" clId="{8372D42A-D0C1-4E4C-865A-97CA549E688F}" dt="2021-09-30T15:44:42.022" v="2958" actId="478"/>
          <ac:spMkLst>
            <pc:docMk/>
            <pc:sldMk cId="2706916780" sldId="425"/>
            <ac:spMk id="17" creationId="{CE86D63F-8898-4F2B-A550-1C9FDD2E5A35}"/>
          </ac:spMkLst>
        </pc:spChg>
        <pc:spChg chg="add mod">
          <ac:chgData name="Trong-Thuc Hoang" userId="74af82dad18fbf6c" providerId="LiveId" clId="{8372D42A-D0C1-4E4C-865A-97CA549E688F}" dt="2021-09-30T15:48:40.270" v="3020" actId="1582"/>
          <ac:spMkLst>
            <pc:docMk/>
            <pc:sldMk cId="2706916780" sldId="425"/>
            <ac:spMk id="18" creationId="{2C29FF1D-AF73-4D1C-9956-B4E87DA24889}"/>
          </ac:spMkLst>
        </pc:spChg>
        <pc:spChg chg="add mod">
          <ac:chgData name="Trong-Thuc Hoang" userId="74af82dad18fbf6c" providerId="LiveId" clId="{8372D42A-D0C1-4E4C-865A-97CA549E688F}" dt="2021-09-30T15:48:49.087" v="3023" actId="1076"/>
          <ac:spMkLst>
            <pc:docMk/>
            <pc:sldMk cId="2706916780" sldId="425"/>
            <ac:spMk id="26" creationId="{E27DEEFA-A1AB-4EB6-8AE1-F3233A9BB407}"/>
          </ac:spMkLst>
        </pc:spChg>
        <pc:spChg chg="add del mod">
          <ac:chgData name="Trong-Thuc Hoang" userId="74af82dad18fbf6c" providerId="LiveId" clId="{8372D42A-D0C1-4E4C-865A-97CA549E688F}" dt="2021-09-30T17:14:41.728" v="3350" actId="478"/>
          <ac:spMkLst>
            <pc:docMk/>
            <pc:sldMk cId="2706916780" sldId="425"/>
            <ac:spMk id="30" creationId="{455F6F0B-94B3-43DD-A655-2591A7D69AB8}"/>
          </ac:spMkLst>
        </pc:spChg>
        <pc:spChg chg="add del mod">
          <ac:chgData name="Trong-Thuc Hoang" userId="74af82dad18fbf6c" providerId="LiveId" clId="{8372D42A-D0C1-4E4C-865A-97CA549E688F}" dt="2021-09-30T15:47:35.637" v="3004" actId="478"/>
          <ac:spMkLst>
            <pc:docMk/>
            <pc:sldMk cId="2706916780" sldId="425"/>
            <ac:spMk id="32" creationId="{37FB749E-0A89-4B77-AC81-B5B7F4A3EE4A}"/>
          </ac:spMkLst>
        </pc:spChg>
        <pc:spChg chg="add del mod">
          <ac:chgData name="Trong-Thuc Hoang" userId="74af82dad18fbf6c" providerId="LiveId" clId="{8372D42A-D0C1-4E4C-865A-97CA549E688F}" dt="2021-09-30T17:14:27.364" v="3341" actId="478"/>
          <ac:spMkLst>
            <pc:docMk/>
            <pc:sldMk cId="2706916780" sldId="425"/>
            <ac:spMk id="35" creationId="{C617E987-58CE-407F-98BB-C8988DBECD9D}"/>
          </ac:spMkLst>
        </pc:spChg>
        <pc:spChg chg="add del mod">
          <ac:chgData name="Trong-Thuc Hoang" userId="74af82dad18fbf6c" providerId="LiveId" clId="{8372D42A-D0C1-4E4C-865A-97CA549E688F}" dt="2021-09-30T17:14:41.728" v="3350" actId="478"/>
          <ac:spMkLst>
            <pc:docMk/>
            <pc:sldMk cId="2706916780" sldId="425"/>
            <ac:spMk id="40" creationId="{6224BF12-E8B7-4DE4-B721-B058F85E170B}"/>
          </ac:spMkLst>
        </pc:spChg>
        <pc:spChg chg="add del mod">
          <ac:chgData name="Trong-Thuc Hoang" userId="74af82dad18fbf6c" providerId="LiveId" clId="{8372D42A-D0C1-4E4C-865A-97CA549E688F}" dt="2021-09-30T17:14:44.364" v="3352" actId="478"/>
          <ac:spMkLst>
            <pc:docMk/>
            <pc:sldMk cId="2706916780" sldId="425"/>
            <ac:spMk id="55" creationId="{036CEE61-4909-47C5-8747-E0B65530ACA5}"/>
          </ac:spMkLst>
        </pc:spChg>
        <pc:spChg chg="add del mod">
          <ac:chgData name="Trong-Thuc Hoang" userId="74af82dad18fbf6c" providerId="LiveId" clId="{8372D42A-D0C1-4E4C-865A-97CA549E688F}" dt="2021-09-30T17:14:37.280" v="3347" actId="478"/>
          <ac:spMkLst>
            <pc:docMk/>
            <pc:sldMk cId="2706916780" sldId="425"/>
            <ac:spMk id="56" creationId="{A264AEBD-0A81-44F6-9D04-B374D6FAD332}"/>
          </ac:spMkLst>
        </pc:spChg>
        <pc:spChg chg="add del mod">
          <ac:chgData name="Trong-Thuc Hoang" userId="74af82dad18fbf6c" providerId="LiveId" clId="{8372D42A-D0C1-4E4C-865A-97CA549E688F}" dt="2021-09-30T17:14:37.280" v="3347" actId="478"/>
          <ac:spMkLst>
            <pc:docMk/>
            <pc:sldMk cId="2706916780" sldId="425"/>
            <ac:spMk id="58" creationId="{6F77F7B9-6A58-4F9F-809A-81CD728ADA52}"/>
          </ac:spMkLst>
        </pc:spChg>
        <pc:spChg chg="add del mod">
          <ac:chgData name="Trong-Thuc Hoang" userId="74af82dad18fbf6c" providerId="LiveId" clId="{8372D42A-D0C1-4E4C-865A-97CA549E688F}" dt="2021-09-30T17:14:37.280" v="3347" actId="478"/>
          <ac:spMkLst>
            <pc:docMk/>
            <pc:sldMk cId="2706916780" sldId="425"/>
            <ac:spMk id="59" creationId="{80A12C25-44B3-48A9-903F-18B9B234F999}"/>
          </ac:spMkLst>
        </pc:spChg>
        <pc:spChg chg="add del mod">
          <ac:chgData name="Trong-Thuc Hoang" userId="74af82dad18fbf6c" providerId="LiveId" clId="{8372D42A-D0C1-4E4C-865A-97CA549E688F}" dt="2021-09-30T17:14:37.280" v="3347" actId="478"/>
          <ac:spMkLst>
            <pc:docMk/>
            <pc:sldMk cId="2706916780" sldId="425"/>
            <ac:spMk id="60" creationId="{E608D1AA-2941-4B61-AA61-779EC36EF8A7}"/>
          </ac:spMkLst>
        </pc:spChg>
        <pc:spChg chg="mod">
          <ac:chgData name="Trong-Thuc Hoang" userId="74af82dad18fbf6c" providerId="LiveId" clId="{8372D42A-D0C1-4E4C-865A-97CA549E688F}" dt="2021-09-28T02:16:34.255" v="320" actId="207"/>
          <ac:spMkLst>
            <pc:docMk/>
            <pc:sldMk cId="2706916780" sldId="425"/>
            <ac:spMk id="63" creationId="{00000000-0000-0000-0000-000000000000}"/>
          </ac:spMkLst>
        </pc:spChg>
        <pc:spChg chg="add del mod">
          <ac:chgData name="Trong-Thuc Hoang" userId="74af82dad18fbf6c" providerId="LiveId" clId="{8372D42A-D0C1-4E4C-865A-97CA549E688F}" dt="2021-09-30T17:14:37.280" v="3347" actId="478"/>
          <ac:spMkLst>
            <pc:docMk/>
            <pc:sldMk cId="2706916780" sldId="425"/>
            <ac:spMk id="67" creationId="{0FE8C50E-DA81-4CA9-AF43-CC1E323C2556}"/>
          </ac:spMkLst>
        </pc:spChg>
        <pc:spChg chg="add del mod">
          <ac:chgData name="Trong-Thuc Hoang" userId="74af82dad18fbf6c" providerId="LiveId" clId="{8372D42A-D0C1-4E4C-865A-97CA549E688F}" dt="2021-09-30T17:14:35.176" v="3346" actId="478"/>
          <ac:spMkLst>
            <pc:docMk/>
            <pc:sldMk cId="2706916780" sldId="425"/>
            <ac:spMk id="70" creationId="{E17B7F04-087A-4F10-B8D1-BA831F43B745}"/>
          </ac:spMkLst>
        </pc:spChg>
        <pc:spChg chg="add del mod">
          <ac:chgData name="Trong-Thuc Hoang" userId="74af82dad18fbf6c" providerId="LiveId" clId="{8372D42A-D0C1-4E4C-865A-97CA549E688F}" dt="2021-09-30T17:14:37.280" v="3347" actId="478"/>
          <ac:spMkLst>
            <pc:docMk/>
            <pc:sldMk cId="2706916780" sldId="425"/>
            <ac:spMk id="71" creationId="{35839DFD-570C-4643-BE6F-5CBB364B8630}"/>
          </ac:spMkLst>
        </pc:spChg>
        <pc:spChg chg="add del mod">
          <ac:chgData name="Trong-Thuc Hoang" userId="74af82dad18fbf6c" providerId="LiveId" clId="{8372D42A-D0C1-4E4C-865A-97CA549E688F}" dt="2021-09-30T17:14:37.280" v="3347" actId="478"/>
          <ac:spMkLst>
            <pc:docMk/>
            <pc:sldMk cId="2706916780" sldId="425"/>
            <ac:spMk id="74" creationId="{C2A89031-861B-43CC-9124-F9758159E441}"/>
          </ac:spMkLst>
        </pc:spChg>
        <pc:spChg chg="add del mod">
          <ac:chgData name="Trong-Thuc Hoang" userId="74af82dad18fbf6c" providerId="LiveId" clId="{8372D42A-D0C1-4E4C-865A-97CA549E688F}" dt="2021-09-30T17:14:37.280" v="3347" actId="478"/>
          <ac:spMkLst>
            <pc:docMk/>
            <pc:sldMk cId="2706916780" sldId="425"/>
            <ac:spMk id="76" creationId="{97F0BEC0-88A0-41DB-B235-20CFFACC03C0}"/>
          </ac:spMkLst>
        </pc:spChg>
        <pc:spChg chg="add mod">
          <ac:chgData name="Trong-Thuc Hoang" userId="74af82dad18fbf6c" providerId="LiveId" clId="{8372D42A-D0C1-4E4C-865A-97CA549E688F}" dt="2021-09-30T15:59:46.424" v="3195" actId="1076"/>
          <ac:spMkLst>
            <pc:docMk/>
            <pc:sldMk cId="2706916780" sldId="425"/>
            <ac:spMk id="80" creationId="{1B9CE19C-9B9F-4D5A-BE0F-0B05B3467A83}"/>
          </ac:spMkLst>
        </pc:spChg>
        <pc:spChg chg="add del mod">
          <ac:chgData name="Trong-Thuc Hoang" userId="74af82dad18fbf6c" providerId="LiveId" clId="{8372D42A-D0C1-4E4C-865A-97CA549E688F}" dt="2021-09-30T17:14:37.280" v="3347" actId="478"/>
          <ac:spMkLst>
            <pc:docMk/>
            <pc:sldMk cId="2706916780" sldId="425"/>
            <ac:spMk id="81" creationId="{E5884A9D-7A36-4A44-A915-03DA52F5E0A2}"/>
          </ac:spMkLst>
        </pc:spChg>
        <pc:spChg chg="add del mod">
          <ac:chgData name="Trong-Thuc Hoang" userId="74af82dad18fbf6c" providerId="LiveId" clId="{8372D42A-D0C1-4E4C-865A-97CA549E688F}" dt="2021-09-30T17:09:11.166" v="3248" actId="478"/>
          <ac:spMkLst>
            <pc:docMk/>
            <pc:sldMk cId="2706916780" sldId="425"/>
            <ac:spMk id="82" creationId="{C42089AC-54AE-4F3C-B7C5-AB781C8307AE}"/>
          </ac:spMkLst>
        </pc:spChg>
        <pc:spChg chg="add del mod">
          <ac:chgData name="Trong-Thuc Hoang" userId="74af82dad18fbf6c" providerId="LiveId" clId="{8372D42A-D0C1-4E4C-865A-97CA549E688F}" dt="2021-09-30T17:14:35.176" v="3346" actId="478"/>
          <ac:spMkLst>
            <pc:docMk/>
            <pc:sldMk cId="2706916780" sldId="425"/>
            <ac:spMk id="93" creationId="{AF49A075-12CD-45EA-B242-01EA745A9750}"/>
          </ac:spMkLst>
        </pc:spChg>
        <pc:spChg chg="add del mod">
          <ac:chgData name="Trong-Thuc Hoang" userId="74af82dad18fbf6c" providerId="LiveId" clId="{8372D42A-D0C1-4E4C-865A-97CA549E688F}" dt="2021-09-30T17:14:35.176" v="3346" actId="478"/>
          <ac:spMkLst>
            <pc:docMk/>
            <pc:sldMk cId="2706916780" sldId="425"/>
            <ac:spMk id="98" creationId="{3DC2396B-8E56-4687-AB86-7E5FD1047720}"/>
          </ac:spMkLst>
        </pc:spChg>
        <pc:spChg chg="add del mod">
          <ac:chgData name="Trong-Thuc Hoang" userId="74af82dad18fbf6c" providerId="LiveId" clId="{8372D42A-D0C1-4E4C-865A-97CA549E688F}" dt="2021-09-30T17:14:35.176" v="3346" actId="478"/>
          <ac:spMkLst>
            <pc:docMk/>
            <pc:sldMk cId="2706916780" sldId="425"/>
            <ac:spMk id="99" creationId="{A6DCB00C-1559-4EA1-AF51-C4124AA60176}"/>
          </ac:spMkLst>
        </pc:spChg>
        <pc:spChg chg="add del mod">
          <ac:chgData name="Trong-Thuc Hoang" userId="74af82dad18fbf6c" providerId="LiveId" clId="{8372D42A-D0C1-4E4C-865A-97CA549E688F}" dt="2021-09-30T17:14:35.176" v="3346" actId="478"/>
          <ac:spMkLst>
            <pc:docMk/>
            <pc:sldMk cId="2706916780" sldId="425"/>
            <ac:spMk id="102" creationId="{3C080CD5-6B48-4C8C-B7FE-D06541C5F284}"/>
          </ac:spMkLst>
        </pc:spChg>
        <pc:spChg chg="add del mod">
          <ac:chgData name="Trong-Thuc Hoang" userId="74af82dad18fbf6c" providerId="LiveId" clId="{8372D42A-D0C1-4E4C-865A-97CA549E688F}" dt="2021-09-30T17:14:35.176" v="3346" actId="478"/>
          <ac:spMkLst>
            <pc:docMk/>
            <pc:sldMk cId="2706916780" sldId="425"/>
            <ac:spMk id="103" creationId="{F100CD1F-DDFA-42EA-8A99-191A02EA757A}"/>
          </ac:spMkLst>
        </pc:spChg>
        <pc:spChg chg="add del mod">
          <ac:chgData name="Trong-Thuc Hoang" userId="74af82dad18fbf6c" providerId="LiveId" clId="{8372D42A-D0C1-4E4C-865A-97CA549E688F}" dt="2021-09-30T17:14:35.176" v="3346" actId="478"/>
          <ac:spMkLst>
            <pc:docMk/>
            <pc:sldMk cId="2706916780" sldId="425"/>
            <ac:spMk id="105" creationId="{C4DEEAEA-46DA-466D-A3A4-00D24190A969}"/>
          </ac:spMkLst>
        </pc:spChg>
        <pc:spChg chg="add del mod">
          <ac:chgData name="Trong-Thuc Hoang" userId="74af82dad18fbf6c" providerId="LiveId" clId="{8372D42A-D0C1-4E4C-865A-97CA549E688F}" dt="2021-09-30T17:14:35.176" v="3346" actId="478"/>
          <ac:spMkLst>
            <pc:docMk/>
            <pc:sldMk cId="2706916780" sldId="425"/>
            <ac:spMk id="106" creationId="{EA5548A5-EC4F-4544-AC78-9C2DB40BB739}"/>
          </ac:spMkLst>
        </pc:spChg>
        <pc:spChg chg="add del mod">
          <ac:chgData name="Trong-Thuc Hoang" userId="74af82dad18fbf6c" providerId="LiveId" clId="{8372D42A-D0C1-4E4C-865A-97CA549E688F}" dt="2021-09-30T17:14:32.310" v="3345" actId="478"/>
          <ac:spMkLst>
            <pc:docMk/>
            <pc:sldMk cId="2706916780" sldId="425"/>
            <ac:spMk id="111" creationId="{AD7A6478-60A1-43D5-9087-9236D9497E86}"/>
          </ac:spMkLst>
        </pc:spChg>
        <pc:cxnChg chg="add mod">
          <ac:chgData name="Trong-Thuc Hoang" userId="74af82dad18fbf6c" providerId="LiveId" clId="{8372D42A-D0C1-4E4C-865A-97CA549E688F}" dt="2021-09-30T15:48:46.423" v="3022" actId="1076"/>
          <ac:cxnSpMkLst>
            <pc:docMk/>
            <pc:sldMk cId="2706916780" sldId="425"/>
            <ac:cxnSpMk id="4" creationId="{5A306D08-5F08-40E3-A145-39995C736AB7}"/>
          </ac:cxnSpMkLst>
        </pc:cxnChg>
        <pc:cxnChg chg="add del mod">
          <ac:chgData name="Trong-Thuc Hoang" userId="74af82dad18fbf6c" providerId="LiveId" clId="{8372D42A-D0C1-4E4C-865A-97CA549E688F}" dt="2021-09-30T17:14:38.608" v="3348" actId="478"/>
          <ac:cxnSpMkLst>
            <pc:docMk/>
            <pc:sldMk cId="2706916780" sldId="425"/>
            <ac:cxnSpMk id="9" creationId="{24D3AFC3-A6B2-4EA9-9D83-6CD81C2D6A24}"/>
          </ac:cxnSpMkLst>
        </pc:cxnChg>
        <pc:cxnChg chg="add del mod">
          <ac:chgData name="Trong-Thuc Hoang" userId="74af82dad18fbf6c" providerId="LiveId" clId="{8372D42A-D0C1-4E4C-865A-97CA549E688F}" dt="2021-09-30T17:14:41.728" v="3350" actId="478"/>
          <ac:cxnSpMkLst>
            <pc:docMk/>
            <pc:sldMk cId="2706916780" sldId="425"/>
            <ac:cxnSpMk id="19" creationId="{DF3DCC4B-3C3D-4DD5-8123-3CDCC04536E8}"/>
          </ac:cxnSpMkLst>
        </pc:cxnChg>
        <pc:cxnChg chg="add del mod">
          <ac:chgData name="Trong-Thuc Hoang" userId="74af82dad18fbf6c" providerId="LiveId" clId="{8372D42A-D0C1-4E4C-865A-97CA549E688F}" dt="2021-09-30T17:14:28.166" v="3342" actId="478"/>
          <ac:cxnSpMkLst>
            <pc:docMk/>
            <pc:sldMk cId="2706916780" sldId="425"/>
            <ac:cxnSpMk id="28" creationId="{04EC425D-6EF9-4DCF-A28B-C4E223D4BFB5}"/>
          </ac:cxnSpMkLst>
        </pc:cxnChg>
        <pc:cxnChg chg="add del mod">
          <ac:chgData name="Trong-Thuc Hoang" userId="74af82dad18fbf6c" providerId="LiveId" clId="{8372D42A-D0C1-4E4C-865A-97CA549E688F}" dt="2021-09-30T17:14:41.728" v="3350" actId="478"/>
          <ac:cxnSpMkLst>
            <pc:docMk/>
            <pc:sldMk cId="2706916780" sldId="425"/>
            <ac:cxnSpMk id="31" creationId="{4A9F9B2F-2C18-4198-8A18-A3494936D890}"/>
          </ac:cxnSpMkLst>
        </pc:cxnChg>
        <pc:cxnChg chg="add del mod">
          <ac:chgData name="Trong-Thuc Hoang" userId="74af82dad18fbf6c" providerId="LiveId" clId="{8372D42A-D0C1-4E4C-865A-97CA549E688F}" dt="2021-09-30T17:14:29.841" v="3343" actId="478"/>
          <ac:cxnSpMkLst>
            <pc:docMk/>
            <pc:sldMk cId="2706916780" sldId="425"/>
            <ac:cxnSpMk id="54" creationId="{C35F91D4-803B-47D1-A0FB-BDB7505BC9EB}"/>
          </ac:cxnSpMkLst>
        </pc:cxnChg>
        <pc:cxnChg chg="add del mod">
          <ac:chgData name="Trong-Thuc Hoang" userId="74af82dad18fbf6c" providerId="LiveId" clId="{8372D42A-D0C1-4E4C-865A-97CA549E688F}" dt="2021-09-30T17:14:37.280" v="3347" actId="478"/>
          <ac:cxnSpMkLst>
            <pc:docMk/>
            <pc:sldMk cId="2706916780" sldId="425"/>
            <ac:cxnSpMk id="57" creationId="{A58DB654-19E9-4184-8166-87644AF84146}"/>
          </ac:cxnSpMkLst>
        </pc:cxnChg>
        <pc:cxnChg chg="add del mod">
          <ac:chgData name="Trong-Thuc Hoang" userId="74af82dad18fbf6c" providerId="LiveId" clId="{8372D42A-D0C1-4E4C-865A-97CA549E688F}" dt="2021-09-30T15:55:17.954" v="3137" actId="478"/>
          <ac:cxnSpMkLst>
            <pc:docMk/>
            <pc:sldMk cId="2706916780" sldId="425"/>
            <ac:cxnSpMk id="64" creationId="{9DB63674-D61B-4208-AA78-0FC329A94F16}"/>
          </ac:cxnSpMkLst>
        </pc:cxnChg>
        <pc:cxnChg chg="add del mod">
          <ac:chgData name="Trong-Thuc Hoang" userId="74af82dad18fbf6c" providerId="LiveId" clId="{8372D42A-D0C1-4E4C-865A-97CA549E688F}" dt="2021-09-30T17:14:37.280" v="3347" actId="478"/>
          <ac:cxnSpMkLst>
            <pc:docMk/>
            <pc:sldMk cId="2706916780" sldId="425"/>
            <ac:cxnSpMk id="65" creationId="{C441BE28-F25E-45BD-A41E-2B54912EF466}"/>
          </ac:cxnSpMkLst>
        </pc:cxnChg>
        <pc:cxnChg chg="add del mod">
          <ac:chgData name="Trong-Thuc Hoang" userId="74af82dad18fbf6c" providerId="LiveId" clId="{8372D42A-D0C1-4E4C-865A-97CA549E688F}" dt="2021-09-30T17:14:37.280" v="3347" actId="478"/>
          <ac:cxnSpMkLst>
            <pc:docMk/>
            <pc:sldMk cId="2706916780" sldId="425"/>
            <ac:cxnSpMk id="68" creationId="{3CD03CA5-A527-4BB0-BA75-0B8D4F5F59B1}"/>
          </ac:cxnSpMkLst>
        </pc:cxnChg>
        <pc:cxnChg chg="add del mod">
          <ac:chgData name="Trong-Thuc Hoang" userId="74af82dad18fbf6c" providerId="LiveId" clId="{8372D42A-D0C1-4E4C-865A-97CA549E688F}" dt="2021-09-30T17:14:39.471" v="3349" actId="478"/>
          <ac:cxnSpMkLst>
            <pc:docMk/>
            <pc:sldMk cId="2706916780" sldId="425"/>
            <ac:cxnSpMk id="69" creationId="{64310648-8FC2-4D91-99F6-B3FAD5711380}"/>
          </ac:cxnSpMkLst>
        </pc:cxnChg>
        <pc:cxnChg chg="add del mod">
          <ac:chgData name="Trong-Thuc Hoang" userId="74af82dad18fbf6c" providerId="LiveId" clId="{8372D42A-D0C1-4E4C-865A-97CA549E688F}" dt="2021-09-30T17:14:37.280" v="3347" actId="478"/>
          <ac:cxnSpMkLst>
            <pc:docMk/>
            <pc:sldMk cId="2706916780" sldId="425"/>
            <ac:cxnSpMk id="75" creationId="{7EB4F8C8-88D3-4B50-817B-B0A799FD57CB}"/>
          </ac:cxnSpMkLst>
        </pc:cxnChg>
        <pc:cxnChg chg="add del mod">
          <ac:chgData name="Trong-Thuc Hoang" userId="74af82dad18fbf6c" providerId="LiveId" clId="{8372D42A-D0C1-4E4C-865A-97CA549E688F}" dt="2021-09-30T17:14:43.315" v="3351" actId="478"/>
          <ac:cxnSpMkLst>
            <pc:docMk/>
            <pc:sldMk cId="2706916780" sldId="425"/>
            <ac:cxnSpMk id="92" creationId="{E4056D8B-F6D7-420C-982F-2CCD2C1AC8E9}"/>
          </ac:cxnSpMkLst>
        </pc:cxnChg>
        <pc:cxnChg chg="add del mod">
          <ac:chgData name="Trong-Thuc Hoang" userId="74af82dad18fbf6c" providerId="LiveId" clId="{8372D42A-D0C1-4E4C-865A-97CA549E688F}" dt="2021-09-30T17:14:35.176" v="3346" actId="478"/>
          <ac:cxnSpMkLst>
            <pc:docMk/>
            <pc:sldMk cId="2706916780" sldId="425"/>
            <ac:cxnSpMk id="100" creationId="{39249C0B-742B-4AAB-AE35-A5D5EAD3BB8B}"/>
          </ac:cxnSpMkLst>
        </pc:cxnChg>
        <pc:cxnChg chg="add del mod">
          <ac:chgData name="Trong-Thuc Hoang" userId="74af82dad18fbf6c" providerId="LiveId" clId="{8372D42A-D0C1-4E4C-865A-97CA549E688F}" dt="2021-09-30T17:14:35.176" v="3346" actId="478"/>
          <ac:cxnSpMkLst>
            <pc:docMk/>
            <pc:sldMk cId="2706916780" sldId="425"/>
            <ac:cxnSpMk id="104" creationId="{FFDDA8C1-07E2-491D-A131-BCA105B98B75}"/>
          </ac:cxnSpMkLst>
        </pc:cxnChg>
        <pc:cxnChg chg="add del mod">
          <ac:chgData name="Trong-Thuc Hoang" userId="74af82dad18fbf6c" providerId="LiveId" clId="{8372D42A-D0C1-4E4C-865A-97CA549E688F}" dt="2021-09-30T17:14:35.176" v="3346" actId="478"/>
          <ac:cxnSpMkLst>
            <pc:docMk/>
            <pc:sldMk cId="2706916780" sldId="425"/>
            <ac:cxnSpMk id="107" creationId="{8DED88BB-8D29-4384-8DB8-1DBC110F524F}"/>
          </ac:cxnSpMkLst>
        </pc:cxnChg>
        <pc:cxnChg chg="add del mod">
          <ac:chgData name="Trong-Thuc Hoang" userId="74af82dad18fbf6c" providerId="LiveId" clId="{8372D42A-D0C1-4E4C-865A-97CA549E688F}" dt="2021-09-30T17:14:30.506" v="3344" actId="478"/>
          <ac:cxnSpMkLst>
            <pc:docMk/>
            <pc:sldMk cId="2706916780" sldId="425"/>
            <ac:cxnSpMk id="108" creationId="{8AAFF0B4-767C-4101-9448-C315EE4CEF38}"/>
          </ac:cxnSpMkLst>
        </pc:cxnChg>
        <pc:cxnChg chg="add del mod">
          <ac:chgData name="Trong-Thuc Hoang" userId="74af82dad18fbf6c" providerId="LiveId" clId="{8372D42A-D0C1-4E4C-865A-97CA549E688F}" dt="2021-09-30T17:14:37.280" v="3347" actId="478"/>
          <ac:cxnSpMkLst>
            <pc:docMk/>
            <pc:sldMk cId="2706916780" sldId="425"/>
            <ac:cxnSpMk id="113" creationId="{7410CD16-C658-436E-954F-C3369861267D}"/>
          </ac:cxnSpMkLst>
        </pc:cxnChg>
        <pc:cxnChg chg="add del mod">
          <ac:chgData name="Trong-Thuc Hoang" userId="74af82dad18fbf6c" providerId="LiveId" clId="{8372D42A-D0C1-4E4C-865A-97CA549E688F}" dt="2021-09-30T17:14:41.728" v="3350" actId="478"/>
          <ac:cxnSpMkLst>
            <pc:docMk/>
            <pc:sldMk cId="2706916780" sldId="425"/>
            <ac:cxnSpMk id="117" creationId="{40A0755F-76A4-4A95-988E-E575B90DCB7C}"/>
          </ac:cxnSpMkLst>
        </pc:cxnChg>
      </pc:sldChg>
      <pc:sldChg chg="addSp delSp modSp add mod">
        <pc:chgData name="Trong-Thuc Hoang" userId="74af82dad18fbf6c" providerId="LiveId" clId="{8372D42A-D0C1-4E4C-865A-97CA549E688F}" dt="2021-09-30T17:59:58.845" v="5647" actId="14100"/>
        <pc:sldMkLst>
          <pc:docMk/>
          <pc:sldMk cId="1311341793" sldId="426"/>
        </pc:sldMkLst>
        <pc:spChg chg="del">
          <ac:chgData name="Trong-Thuc Hoang" userId="74af82dad18fbf6c" providerId="LiveId" clId="{8372D42A-D0C1-4E4C-865A-97CA549E688F}" dt="2021-09-30T17:57:15.322" v="5530" actId="478"/>
          <ac:spMkLst>
            <pc:docMk/>
            <pc:sldMk cId="1311341793" sldId="426"/>
            <ac:spMk id="5" creationId="{F7855ACE-6A94-4D19-8E9E-146ED26D40B0}"/>
          </ac:spMkLst>
        </pc:spChg>
        <pc:spChg chg="add mod">
          <ac:chgData name="Trong-Thuc Hoang" userId="74af82dad18fbf6c" providerId="LiveId" clId="{8372D42A-D0C1-4E4C-865A-97CA549E688F}" dt="2021-09-30T17:59:54.366" v="5645" actId="14100"/>
          <ac:spMkLst>
            <pc:docMk/>
            <pc:sldMk cId="1311341793" sldId="426"/>
            <ac:spMk id="9" creationId="{6C551CF4-0809-497D-8F93-9B801D42AB33}"/>
          </ac:spMkLst>
        </pc:spChg>
        <pc:spChg chg="mod">
          <ac:chgData name="Trong-Thuc Hoang" userId="74af82dad18fbf6c" providerId="LiveId" clId="{8372D42A-D0C1-4E4C-865A-97CA549E688F}" dt="2021-09-28T02:15:35.721" v="308" actId="20577"/>
          <ac:spMkLst>
            <pc:docMk/>
            <pc:sldMk cId="1311341793" sldId="426"/>
            <ac:spMk id="10" creationId="{CB76DC60-C0C9-436D-8956-EE4CA394869E}"/>
          </ac:spMkLst>
        </pc:spChg>
        <pc:spChg chg="add del mod">
          <ac:chgData name="Trong-Thuc Hoang" userId="74af82dad18fbf6c" providerId="LiveId" clId="{8372D42A-D0C1-4E4C-865A-97CA549E688F}" dt="2021-09-30T17:58:50.797" v="5600" actId="478"/>
          <ac:spMkLst>
            <pc:docMk/>
            <pc:sldMk cId="1311341793" sldId="426"/>
            <ac:spMk id="11" creationId="{19767369-5316-4F07-8D4A-6B54BF9233C8}"/>
          </ac:spMkLst>
        </pc:spChg>
        <pc:spChg chg="add mod">
          <ac:chgData name="Trong-Thuc Hoang" userId="74af82dad18fbf6c" providerId="LiveId" clId="{8372D42A-D0C1-4E4C-865A-97CA549E688F}" dt="2021-09-30T17:59:58.845" v="5647" actId="14100"/>
          <ac:spMkLst>
            <pc:docMk/>
            <pc:sldMk cId="1311341793" sldId="426"/>
            <ac:spMk id="12" creationId="{F31FCA47-B041-4DE5-8EEB-C9FAFC20EB93}"/>
          </ac:spMkLst>
        </pc:spChg>
        <pc:spChg chg="mod">
          <ac:chgData name="Trong-Thuc Hoang" userId="74af82dad18fbf6c" providerId="LiveId" clId="{8372D42A-D0C1-4E4C-865A-97CA549E688F}" dt="2021-09-28T02:16:41.590" v="324" actId="207"/>
          <ac:spMkLst>
            <pc:docMk/>
            <pc:sldMk cId="1311341793" sldId="426"/>
            <ac:spMk id="63" creationId="{00000000-0000-0000-0000-000000000000}"/>
          </ac:spMkLst>
        </pc:spChg>
        <pc:picChg chg="add mod">
          <ac:chgData name="Trong-Thuc Hoang" userId="74af82dad18fbf6c" providerId="LiveId" clId="{8372D42A-D0C1-4E4C-865A-97CA549E688F}" dt="2021-09-30T17:59:24.842" v="5630" actId="14100"/>
          <ac:picMkLst>
            <pc:docMk/>
            <pc:sldMk cId="1311341793" sldId="426"/>
            <ac:picMk id="7" creationId="{CE248AF9-D6DA-42B3-BE70-D2BDF7F472C0}"/>
          </ac:picMkLst>
        </pc:picChg>
        <pc:picChg chg="add mod">
          <ac:chgData name="Trong-Thuc Hoang" userId="74af82dad18fbf6c" providerId="LiveId" clId="{8372D42A-D0C1-4E4C-865A-97CA549E688F}" dt="2021-09-30T17:58:45.608" v="5599" actId="1076"/>
          <ac:picMkLst>
            <pc:docMk/>
            <pc:sldMk cId="1311341793" sldId="426"/>
            <ac:picMk id="8" creationId="{7A36C857-E75B-4571-8462-BF3EB9A63E2F}"/>
          </ac:picMkLst>
        </pc:picChg>
      </pc:sldChg>
      <pc:sldChg chg="addSp modSp add mod">
        <pc:chgData name="Trong-Thuc Hoang" userId="74af82dad18fbf6c" providerId="LiveId" clId="{8372D42A-D0C1-4E4C-865A-97CA549E688F}" dt="2021-09-28T20:58:26.057" v="2332"/>
        <pc:sldMkLst>
          <pc:docMk/>
          <pc:sldMk cId="1875431218" sldId="427"/>
        </pc:sldMkLst>
        <pc:spChg chg="mod">
          <ac:chgData name="Trong-Thuc Hoang" userId="74af82dad18fbf6c" providerId="LiveId" clId="{8372D42A-D0C1-4E4C-865A-97CA549E688F}" dt="2021-09-28T18:01:40.408" v="667" actId="1076"/>
          <ac:spMkLst>
            <pc:docMk/>
            <pc:sldMk cId="1875431218" sldId="427"/>
            <ac:spMk id="5" creationId="{F7855ACE-6A94-4D19-8E9E-146ED26D40B0}"/>
          </ac:spMkLst>
        </pc:spChg>
        <pc:spChg chg="add mod">
          <ac:chgData name="Trong-Thuc Hoang" userId="74af82dad18fbf6c" providerId="LiveId" clId="{8372D42A-D0C1-4E4C-865A-97CA549E688F}" dt="2021-09-28T20:58:26.057" v="2332"/>
          <ac:spMkLst>
            <pc:docMk/>
            <pc:sldMk cId="1875431218" sldId="427"/>
            <ac:spMk id="8" creationId="{51867311-569B-4619-9C86-F78A60E0E300}"/>
          </ac:spMkLst>
        </pc:spChg>
        <pc:spChg chg="add mod">
          <ac:chgData name="Trong-Thuc Hoang" userId="74af82dad18fbf6c" providerId="LiveId" clId="{8372D42A-D0C1-4E4C-865A-97CA549E688F}" dt="2021-09-28T19:48:32.606" v="1217" actId="20577"/>
          <ac:spMkLst>
            <pc:docMk/>
            <pc:sldMk cId="1875431218" sldId="427"/>
            <ac:spMk id="9" creationId="{14CABBD3-F2A5-4AE0-944B-73647886E772}"/>
          </ac:spMkLst>
        </pc:spChg>
        <pc:picChg chg="mod">
          <ac:chgData name="Trong-Thuc Hoang" userId="74af82dad18fbf6c" providerId="LiveId" clId="{8372D42A-D0C1-4E4C-865A-97CA549E688F}" dt="2021-09-28T18:01:16.802" v="662" actId="1076"/>
          <ac:picMkLst>
            <pc:docMk/>
            <pc:sldMk cId="1875431218" sldId="427"/>
            <ac:picMk id="3" creationId="{84D05E83-D716-4D10-A452-9CFA9C97C143}"/>
          </ac:picMkLst>
        </pc:picChg>
      </pc:sldChg>
      <pc:sldChg chg="addSp delSp modSp add mod">
        <pc:chgData name="Trong-Thuc Hoang" userId="74af82dad18fbf6c" providerId="LiveId" clId="{8372D42A-D0C1-4E4C-865A-97CA549E688F}" dt="2021-09-29T02:39:13.791" v="2363" actId="1076"/>
        <pc:sldMkLst>
          <pc:docMk/>
          <pc:sldMk cId="4128233178" sldId="428"/>
        </pc:sldMkLst>
        <pc:spChg chg="del">
          <ac:chgData name="Trong-Thuc Hoang" userId="74af82dad18fbf6c" providerId="LiveId" clId="{8372D42A-D0C1-4E4C-865A-97CA549E688F}" dt="2021-09-28T18:01:51.381" v="671" actId="478"/>
          <ac:spMkLst>
            <pc:docMk/>
            <pc:sldMk cId="4128233178" sldId="428"/>
            <ac:spMk id="5" creationId="{F7855ACE-6A94-4D19-8E9E-146ED26D40B0}"/>
          </ac:spMkLst>
        </pc:spChg>
        <pc:spChg chg="del mod">
          <ac:chgData name="Trong-Thuc Hoang" userId="74af82dad18fbf6c" providerId="LiveId" clId="{8372D42A-D0C1-4E4C-865A-97CA549E688F}" dt="2021-09-28T18:02:08.994" v="674" actId="478"/>
          <ac:spMkLst>
            <pc:docMk/>
            <pc:sldMk cId="4128233178" sldId="428"/>
            <ac:spMk id="8" creationId="{51867311-569B-4619-9C86-F78A60E0E300}"/>
          </ac:spMkLst>
        </pc:spChg>
        <pc:spChg chg="mod">
          <ac:chgData name="Trong-Thuc Hoang" userId="74af82dad18fbf6c" providerId="LiveId" clId="{8372D42A-D0C1-4E4C-865A-97CA549E688F}" dt="2021-09-29T02:39:11.233" v="2362" actId="1076"/>
          <ac:spMkLst>
            <pc:docMk/>
            <pc:sldMk cId="4128233178" sldId="428"/>
            <ac:spMk id="9" creationId="{14CABBD3-F2A5-4AE0-944B-73647886E772}"/>
          </ac:spMkLst>
        </pc:spChg>
        <pc:spChg chg="add mod">
          <ac:chgData name="Trong-Thuc Hoang" userId="74af82dad18fbf6c" providerId="LiveId" clId="{8372D42A-D0C1-4E4C-865A-97CA549E688F}" dt="2021-09-29T02:39:13.791" v="2363" actId="1076"/>
          <ac:spMkLst>
            <pc:docMk/>
            <pc:sldMk cId="4128233178" sldId="428"/>
            <ac:spMk id="12" creationId="{16042B2D-5D9A-46EE-A0A4-DB9911D8D584}"/>
          </ac:spMkLst>
        </pc:spChg>
        <pc:spChg chg="add del mod">
          <ac:chgData name="Trong-Thuc Hoang" userId="74af82dad18fbf6c" providerId="LiveId" clId="{8372D42A-D0C1-4E4C-865A-97CA549E688F}" dt="2021-09-28T19:44:06.379" v="894" actId="478"/>
          <ac:spMkLst>
            <pc:docMk/>
            <pc:sldMk cId="4128233178" sldId="428"/>
            <ac:spMk id="13" creationId="{17E73A47-A39E-4070-B8B7-E6FBBB317ED8}"/>
          </ac:spMkLst>
        </pc:spChg>
        <pc:picChg chg="del">
          <ac:chgData name="Trong-Thuc Hoang" userId="74af82dad18fbf6c" providerId="LiveId" clId="{8372D42A-D0C1-4E4C-865A-97CA549E688F}" dt="2021-09-28T18:01:43.983" v="668" actId="478"/>
          <ac:picMkLst>
            <pc:docMk/>
            <pc:sldMk cId="4128233178" sldId="428"/>
            <ac:picMk id="3" creationId="{84D05E83-D716-4D10-A452-9CFA9C97C143}"/>
          </ac:picMkLst>
        </pc:picChg>
        <pc:picChg chg="add mod ord">
          <ac:chgData name="Trong-Thuc Hoang" userId="74af82dad18fbf6c" providerId="LiveId" clId="{8372D42A-D0C1-4E4C-865A-97CA549E688F}" dt="2021-09-28T18:01:47.403" v="670" actId="167"/>
          <ac:picMkLst>
            <pc:docMk/>
            <pc:sldMk cId="4128233178" sldId="428"/>
            <ac:picMk id="11" creationId="{745F1B78-7FC7-4742-9B8C-F8D82A180397}"/>
          </ac:picMkLst>
        </pc:picChg>
      </pc:sldChg>
      <pc:sldChg chg="modSp add mod">
        <pc:chgData name="Trong-Thuc Hoang" userId="74af82dad18fbf6c" providerId="LiveId" clId="{8372D42A-D0C1-4E4C-865A-97CA549E688F}" dt="2021-09-28T19:43:06.009" v="877" actId="20577"/>
        <pc:sldMkLst>
          <pc:docMk/>
          <pc:sldMk cId="557860979" sldId="429"/>
        </pc:sldMkLst>
        <pc:spChg chg="mod">
          <ac:chgData name="Trong-Thuc Hoang" userId="74af82dad18fbf6c" providerId="LiveId" clId="{8372D42A-D0C1-4E4C-865A-97CA549E688F}" dt="2021-09-28T19:43:06.009" v="877" actId="20577"/>
          <ac:spMkLst>
            <pc:docMk/>
            <pc:sldMk cId="557860979" sldId="429"/>
            <ac:spMk id="40" creationId="{00000000-0000-0000-0000-000000000000}"/>
          </ac:spMkLst>
        </pc:spChg>
      </pc:sldChg>
      <pc:sldChg chg="addSp delSp modSp add mod">
        <pc:chgData name="Trong-Thuc Hoang" userId="74af82dad18fbf6c" providerId="LiveId" clId="{8372D42A-D0C1-4E4C-865A-97CA549E688F}" dt="2021-09-28T21:00:01.520" v="2361" actId="20577"/>
        <pc:sldMkLst>
          <pc:docMk/>
          <pc:sldMk cId="3060954198" sldId="430"/>
        </pc:sldMkLst>
        <pc:spChg chg="mod">
          <ac:chgData name="Trong-Thuc Hoang" userId="74af82dad18fbf6c" providerId="LiveId" clId="{8372D42A-D0C1-4E4C-865A-97CA549E688F}" dt="2021-09-28T21:00:01.520" v="2361" actId="20577"/>
          <ac:spMkLst>
            <pc:docMk/>
            <pc:sldMk cId="3060954198" sldId="430"/>
            <ac:spMk id="9" creationId="{14CABBD3-F2A5-4AE0-944B-73647886E772}"/>
          </ac:spMkLst>
        </pc:spChg>
        <pc:spChg chg="mod">
          <ac:chgData name="Trong-Thuc Hoang" userId="74af82dad18fbf6c" providerId="LiveId" clId="{8372D42A-D0C1-4E4C-865A-97CA549E688F}" dt="2021-09-28T19:46:18.447" v="1017" actId="1076"/>
          <ac:spMkLst>
            <pc:docMk/>
            <pc:sldMk cId="3060954198" sldId="430"/>
            <ac:spMk id="12" creationId="{16042B2D-5D9A-46EE-A0A4-DB9911D8D584}"/>
          </ac:spMkLst>
        </pc:spChg>
        <pc:picChg chg="add mod ord">
          <ac:chgData name="Trong-Thuc Hoang" userId="74af82dad18fbf6c" providerId="LiveId" clId="{8372D42A-D0C1-4E4C-865A-97CA549E688F}" dt="2021-09-28T19:49:15.635" v="1228" actId="1076"/>
          <ac:picMkLst>
            <pc:docMk/>
            <pc:sldMk cId="3060954198" sldId="430"/>
            <ac:picMk id="3" creationId="{47EC3837-E076-4FA1-9E22-8A005EED23BD}"/>
          </ac:picMkLst>
        </pc:picChg>
        <pc:picChg chg="del">
          <ac:chgData name="Trong-Thuc Hoang" userId="74af82dad18fbf6c" providerId="LiveId" clId="{8372D42A-D0C1-4E4C-865A-97CA549E688F}" dt="2021-09-28T19:45:25.389" v="1004" actId="478"/>
          <ac:picMkLst>
            <pc:docMk/>
            <pc:sldMk cId="3060954198" sldId="430"/>
            <ac:picMk id="11" creationId="{745F1B78-7FC7-4742-9B8C-F8D82A180397}"/>
          </ac:picMkLst>
        </pc:picChg>
      </pc:sldChg>
      <pc:sldChg chg="addSp delSp modSp add mod">
        <pc:chgData name="Trong-Thuc Hoang" userId="74af82dad18fbf6c" providerId="LiveId" clId="{8372D42A-D0C1-4E4C-865A-97CA549E688F}" dt="2021-09-28T19:56:51.068" v="1692" actId="478"/>
        <pc:sldMkLst>
          <pc:docMk/>
          <pc:sldMk cId="3468509138" sldId="431"/>
        </pc:sldMkLst>
        <pc:spChg chg="add del mod">
          <ac:chgData name="Trong-Thuc Hoang" userId="74af82dad18fbf6c" providerId="LiveId" clId="{8372D42A-D0C1-4E4C-865A-97CA549E688F}" dt="2021-09-28T19:56:51.068" v="1692" actId="478"/>
          <ac:spMkLst>
            <pc:docMk/>
            <pc:sldMk cId="3468509138" sldId="431"/>
            <ac:spMk id="4" creationId="{EFF45110-C4F8-4E83-8F0C-C90AD238626F}"/>
          </ac:spMkLst>
        </pc:spChg>
        <pc:spChg chg="del mod">
          <ac:chgData name="Trong-Thuc Hoang" userId="74af82dad18fbf6c" providerId="LiveId" clId="{8372D42A-D0C1-4E4C-865A-97CA549E688F}" dt="2021-09-28T19:50:24.212" v="1260" actId="478"/>
          <ac:spMkLst>
            <pc:docMk/>
            <pc:sldMk cId="3468509138" sldId="431"/>
            <ac:spMk id="5" creationId="{F7855ACE-6A94-4D19-8E9E-146ED26D40B0}"/>
          </ac:spMkLst>
        </pc:spChg>
        <pc:spChg chg="mod">
          <ac:chgData name="Trong-Thuc Hoang" userId="74af82dad18fbf6c" providerId="LiveId" clId="{8372D42A-D0C1-4E4C-865A-97CA549E688F}" dt="2021-09-28T19:49:55.756" v="1250" actId="20577"/>
          <ac:spMkLst>
            <pc:docMk/>
            <pc:sldMk cId="3468509138" sldId="431"/>
            <ac:spMk id="10" creationId="{CB76DC60-C0C9-436D-8956-EE4CA394869E}"/>
          </ac:spMkLst>
        </pc:spChg>
        <pc:picChg chg="add mod ord">
          <ac:chgData name="Trong-Thuc Hoang" userId="74af82dad18fbf6c" providerId="LiveId" clId="{8372D42A-D0C1-4E4C-865A-97CA549E688F}" dt="2021-09-28T19:50:19.509" v="1258" actId="1076"/>
          <ac:picMkLst>
            <pc:docMk/>
            <pc:sldMk cId="3468509138" sldId="431"/>
            <ac:picMk id="3" creationId="{798F6911-2945-4A2F-90D7-310E4B442C4C}"/>
          </ac:picMkLst>
        </pc:picChg>
      </pc:sldChg>
      <pc:sldChg chg="addSp modSp add mod">
        <pc:chgData name="Trong-Thuc Hoang" userId="74af82dad18fbf6c" providerId="LiveId" clId="{8372D42A-D0C1-4E4C-865A-97CA549E688F}" dt="2021-09-30T17:56:10.644" v="5529" actId="6549"/>
        <pc:sldMkLst>
          <pc:docMk/>
          <pc:sldMk cId="2967571690" sldId="432"/>
        </pc:sldMkLst>
        <pc:spChg chg="mod">
          <ac:chgData name="Trong-Thuc Hoang" userId="74af82dad18fbf6c" providerId="LiveId" clId="{8372D42A-D0C1-4E4C-865A-97CA549E688F}" dt="2021-09-30T17:56:10.644" v="5529" actId="6549"/>
          <ac:spMkLst>
            <pc:docMk/>
            <pc:sldMk cId="2967571690" sldId="432"/>
            <ac:spMk id="5" creationId="{F7855ACE-6A94-4D19-8E9E-146ED26D40B0}"/>
          </ac:spMkLst>
        </pc:spChg>
        <pc:spChg chg="add mod">
          <ac:chgData name="Trong-Thuc Hoang" userId="74af82dad18fbf6c" providerId="LiveId" clId="{8372D42A-D0C1-4E4C-865A-97CA549E688F}" dt="2021-09-28T19:55:01.726" v="1662" actId="14100"/>
          <ac:spMkLst>
            <pc:docMk/>
            <pc:sldMk cId="2967571690" sldId="432"/>
            <ac:spMk id="8" creationId="{18955937-9543-4EE6-8BDD-B9ACD91302C5}"/>
          </ac:spMkLst>
        </pc:spChg>
        <pc:spChg chg="add mod">
          <ac:chgData name="Trong-Thuc Hoang" userId="74af82dad18fbf6c" providerId="LiveId" clId="{8372D42A-D0C1-4E4C-865A-97CA549E688F}" dt="2021-09-28T19:55:13.038" v="1668" actId="14100"/>
          <ac:spMkLst>
            <pc:docMk/>
            <pc:sldMk cId="2967571690" sldId="432"/>
            <ac:spMk id="9" creationId="{DF86E970-0155-487D-9B7A-789CF4D89C75}"/>
          </ac:spMkLst>
        </pc:spChg>
        <pc:spChg chg="add mod">
          <ac:chgData name="Trong-Thuc Hoang" userId="74af82dad18fbf6c" providerId="LiveId" clId="{8372D42A-D0C1-4E4C-865A-97CA549E688F}" dt="2021-09-28T19:56:11.457" v="1691" actId="1076"/>
          <ac:spMkLst>
            <pc:docMk/>
            <pc:sldMk cId="2967571690" sldId="432"/>
            <ac:spMk id="11" creationId="{B31F4E7B-0FF7-42D8-9948-6F8349D25DDA}"/>
          </ac:spMkLst>
        </pc:spChg>
        <pc:spChg chg="add mod">
          <ac:chgData name="Trong-Thuc Hoang" userId="74af82dad18fbf6c" providerId="LiveId" clId="{8372D42A-D0C1-4E4C-865A-97CA549E688F}" dt="2021-09-28T19:55:56.008" v="1686" actId="113"/>
          <ac:spMkLst>
            <pc:docMk/>
            <pc:sldMk cId="2967571690" sldId="432"/>
            <ac:spMk id="12" creationId="{4BAEBE83-683F-4817-BAAC-B84660C34A1F}"/>
          </ac:spMkLst>
        </pc:spChg>
        <pc:picChg chg="mod">
          <ac:chgData name="Trong-Thuc Hoang" userId="74af82dad18fbf6c" providerId="LiveId" clId="{8372D42A-D0C1-4E4C-865A-97CA549E688F}" dt="2021-09-28T19:54:23.489" v="1651" actId="1076"/>
          <ac:picMkLst>
            <pc:docMk/>
            <pc:sldMk cId="2967571690" sldId="432"/>
            <ac:picMk id="3" creationId="{798F6911-2945-4A2F-90D7-310E4B442C4C}"/>
          </ac:picMkLst>
        </pc:picChg>
      </pc:sldChg>
      <pc:sldChg chg="addSp delSp modSp add mod">
        <pc:chgData name="Trong-Thuc Hoang" userId="74af82dad18fbf6c" providerId="LiveId" clId="{8372D42A-D0C1-4E4C-865A-97CA549E688F}" dt="2021-09-29T02:40:33.072" v="2382"/>
        <pc:sldMkLst>
          <pc:docMk/>
          <pc:sldMk cId="785919542" sldId="433"/>
        </pc:sldMkLst>
        <pc:spChg chg="mod">
          <ac:chgData name="Trong-Thuc Hoang" userId="74af82dad18fbf6c" providerId="LiveId" clId="{8372D42A-D0C1-4E4C-865A-97CA549E688F}" dt="2021-09-29T02:40:33.072" v="2382"/>
          <ac:spMkLst>
            <pc:docMk/>
            <pc:sldMk cId="785919542" sldId="433"/>
            <ac:spMk id="5" creationId="{F7855ACE-6A94-4D19-8E9E-146ED26D40B0}"/>
          </ac:spMkLst>
        </pc:spChg>
        <pc:spChg chg="mod">
          <ac:chgData name="Trong-Thuc Hoang" userId="74af82dad18fbf6c" providerId="LiveId" clId="{8372D42A-D0C1-4E4C-865A-97CA549E688F}" dt="2021-09-28T19:57:26.106" v="1704" actId="14100"/>
          <ac:spMkLst>
            <pc:docMk/>
            <pc:sldMk cId="785919542" sldId="433"/>
            <ac:spMk id="8" creationId="{18955937-9543-4EE6-8BDD-B9ACD91302C5}"/>
          </ac:spMkLst>
        </pc:spChg>
        <pc:spChg chg="del">
          <ac:chgData name="Trong-Thuc Hoang" userId="74af82dad18fbf6c" providerId="LiveId" clId="{8372D42A-D0C1-4E4C-865A-97CA549E688F}" dt="2021-09-28T19:57:00.285" v="1695" actId="478"/>
          <ac:spMkLst>
            <pc:docMk/>
            <pc:sldMk cId="785919542" sldId="433"/>
            <ac:spMk id="9" creationId="{DF86E970-0155-487D-9B7A-789CF4D89C75}"/>
          </ac:spMkLst>
        </pc:spChg>
        <pc:spChg chg="del mod">
          <ac:chgData name="Trong-Thuc Hoang" userId="74af82dad18fbf6c" providerId="LiveId" clId="{8372D42A-D0C1-4E4C-865A-97CA549E688F}" dt="2021-09-28T19:57:07.701" v="1697" actId="478"/>
          <ac:spMkLst>
            <pc:docMk/>
            <pc:sldMk cId="785919542" sldId="433"/>
            <ac:spMk id="11" creationId="{B31F4E7B-0FF7-42D8-9948-6F8349D25DDA}"/>
          </ac:spMkLst>
        </pc:spChg>
        <pc:spChg chg="mod">
          <ac:chgData name="Trong-Thuc Hoang" userId="74af82dad18fbf6c" providerId="LiveId" clId="{8372D42A-D0C1-4E4C-865A-97CA549E688F}" dt="2021-09-28T19:57:35.159" v="1706" actId="1076"/>
          <ac:spMkLst>
            <pc:docMk/>
            <pc:sldMk cId="785919542" sldId="433"/>
            <ac:spMk id="12" creationId="{4BAEBE83-683F-4817-BAAC-B84660C34A1F}"/>
          </ac:spMkLst>
        </pc:spChg>
        <pc:spChg chg="add mod">
          <ac:chgData name="Trong-Thuc Hoang" userId="74af82dad18fbf6c" providerId="LiveId" clId="{8372D42A-D0C1-4E4C-865A-97CA549E688F}" dt="2021-09-28T19:58:21.477" v="1717" actId="1076"/>
          <ac:spMkLst>
            <pc:docMk/>
            <pc:sldMk cId="785919542" sldId="433"/>
            <ac:spMk id="13" creationId="{2BC5C378-5B9A-43E6-89F8-AB921BCB44BB}"/>
          </ac:spMkLst>
        </pc:spChg>
        <pc:spChg chg="add mod">
          <ac:chgData name="Trong-Thuc Hoang" userId="74af82dad18fbf6c" providerId="LiveId" clId="{8372D42A-D0C1-4E4C-865A-97CA549E688F}" dt="2021-09-28T19:59:53.430" v="1752" actId="1582"/>
          <ac:spMkLst>
            <pc:docMk/>
            <pc:sldMk cId="785919542" sldId="433"/>
            <ac:spMk id="19" creationId="{853FFAD3-ED8F-4319-9830-1DDBF3501302}"/>
          </ac:spMkLst>
        </pc:spChg>
        <pc:picChg chg="mod">
          <ac:chgData name="Trong-Thuc Hoang" userId="74af82dad18fbf6c" providerId="LiveId" clId="{8372D42A-D0C1-4E4C-865A-97CA549E688F}" dt="2021-09-28T19:57:09.950" v="1699" actId="1076"/>
          <ac:picMkLst>
            <pc:docMk/>
            <pc:sldMk cId="785919542" sldId="433"/>
            <ac:picMk id="3" creationId="{798F6911-2945-4A2F-90D7-310E4B442C4C}"/>
          </ac:picMkLst>
        </pc:picChg>
        <pc:cxnChg chg="add mod">
          <ac:chgData name="Trong-Thuc Hoang" userId="74af82dad18fbf6c" providerId="LiveId" clId="{8372D42A-D0C1-4E4C-865A-97CA549E688F}" dt="2021-09-28T19:58:31.618" v="1721" actId="1076"/>
          <ac:cxnSpMkLst>
            <pc:docMk/>
            <pc:sldMk cId="785919542" sldId="433"/>
            <ac:cxnSpMk id="4" creationId="{B803F59A-6FAF-4989-8AF7-0C2FD2BF0B28}"/>
          </ac:cxnSpMkLst>
        </pc:cxnChg>
        <pc:cxnChg chg="add mod">
          <ac:chgData name="Trong-Thuc Hoang" userId="74af82dad18fbf6c" providerId="LiveId" clId="{8372D42A-D0C1-4E4C-865A-97CA549E688F}" dt="2021-09-28T19:58:57.691" v="1726" actId="14100"/>
          <ac:cxnSpMkLst>
            <pc:docMk/>
            <pc:sldMk cId="785919542" sldId="433"/>
            <ac:cxnSpMk id="7" creationId="{C263C378-CF58-415E-821B-05D6BDB52011}"/>
          </ac:cxnSpMkLst>
        </pc:cxnChg>
      </pc:sldChg>
      <pc:sldChg chg="add del">
        <pc:chgData name="Trong-Thuc Hoang" userId="74af82dad18fbf6c" providerId="LiveId" clId="{8372D42A-D0C1-4E4C-865A-97CA549E688F}" dt="2021-09-30T17:21:45.810" v="3871" actId="47"/>
        <pc:sldMkLst>
          <pc:docMk/>
          <pc:sldMk cId="1803014258" sldId="434"/>
        </pc:sldMkLst>
      </pc:sldChg>
      <pc:sldChg chg="delSp modSp add mod">
        <pc:chgData name="Trong-Thuc Hoang" userId="74af82dad18fbf6c" providerId="LiveId" clId="{8372D42A-D0C1-4E4C-865A-97CA549E688F}" dt="2021-09-30T17:27:21.232" v="4229" actId="14100"/>
        <pc:sldMkLst>
          <pc:docMk/>
          <pc:sldMk cId="390649157" sldId="435"/>
        </pc:sldMkLst>
        <pc:spChg chg="mod">
          <ac:chgData name="Trong-Thuc Hoang" userId="74af82dad18fbf6c" providerId="LiveId" clId="{8372D42A-D0C1-4E4C-865A-97CA549E688F}" dt="2021-09-30T17:19:42.686" v="3691" actId="207"/>
          <ac:spMkLst>
            <pc:docMk/>
            <pc:sldMk cId="390649157" sldId="435"/>
            <ac:spMk id="13" creationId="{D37E89E8-D26B-4F6E-ABA1-4DF09507A5D2}"/>
          </ac:spMkLst>
        </pc:spChg>
        <pc:spChg chg="mod">
          <ac:chgData name="Trong-Thuc Hoang" userId="74af82dad18fbf6c" providerId="LiveId" clId="{8372D42A-D0C1-4E4C-865A-97CA549E688F}" dt="2021-09-30T17:27:21.232" v="4229" actId="14100"/>
          <ac:spMkLst>
            <pc:docMk/>
            <pc:sldMk cId="390649157" sldId="435"/>
            <ac:spMk id="15" creationId="{90AEFB8B-4418-40EF-85BE-10955C311760}"/>
          </ac:spMkLst>
        </pc:spChg>
        <pc:spChg chg="del">
          <ac:chgData name="Trong-Thuc Hoang" userId="74af82dad18fbf6c" providerId="LiveId" clId="{8372D42A-D0C1-4E4C-865A-97CA549E688F}" dt="2021-09-30T17:15:35.393" v="3384" actId="478"/>
          <ac:spMkLst>
            <pc:docMk/>
            <pc:sldMk cId="390649157" sldId="435"/>
            <ac:spMk id="55" creationId="{036CEE61-4909-47C5-8747-E0B65530ACA5}"/>
          </ac:spMkLst>
        </pc:spChg>
        <pc:spChg chg="del">
          <ac:chgData name="Trong-Thuc Hoang" userId="74af82dad18fbf6c" providerId="LiveId" clId="{8372D42A-D0C1-4E4C-865A-97CA549E688F}" dt="2021-09-30T17:15:26.542" v="3381" actId="478"/>
          <ac:spMkLst>
            <pc:docMk/>
            <pc:sldMk cId="390649157" sldId="435"/>
            <ac:spMk id="56" creationId="{A264AEBD-0A81-44F6-9D04-B374D6FAD332}"/>
          </ac:spMkLst>
        </pc:spChg>
        <pc:spChg chg="del">
          <ac:chgData name="Trong-Thuc Hoang" userId="74af82dad18fbf6c" providerId="LiveId" clId="{8372D42A-D0C1-4E4C-865A-97CA549E688F}" dt="2021-09-30T17:15:23.993" v="3380" actId="478"/>
          <ac:spMkLst>
            <pc:docMk/>
            <pc:sldMk cId="390649157" sldId="435"/>
            <ac:spMk id="58" creationId="{6F77F7B9-6A58-4F9F-809A-81CD728ADA52}"/>
          </ac:spMkLst>
        </pc:spChg>
        <pc:spChg chg="del">
          <ac:chgData name="Trong-Thuc Hoang" userId="74af82dad18fbf6c" providerId="LiveId" clId="{8372D42A-D0C1-4E4C-865A-97CA549E688F}" dt="2021-09-30T17:15:26.542" v="3381" actId="478"/>
          <ac:spMkLst>
            <pc:docMk/>
            <pc:sldMk cId="390649157" sldId="435"/>
            <ac:spMk id="59" creationId="{80A12C25-44B3-48A9-903F-18B9B234F999}"/>
          </ac:spMkLst>
        </pc:spChg>
        <pc:spChg chg="del">
          <ac:chgData name="Trong-Thuc Hoang" userId="74af82dad18fbf6c" providerId="LiveId" clId="{8372D42A-D0C1-4E4C-865A-97CA549E688F}" dt="2021-09-30T17:15:20.991" v="3378" actId="478"/>
          <ac:spMkLst>
            <pc:docMk/>
            <pc:sldMk cId="390649157" sldId="435"/>
            <ac:spMk id="60" creationId="{E608D1AA-2941-4B61-AA61-779EC36EF8A7}"/>
          </ac:spMkLst>
        </pc:spChg>
        <pc:spChg chg="del">
          <ac:chgData name="Trong-Thuc Hoang" userId="74af82dad18fbf6c" providerId="LiveId" clId="{8372D42A-D0C1-4E4C-865A-97CA549E688F}" dt="2021-09-30T17:15:20.991" v="3378" actId="478"/>
          <ac:spMkLst>
            <pc:docMk/>
            <pc:sldMk cId="390649157" sldId="435"/>
            <ac:spMk id="67" creationId="{0FE8C50E-DA81-4CA9-AF43-CC1E323C2556}"/>
          </ac:spMkLst>
        </pc:spChg>
        <pc:spChg chg="del">
          <ac:chgData name="Trong-Thuc Hoang" userId="74af82dad18fbf6c" providerId="LiveId" clId="{8372D42A-D0C1-4E4C-865A-97CA549E688F}" dt="2021-09-30T17:15:23.993" v="3380" actId="478"/>
          <ac:spMkLst>
            <pc:docMk/>
            <pc:sldMk cId="390649157" sldId="435"/>
            <ac:spMk id="70" creationId="{E17B7F04-087A-4F10-B8D1-BA831F43B745}"/>
          </ac:spMkLst>
        </pc:spChg>
        <pc:spChg chg="del">
          <ac:chgData name="Trong-Thuc Hoang" userId="74af82dad18fbf6c" providerId="LiveId" clId="{8372D42A-D0C1-4E4C-865A-97CA549E688F}" dt="2021-09-30T17:15:18.427" v="3376" actId="478"/>
          <ac:spMkLst>
            <pc:docMk/>
            <pc:sldMk cId="390649157" sldId="435"/>
            <ac:spMk id="71" creationId="{35839DFD-570C-4643-BE6F-5CBB364B8630}"/>
          </ac:spMkLst>
        </pc:spChg>
        <pc:spChg chg="del">
          <ac:chgData name="Trong-Thuc Hoang" userId="74af82dad18fbf6c" providerId="LiveId" clId="{8372D42A-D0C1-4E4C-865A-97CA549E688F}" dt="2021-09-30T17:15:20.991" v="3378" actId="478"/>
          <ac:spMkLst>
            <pc:docMk/>
            <pc:sldMk cId="390649157" sldId="435"/>
            <ac:spMk id="74" creationId="{C2A89031-861B-43CC-9124-F9758159E441}"/>
          </ac:spMkLst>
        </pc:spChg>
        <pc:spChg chg="del mod">
          <ac:chgData name="Trong-Thuc Hoang" userId="74af82dad18fbf6c" providerId="LiveId" clId="{8372D42A-D0C1-4E4C-865A-97CA549E688F}" dt="2021-09-30T17:15:20.991" v="3378" actId="478"/>
          <ac:spMkLst>
            <pc:docMk/>
            <pc:sldMk cId="390649157" sldId="435"/>
            <ac:spMk id="76" creationId="{97F0BEC0-88A0-41DB-B235-20CFFACC03C0}"/>
          </ac:spMkLst>
        </pc:spChg>
        <pc:spChg chg="del">
          <ac:chgData name="Trong-Thuc Hoang" userId="74af82dad18fbf6c" providerId="LiveId" clId="{8372D42A-D0C1-4E4C-865A-97CA549E688F}" dt="2021-09-30T17:15:20.991" v="3378" actId="478"/>
          <ac:spMkLst>
            <pc:docMk/>
            <pc:sldMk cId="390649157" sldId="435"/>
            <ac:spMk id="81" creationId="{E5884A9D-7A36-4A44-A915-03DA52F5E0A2}"/>
          </ac:spMkLst>
        </pc:spChg>
        <pc:spChg chg="del">
          <ac:chgData name="Trong-Thuc Hoang" userId="74af82dad18fbf6c" providerId="LiveId" clId="{8372D42A-D0C1-4E4C-865A-97CA549E688F}" dt="2021-09-30T17:15:20.991" v="3378" actId="478"/>
          <ac:spMkLst>
            <pc:docMk/>
            <pc:sldMk cId="390649157" sldId="435"/>
            <ac:spMk id="93" creationId="{AF49A075-12CD-45EA-B242-01EA745A9750}"/>
          </ac:spMkLst>
        </pc:spChg>
        <pc:spChg chg="del">
          <ac:chgData name="Trong-Thuc Hoang" userId="74af82dad18fbf6c" providerId="LiveId" clId="{8372D42A-D0C1-4E4C-865A-97CA549E688F}" dt="2021-09-30T17:15:20.991" v="3378" actId="478"/>
          <ac:spMkLst>
            <pc:docMk/>
            <pc:sldMk cId="390649157" sldId="435"/>
            <ac:spMk id="98" creationId="{3DC2396B-8E56-4687-AB86-7E5FD1047720}"/>
          </ac:spMkLst>
        </pc:spChg>
        <pc:spChg chg="del">
          <ac:chgData name="Trong-Thuc Hoang" userId="74af82dad18fbf6c" providerId="LiveId" clId="{8372D42A-D0C1-4E4C-865A-97CA549E688F}" dt="2021-09-30T17:15:23.993" v="3380" actId="478"/>
          <ac:spMkLst>
            <pc:docMk/>
            <pc:sldMk cId="390649157" sldId="435"/>
            <ac:spMk id="99" creationId="{A6DCB00C-1559-4EA1-AF51-C4124AA60176}"/>
          </ac:spMkLst>
        </pc:spChg>
        <pc:spChg chg="del">
          <ac:chgData name="Trong-Thuc Hoang" userId="74af82dad18fbf6c" providerId="LiveId" clId="{8372D42A-D0C1-4E4C-865A-97CA549E688F}" dt="2021-09-30T17:15:20.991" v="3378" actId="478"/>
          <ac:spMkLst>
            <pc:docMk/>
            <pc:sldMk cId="390649157" sldId="435"/>
            <ac:spMk id="102" creationId="{3C080CD5-6B48-4C8C-B7FE-D06541C5F284}"/>
          </ac:spMkLst>
        </pc:spChg>
        <pc:spChg chg="del">
          <ac:chgData name="Trong-Thuc Hoang" userId="74af82dad18fbf6c" providerId="LiveId" clId="{8372D42A-D0C1-4E4C-865A-97CA549E688F}" dt="2021-09-30T17:15:20.991" v="3378" actId="478"/>
          <ac:spMkLst>
            <pc:docMk/>
            <pc:sldMk cId="390649157" sldId="435"/>
            <ac:spMk id="103" creationId="{F100CD1F-DDFA-42EA-8A99-191A02EA757A}"/>
          </ac:spMkLst>
        </pc:spChg>
        <pc:spChg chg="del">
          <ac:chgData name="Trong-Thuc Hoang" userId="74af82dad18fbf6c" providerId="LiveId" clId="{8372D42A-D0C1-4E4C-865A-97CA549E688F}" dt="2021-09-30T17:15:20.991" v="3378" actId="478"/>
          <ac:spMkLst>
            <pc:docMk/>
            <pc:sldMk cId="390649157" sldId="435"/>
            <ac:spMk id="105" creationId="{C4DEEAEA-46DA-466D-A3A4-00D24190A969}"/>
          </ac:spMkLst>
        </pc:spChg>
        <pc:spChg chg="del">
          <ac:chgData name="Trong-Thuc Hoang" userId="74af82dad18fbf6c" providerId="LiveId" clId="{8372D42A-D0C1-4E4C-865A-97CA549E688F}" dt="2021-09-30T17:15:20.991" v="3378" actId="478"/>
          <ac:spMkLst>
            <pc:docMk/>
            <pc:sldMk cId="390649157" sldId="435"/>
            <ac:spMk id="106" creationId="{EA5548A5-EC4F-4544-AC78-9C2DB40BB739}"/>
          </ac:spMkLst>
        </pc:spChg>
        <pc:spChg chg="del">
          <ac:chgData name="Trong-Thuc Hoang" userId="74af82dad18fbf6c" providerId="LiveId" clId="{8372D42A-D0C1-4E4C-865A-97CA549E688F}" dt="2021-09-30T17:15:28.162" v="3382" actId="478"/>
          <ac:spMkLst>
            <pc:docMk/>
            <pc:sldMk cId="390649157" sldId="435"/>
            <ac:spMk id="111" creationId="{AD7A6478-60A1-43D5-9087-9236D9497E86}"/>
          </ac:spMkLst>
        </pc:spChg>
        <pc:cxnChg chg="del">
          <ac:chgData name="Trong-Thuc Hoang" userId="74af82dad18fbf6c" providerId="LiveId" clId="{8372D42A-D0C1-4E4C-865A-97CA549E688F}" dt="2021-09-30T17:15:29.491" v="3383" actId="478"/>
          <ac:cxnSpMkLst>
            <pc:docMk/>
            <pc:sldMk cId="390649157" sldId="435"/>
            <ac:cxnSpMk id="9" creationId="{24D3AFC3-A6B2-4EA9-9D83-6CD81C2D6A24}"/>
          </ac:cxnSpMkLst>
        </pc:cxnChg>
        <pc:cxnChg chg="del">
          <ac:chgData name="Trong-Thuc Hoang" userId="74af82dad18fbf6c" providerId="LiveId" clId="{8372D42A-D0C1-4E4C-865A-97CA549E688F}" dt="2021-09-30T17:15:22.483" v="3379" actId="478"/>
          <ac:cxnSpMkLst>
            <pc:docMk/>
            <pc:sldMk cId="390649157" sldId="435"/>
            <ac:cxnSpMk id="54" creationId="{C35F91D4-803B-47D1-A0FB-BDB7505BC9EB}"/>
          </ac:cxnSpMkLst>
        </pc:cxnChg>
        <pc:cxnChg chg="del mod">
          <ac:chgData name="Trong-Thuc Hoang" userId="74af82dad18fbf6c" providerId="LiveId" clId="{8372D42A-D0C1-4E4C-865A-97CA549E688F}" dt="2021-09-30T17:15:23.993" v="3380" actId="478"/>
          <ac:cxnSpMkLst>
            <pc:docMk/>
            <pc:sldMk cId="390649157" sldId="435"/>
            <ac:cxnSpMk id="57" creationId="{A58DB654-19E9-4184-8166-87644AF84146}"/>
          </ac:cxnSpMkLst>
        </pc:cxnChg>
        <pc:cxnChg chg="del mod">
          <ac:chgData name="Trong-Thuc Hoang" userId="74af82dad18fbf6c" providerId="LiveId" clId="{8372D42A-D0C1-4E4C-865A-97CA549E688F}" dt="2021-09-30T17:15:26.542" v="3381" actId="478"/>
          <ac:cxnSpMkLst>
            <pc:docMk/>
            <pc:sldMk cId="390649157" sldId="435"/>
            <ac:cxnSpMk id="65" creationId="{C441BE28-F25E-45BD-A41E-2B54912EF466}"/>
          </ac:cxnSpMkLst>
        </pc:cxnChg>
        <pc:cxnChg chg="del">
          <ac:chgData name="Trong-Thuc Hoang" userId="74af82dad18fbf6c" providerId="LiveId" clId="{8372D42A-D0C1-4E4C-865A-97CA549E688F}" dt="2021-09-30T17:15:20.991" v="3378" actId="478"/>
          <ac:cxnSpMkLst>
            <pc:docMk/>
            <pc:sldMk cId="390649157" sldId="435"/>
            <ac:cxnSpMk id="68" creationId="{3CD03CA5-A527-4BB0-BA75-0B8D4F5F59B1}"/>
          </ac:cxnSpMkLst>
        </pc:cxnChg>
        <pc:cxnChg chg="del">
          <ac:chgData name="Trong-Thuc Hoang" userId="74af82dad18fbf6c" providerId="LiveId" clId="{8372D42A-D0C1-4E4C-865A-97CA549E688F}" dt="2021-09-30T17:15:16.108" v="3374" actId="478"/>
          <ac:cxnSpMkLst>
            <pc:docMk/>
            <pc:sldMk cId="390649157" sldId="435"/>
            <ac:cxnSpMk id="69" creationId="{64310648-8FC2-4D91-99F6-B3FAD5711380}"/>
          </ac:cxnSpMkLst>
        </pc:cxnChg>
        <pc:cxnChg chg="del mod">
          <ac:chgData name="Trong-Thuc Hoang" userId="74af82dad18fbf6c" providerId="LiveId" clId="{8372D42A-D0C1-4E4C-865A-97CA549E688F}" dt="2021-09-30T17:15:20.991" v="3378" actId="478"/>
          <ac:cxnSpMkLst>
            <pc:docMk/>
            <pc:sldMk cId="390649157" sldId="435"/>
            <ac:cxnSpMk id="75" creationId="{7EB4F8C8-88D3-4B50-817B-B0A799FD57CB}"/>
          </ac:cxnSpMkLst>
        </pc:cxnChg>
        <pc:cxnChg chg="del mod">
          <ac:chgData name="Trong-Thuc Hoang" userId="74af82dad18fbf6c" providerId="LiveId" clId="{8372D42A-D0C1-4E4C-865A-97CA549E688F}" dt="2021-09-30T17:15:23.993" v="3380" actId="478"/>
          <ac:cxnSpMkLst>
            <pc:docMk/>
            <pc:sldMk cId="390649157" sldId="435"/>
            <ac:cxnSpMk id="92" creationId="{E4056D8B-F6D7-420C-982F-2CCD2C1AC8E9}"/>
          </ac:cxnSpMkLst>
        </pc:cxnChg>
        <pc:cxnChg chg="del mod">
          <ac:chgData name="Trong-Thuc Hoang" userId="74af82dad18fbf6c" providerId="LiveId" clId="{8372D42A-D0C1-4E4C-865A-97CA549E688F}" dt="2021-09-30T17:15:20.991" v="3378" actId="478"/>
          <ac:cxnSpMkLst>
            <pc:docMk/>
            <pc:sldMk cId="390649157" sldId="435"/>
            <ac:cxnSpMk id="100" creationId="{39249C0B-742B-4AAB-AE35-A5D5EAD3BB8B}"/>
          </ac:cxnSpMkLst>
        </pc:cxnChg>
        <pc:cxnChg chg="del">
          <ac:chgData name="Trong-Thuc Hoang" userId="74af82dad18fbf6c" providerId="LiveId" clId="{8372D42A-D0C1-4E4C-865A-97CA549E688F}" dt="2021-09-30T17:15:20.991" v="3378" actId="478"/>
          <ac:cxnSpMkLst>
            <pc:docMk/>
            <pc:sldMk cId="390649157" sldId="435"/>
            <ac:cxnSpMk id="104" creationId="{FFDDA8C1-07E2-491D-A131-BCA105B98B75}"/>
          </ac:cxnSpMkLst>
        </pc:cxnChg>
        <pc:cxnChg chg="del">
          <ac:chgData name="Trong-Thuc Hoang" userId="74af82dad18fbf6c" providerId="LiveId" clId="{8372D42A-D0C1-4E4C-865A-97CA549E688F}" dt="2021-09-30T17:15:20.991" v="3378" actId="478"/>
          <ac:cxnSpMkLst>
            <pc:docMk/>
            <pc:sldMk cId="390649157" sldId="435"/>
            <ac:cxnSpMk id="107" creationId="{8DED88BB-8D29-4384-8DB8-1DBC110F524F}"/>
          </ac:cxnSpMkLst>
        </pc:cxnChg>
        <pc:cxnChg chg="del">
          <ac:chgData name="Trong-Thuc Hoang" userId="74af82dad18fbf6c" providerId="LiveId" clId="{8372D42A-D0C1-4E4C-865A-97CA549E688F}" dt="2021-09-30T17:15:20.991" v="3378" actId="478"/>
          <ac:cxnSpMkLst>
            <pc:docMk/>
            <pc:sldMk cId="390649157" sldId="435"/>
            <ac:cxnSpMk id="108" creationId="{8AAFF0B4-767C-4101-9448-C315EE4CEF38}"/>
          </ac:cxnSpMkLst>
        </pc:cxnChg>
        <pc:cxnChg chg="del">
          <ac:chgData name="Trong-Thuc Hoang" userId="74af82dad18fbf6c" providerId="LiveId" clId="{8372D42A-D0C1-4E4C-865A-97CA549E688F}" dt="2021-09-30T17:15:20.991" v="3378" actId="478"/>
          <ac:cxnSpMkLst>
            <pc:docMk/>
            <pc:sldMk cId="390649157" sldId="435"/>
            <ac:cxnSpMk id="113" creationId="{7410CD16-C658-436E-954F-C3369861267D}"/>
          </ac:cxnSpMkLst>
        </pc:cxnChg>
        <pc:cxnChg chg="del">
          <ac:chgData name="Trong-Thuc Hoang" userId="74af82dad18fbf6c" providerId="LiveId" clId="{8372D42A-D0C1-4E4C-865A-97CA549E688F}" dt="2021-09-30T17:15:17.425" v="3375" actId="478"/>
          <ac:cxnSpMkLst>
            <pc:docMk/>
            <pc:sldMk cId="390649157" sldId="435"/>
            <ac:cxnSpMk id="117" creationId="{40A0755F-76A4-4A95-988E-E575B90DCB7C}"/>
          </ac:cxnSpMkLst>
        </pc:cxnChg>
      </pc:sldChg>
      <pc:sldChg chg="delSp modSp add mod">
        <pc:chgData name="Trong-Thuc Hoang" userId="74af82dad18fbf6c" providerId="LiveId" clId="{8372D42A-D0C1-4E4C-865A-97CA549E688F}" dt="2021-09-30T17:51:23.252" v="5361" actId="14100"/>
        <pc:sldMkLst>
          <pc:docMk/>
          <pc:sldMk cId="187343156" sldId="436"/>
        </pc:sldMkLst>
        <pc:spChg chg="mod">
          <ac:chgData name="Trong-Thuc Hoang" userId="74af82dad18fbf6c" providerId="LiveId" clId="{8372D42A-D0C1-4E4C-865A-97CA549E688F}" dt="2021-09-30T17:51:23.252" v="5361" actId="14100"/>
          <ac:spMkLst>
            <pc:docMk/>
            <pc:sldMk cId="187343156" sldId="436"/>
            <ac:spMk id="15" creationId="{90AEFB8B-4418-40EF-85BE-10955C311760}"/>
          </ac:spMkLst>
        </pc:spChg>
        <pc:spChg chg="mod">
          <ac:chgData name="Trong-Thuc Hoang" userId="74af82dad18fbf6c" providerId="LiveId" clId="{8372D42A-D0C1-4E4C-865A-97CA549E688F}" dt="2021-09-30T17:24:17.785" v="4068" actId="207"/>
          <ac:spMkLst>
            <pc:docMk/>
            <pc:sldMk cId="187343156" sldId="436"/>
            <ac:spMk id="60" creationId="{E608D1AA-2941-4B61-AA61-779EC36EF8A7}"/>
          </ac:spMkLst>
        </pc:spChg>
        <pc:spChg chg="del">
          <ac:chgData name="Trong-Thuc Hoang" userId="74af82dad18fbf6c" providerId="LiveId" clId="{8372D42A-D0C1-4E4C-865A-97CA549E688F}" dt="2021-09-30T17:18:16.738" v="3590" actId="478"/>
          <ac:spMkLst>
            <pc:docMk/>
            <pc:sldMk cId="187343156" sldId="436"/>
            <ac:spMk id="67" creationId="{0FE8C50E-DA81-4CA9-AF43-CC1E323C2556}"/>
          </ac:spMkLst>
        </pc:spChg>
        <pc:spChg chg="del">
          <ac:chgData name="Trong-Thuc Hoang" userId="74af82dad18fbf6c" providerId="LiveId" clId="{8372D42A-D0C1-4E4C-865A-97CA549E688F}" dt="2021-09-30T17:17:35.866" v="3577" actId="478"/>
          <ac:spMkLst>
            <pc:docMk/>
            <pc:sldMk cId="187343156" sldId="436"/>
            <ac:spMk id="70" creationId="{E17B7F04-087A-4F10-B8D1-BA831F43B745}"/>
          </ac:spMkLst>
        </pc:spChg>
        <pc:spChg chg="del">
          <ac:chgData name="Trong-Thuc Hoang" userId="74af82dad18fbf6c" providerId="LiveId" clId="{8372D42A-D0C1-4E4C-865A-97CA549E688F}" dt="2021-09-30T17:18:11.944" v="3586" actId="478"/>
          <ac:spMkLst>
            <pc:docMk/>
            <pc:sldMk cId="187343156" sldId="436"/>
            <ac:spMk id="71" creationId="{35839DFD-570C-4643-BE6F-5CBB364B8630}"/>
          </ac:spMkLst>
        </pc:spChg>
        <pc:spChg chg="del">
          <ac:chgData name="Trong-Thuc Hoang" userId="74af82dad18fbf6c" providerId="LiveId" clId="{8372D42A-D0C1-4E4C-865A-97CA549E688F}" dt="2021-09-30T17:18:14.450" v="3588" actId="478"/>
          <ac:spMkLst>
            <pc:docMk/>
            <pc:sldMk cId="187343156" sldId="436"/>
            <ac:spMk id="74" creationId="{C2A89031-861B-43CC-9124-F9758159E441}"/>
          </ac:spMkLst>
        </pc:spChg>
        <pc:spChg chg="del">
          <ac:chgData name="Trong-Thuc Hoang" userId="74af82dad18fbf6c" providerId="LiveId" clId="{8372D42A-D0C1-4E4C-865A-97CA549E688F}" dt="2021-09-30T17:18:12.784" v="3587" actId="478"/>
          <ac:spMkLst>
            <pc:docMk/>
            <pc:sldMk cId="187343156" sldId="436"/>
            <ac:spMk id="76" creationId="{97F0BEC0-88A0-41DB-B235-20CFFACC03C0}"/>
          </ac:spMkLst>
        </pc:spChg>
        <pc:spChg chg="del">
          <ac:chgData name="Trong-Thuc Hoang" userId="74af82dad18fbf6c" providerId="LiveId" clId="{8372D42A-D0C1-4E4C-865A-97CA549E688F}" dt="2021-09-30T17:17:34.033" v="3575" actId="478"/>
          <ac:spMkLst>
            <pc:docMk/>
            <pc:sldMk cId="187343156" sldId="436"/>
            <ac:spMk id="93" creationId="{AF49A075-12CD-45EA-B242-01EA745A9750}"/>
          </ac:spMkLst>
        </pc:spChg>
        <pc:spChg chg="del">
          <ac:chgData name="Trong-Thuc Hoang" userId="74af82dad18fbf6c" providerId="LiveId" clId="{8372D42A-D0C1-4E4C-865A-97CA549E688F}" dt="2021-09-30T17:17:39.842" v="3581" actId="478"/>
          <ac:spMkLst>
            <pc:docMk/>
            <pc:sldMk cId="187343156" sldId="436"/>
            <ac:spMk id="98" creationId="{3DC2396B-8E56-4687-AB86-7E5FD1047720}"/>
          </ac:spMkLst>
        </pc:spChg>
        <pc:spChg chg="del">
          <ac:chgData name="Trong-Thuc Hoang" userId="74af82dad18fbf6c" providerId="LiveId" clId="{8372D42A-D0C1-4E4C-865A-97CA549E688F}" dt="2021-09-30T17:17:39.071" v="3580" actId="478"/>
          <ac:spMkLst>
            <pc:docMk/>
            <pc:sldMk cId="187343156" sldId="436"/>
            <ac:spMk id="99" creationId="{A6DCB00C-1559-4EA1-AF51-C4124AA60176}"/>
          </ac:spMkLst>
        </pc:spChg>
        <pc:spChg chg="del">
          <ac:chgData name="Trong-Thuc Hoang" userId="74af82dad18fbf6c" providerId="LiveId" clId="{8372D42A-D0C1-4E4C-865A-97CA549E688F}" dt="2021-09-30T17:17:36.583" v="3578" actId="478"/>
          <ac:spMkLst>
            <pc:docMk/>
            <pc:sldMk cId="187343156" sldId="436"/>
            <ac:spMk id="102" creationId="{3C080CD5-6B48-4C8C-B7FE-D06541C5F284}"/>
          </ac:spMkLst>
        </pc:spChg>
        <pc:spChg chg="del">
          <ac:chgData name="Trong-Thuc Hoang" userId="74af82dad18fbf6c" providerId="LiveId" clId="{8372D42A-D0C1-4E4C-865A-97CA549E688F}" dt="2021-09-30T17:17:32.685" v="3573" actId="478"/>
          <ac:spMkLst>
            <pc:docMk/>
            <pc:sldMk cId="187343156" sldId="436"/>
            <ac:spMk id="103" creationId="{F100CD1F-DDFA-42EA-8A99-191A02EA757A}"/>
          </ac:spMkLst>
        </pc:spChg>
        <pc:spChg chg="del">
          <ac:chgData name="Trong-Thuc Hoang" userId="74af82dad18fbf6c" providerId="LiveId" clId="{8372D42A-D0C1-4E4C-865A-97CA549E688F}" dt="2021-09-30T17:17:30.411" v="3570" actId="478"/>
          <ac:spMkLst>
            <pc:docMk/>
            <pc:sldMk cId="187343156" sldId="436"/>
            <ac:spMk id="105" creationId="{C4DEEAEA-46DA-466D-A3A4-00D24190A969}"/>
          </ac:spMkLst>
        </pc:spChg>
        <pc:spChg chg="del">
          <ac:chgData name="Trong-Thuc Hoang" userId="74af82dad18fbf6c" providerId="LiveId" clId="{8372D42A-D0C1-4E4C-865A-97CA549E688F}" dt="2021-09-30T17:17:31.745" v="3572" actId="478"/>
          <ac:spMkLst>
            <pc:docMk/>
            <pc:sldMk cId="187343156" sldId="436"/>
            <ac:spMk id="106" creationId="{EA5548A5-EC4F-4544-AC78-9C2DB40BB739}"/>
          </ac:spMkLst>
        </pc:spChg>
        <pc:spChg chg="del">
          <ac:chgData name="Trong-Thuc Hoang" userId="74af82dad18fbf6c" providerId="LiveId" clId="{8372D42A-D0C1-4E4C-865A-97CA549E688F}" dt="2021-09-30T17:17:29.625" v="3569" actId="478"/>
          <ac:spMkLst>
            <pc:docMk/>
            <pc:sldMk cId="187343156" sldId="436"/>
            <ac:spMk id="111" creationId="{AD7A6478-60A1-43D5-9087-9236D9497E86}"/>
          </ac:spMkLst>
        </pc:spChg>
        <pc:cxnChg chg="del">
          <ac:chgData name="Trong-Thuc Hoang" userId="74af82dad18fbf6c" providerId="LiveId" clId="{8372D42A-D0C1-4E4C-865A-97CA549E688F}" dt="2021-09-30T17:17:26.485" v="3566" actId="478"/>
          <ac:cxnSpMkLst>
            <pc:docMk/>
            <pc:sldMk cId="187343156" sldId="436"/>
            <ac:cxnSpMk id="54" creationId="{C35F91D4-803B-47D1-A0FB-BDB7505BC9EB}"/>
          </ac:cxnSpMkLst>
        </pc:cxnChg>
        <pc:cxnChg chg="del">
          <ac:chgData name="Trong-Thuc Hoang" userId="74af82dad18fbf6c" providerId="LiveId" clId="{8372D42A-D0C1-4E4C-865A-97CA549E688F}" dt="2021-09-30T17:18:18.110" v="3591" actId="478"/>
          <ac:cxnSpMkLst>
            <pc:docMk/>
            <pc:sldMk cId="187343156" sldId="436"/>
            <ac:cxnSpMk id="68" creationId="{3CD03CA5-A527-4BB0-BA75-0B8D4F5F59B1}"/>
          </ac:cxnSpMkLst>
        </pc:cxnChg>
        <pc:cxnChg chg="del">
          <ac:chgData name="Trong-Thuc Hoang" userId="74af82dad18fbf6c" providerId="LiveId" clId="{8372D42A-D0C1-4E4C-865A-97CA549E688F}" dt="2021-09-30T17:17:43.499" v="3582" actId="478"/>
          <ac:cxnSpMkLst>
            <pc:docMk/>
            <pc:sldMk cId="187343156" sldId="436"/>
            <ac:cxnSpMk id="69" creationId="{64310648-8FC2-4D91-99F6-B3FAD5711380}"/>
          </ac:cxnSpMkLst>
        </pc:cxnChg>
        <pc:cxnChg chg="del mod">
          <ac:chgData name="Trong-Thuc Hoang" userId="74af82dad18fbf6c" providerId="LiveId" clId="{8372D42A-D0C1-4E4C-865A-97CA549E688F}" dt="2021-09-30T17:18:15.405" v="3589" actId="478"/>
          <ac:cxnSpMkLst>
            <pc:docMk/>
            <pc:sldMk cId="187343156" sldId="436"/>
            <ac:cxnSpMk id="75" creationId="{7EB4F8C8-88D3-4B50-817B-B0A799FD57CB}"/>
          </ac:cxnSpMkLst>
        </pc:cxnChg>
        <pc:cxnChg chg="del mod">
          <ac:chgData name="Trong-Thuc Hoang" userId="74af82dad18fbf6c" providerId="LiveId" clId="{8372D42A-D0C1-4E4C-865A-97CA549E688F}" dt="2021-09-30T17:17:34.888" v="3576" actId="478"/>
          <ac:cxnSpMkLst>
            <pc:docMk/>
            <pc:sldMk cId="187343156" sldId="436"/>
            <ac:cxnSpMk id="92" creationId="{E4056D8B-F6D7-420C-982F-2CCD2C1AC8E9}"/>
          </ac:cxnSpMkLst>
        </pc:cxnChg>
        <pc:cxnChg chg="del mod">
          <ac:chgData name="Trong-Thuc Hoang" userId="74af82dad18fbf6c" providerId="LiveId" clId="{8372D42A-D0C1-4E4C-865A-97CA549E688F}" dt="2021-09-30T17:17:37.290" v="3579" actId="478"/>
          <ac:cxnSpMkLst>
            <pc:docMk/>
            <pc:sldMk cId="187343156" sldId="436"/>
            <ac:cxnSpMk id="100" creationId="{39249C0B-742B-4AAB-AE35-A5D5EAD3BB8B}"/>
          </ac:cxnSpMkLst>
        </pc:cxnChg>
        <pc:cxnChg chg="del">
          <ac:chgData name="Trong-Thuc Hoang" userId="74af82dad18fbf6c" providerId="LiveId" clId="{8372D42A-D0C1-4E4C-865A-97CA549E688F}" dt="2021-09-30T17:17:33.248" v="3574" actId="478"/>
          <ac:cxnSpMkLst>
            <pc:docMk/>
            <pc:sldMk cId="187343156" sldId="436"/>
            <ac:cxnSpMk id="104" creationId="{FFDDA8C1-07E2-491D-A131-BCA105B98B75}"/>
          </ac:cxnSpMkLst>
        </pc:cxnChg>
        <pc:cxnChg chg="del">
          <ac:chgData name="Trong-Thuc Hoang" userId="74af82dad18fbf6c" providerId="LiveId" clId="{8372D42A-D0C1-4E4C-865A-97CA549E688F}" dt="2021-09-30T17:17:31.120" v="3571" actId="478"/>
          <ac:cxnSpMkLst>
            <pc:docMk/>
            <pc:sldMk cId="187343156" sldId="436"/>
            <ac:cxnSpMk id="107" creationId="{8DED88BB-8D29-4384-8DB8-1DBC110F524F}"/>
          </ac:cxnSpMkLst>
        </pc:cxnChg>
        <pc:cxnChg chg="del">
          <ac:chgData name="Trong-Thuc Hoang" userId="74af82dad18fbf6c" providerId="LiveId" clId="{8372D42A-D0C1-4E4C-865A-97CA549E688F}" dt="2021-09-30T17:17:27.271" v="3567" actId="478"/>
          <ac:cxnSpMkLst>
            <pc:docMk/>
            <pc:sldMk cId="187343156" sldId="436"/>
            <ac:cxnSpMk id="108" creationId="{8AAFF0B4-767C-4101-9448-C315EE4CEF38}"/>
          </ac:cxnSpMkLst>
        </pc:cxnChg>
        <pc:cxnChg chg="del">
          <ac:chgData name="Trong-Thuc Hoang" userId="74af82dad18fbf6c" providerId="LiveId" clId="{8372D42A-D0C1-4E4C-865A-97CA549E688F}" dt="2021-09-30T17:17:28.553" v="3568" actId="478"/>
          <ac:cxnSpMkLst>
            <pc:docMk/>
            <pc:sldMk cId="187343156" sldId="436"/>
            <ac:cxnSpMk id="113" creationId="{7410CD16-C658-436E-954F-C3369861267D}"/>
          </ac:cxnSpMkLst>
        </pc:cxnChg>
        <pc:cxnChg chg="del">
          <ac:chgData name="Trong-Thuc Hoang" userId="74af82dad18fbf6c" providerId="LiveId" clId="{8372D42A-D0C1-4E4C-865A-97CA549E688F}" dt="2021-09-30T17:17:44.525" v="3583" actId="478"/>
          <ac:cxnSpMkLst>
            <pc:docMk/>
            <pc:sldMk cId="187343156" sldId="436"/>
            <ac:cxnSpMk id="117" creationId="{40A0755F-76A4-4A95-988E-E575B90DCB7C}"/>
          </ac:cxnSpMkLst>
        </pc:cxnChg>
      </pc:sldChg>
      <pc:sldChg chg="addSp delSp modSp add mod ord">
        <pc:chgData name="Trong-Thuc Hoang" userId="74af82dad18fbf6c" providerId="LiveId" clId="{8372D42A-D0C1-4E4C-865A-97CA549E688F}" dt="2021-09-30T17:34:25.688" v="4607" actId="1076"/>
        <pc:sldMkLst>
          <pc:docMk/>
          <pc:sldMk cId="70268020" sldId="437"/>
        </pc:sldMkLst>
        <pc:spChg chg="del">
          <ac:chgData name="Trong-Thuc Hoang" userId="74af82dad18fbf6c" providerId="LiveId" clId="{8372D42A-D0C1-4E4C-865A-97CA549E688F}" dt="2021-09-30T17:28:26.236" v="4293" actId="478"/>
          <ac:spMkLst>
            <pc:docMk/>
            <pc:sldMk cId="70268020" sldId="437"/>
            <ac:spMk id="15" creationId="{90AEFB8B-4418-40EF-85BE-10955C311760}"/>
          </ac:spMkLst>
        </pc:spChg>
        <pc:spChg chg="add mod">
          <ac:chgData name="Trong-Thuc Hoang" userId="74af82dad18fbf6c" providerId="LiveId" clId="{8372D42A-D0C1-4E4C-865A-97CA549E688F}" dt="2021-09-30T17:34:25.688" v="4607" actId="1076"/>
          <ac:spMkLst>
            <pc:docMk/>
            <pc:sldMk cId="70268020" sldId="437"/>
            <ac:spMk id="53" creationId="{A90A126D-CFE3-48BC-8655-99EA5C37EB23}"/>
          </ac:spMkLst>
        </pc:spChg>
        <pc:spChg chg="mod">
          <ac:chgData name="Trong-Thuc Hoang" userId="74af82dad18fbf6c" providerId="LiveId" clId="{8372D42A-D0C1-4E4C-865A-97CA549E688F}" dt="2021-09-30T17:28:24.733" v="4292" actId="207"/>
          <ac:spMkLst>
            <pc:docMk/>
            <pc:sldMk cId="70268020" sldId="437"/>
            <ac:spMk id="93" creationId="{AF49A075-12CD-45EA-B242-01EA745A9750}"/>
          </ac:spMkLst>
        </pc:spChg>
        <pc:spChg chg="add del">
          <ac:chgData name="Trong-Thuc Hoang" userId="74af82dad18fbf6c" providerId="LiveId" clId="{8372D42A-D0C1-4E4C-865A-97CA549E688F}" dt="2021-09-30T17:28:16.189" v="4286" actId="478"/>
          <ac:spMkLst>
            <pc:docMk/>
            <pc:sldMk cId="70268020" sldId="437"/>
            <ac:spMk id="102" creationId="{3C080CD5-6B48-4C8C-B7FE-D06541C5F284}"/>
          </ac:spMkLst>
        </pc:spChg>
        <pc:spChg chg="del">
          <ac:chgData name="Trong-Thuc Hoang" userId="74af82dad18fbf6c" providerId="LiveId" clId="{8372D42A-D0C1-4E4C-865A-97CA549E688F}" dt="2021-09-30T17:28:19.312" v="4288" actId="478"/>
          <ac:spMkLst>
            <pc:docMk/>
            <pc:sldMk cId="70268020" sldId="437"/>
            <ac:spMk id="103" creationId="{F100CD1F-DDFA-42EA-8A99-191A02EA757A}"/>
          </ac:spMkLst>
        </pc:spChg>
        <pc:spChg chg="del">
          <ac:chgData name="Trong-Thuc Hoang" userId="74af82dad18fbf6c" providerId="LiveId" clId="{8372D42A-D0C1-4E4C-865A-97CA549E688F}" dt="2021-09-30T17:28:21.398" v="4290" actId="478"/>
          <ac:spMkLst>
            <pc:docMk/>
            <pc:sldMk cId="70268020" sldId="437"/>
            <ac:spMk id="105" creationId="{C4DEEAEA-46DA-466D-A3A4-00D24190A969}"/>
          </ac:spMkLst>
        </pc:spChg>
        <pc:spChg chg="del">
          <ac:chgData name="Trong-Thuc Hoang" userId="74af82dad18fbf6c" providerId="LiveId" clId="{8372D42A-D0C1-4E4C-865A-97CA549E688F}" dt="2021-09-30T17:28:17.786" v="4287" actId="478"/>
          <ac:spMkLst>
            <pc:docMk/>
            <pc:sldMk cId="70268020" sldId="437"/>
            <ac:spMk id="106" creationId="{EA5548A5-EC4F-4544-AC78-9C2DB40BB739}"/>
          </ac:spMkLst>
        </pc:spChg>
        <pc:spChg chg="del">
          <ac:chgData name="Trong-Thuc Hoang" userId="74af82dad18fbf6c" providerId="LiveId" clId="{8372D42A-D0C1-4E4C-865A-97CA549E688F}" dt="2021-09-30T17:28:13.498" v="4284" actId="478"/>
          <ac:spMkLst>
            <pc:docMk/>
            <pc:sldMk cId="70268020" sldId="437"/>
            <ac:spMk id="111" creationId="{AD7A6478-60A1-43D5-9087-9236D9497E86}"/>
          </ac:spMkLst>
        </pc:spChg>
        <pc:cxnChg chg="del">
          <ac:chgData name="Trong-Thuc Hoang" userId="74af82dad18fbf6c" providerId="LiveId" clId="{8372D42A-D0C1-4E4C-865A-97CA549E688F}" dt="2021-09-30T17:28:22.214" v="4291" actId="478"/>
          <ac:cxnSpMkLst>
            <pc:docMk/>
            <pc:sldMk cId="70268020" sldId="437"/>
            <ac:cxnSpMk id="104" creationId="{FFDDA8C1-07E2-491D-A131-BCA105B98B75}"/>
          </ac:cxnSpMkLst>
        </pc:cxnChg>
        <pc:cxnChg chg="del">
          <ac:chgData name="Trong-Thuc Hoang" userId="74af82dad18fbf6c" providerId="LiveId" clId="{8372D42A-D0C1-4E4C-865A-97CA549E688F}" dt="2021-09-30T17:28:19.959" v="4289" actId="478"/>
          <ac:cxnSpMkLst>
            <pc:docMk/>
            <pc:sldMk cId="70268020" sldId="437"/>
            <ac:cxnSpMk id="107" creationId="{8DED88BB-8D29-4384-8DB8-1DBC110F524F}"/>
          </ac:cxnSpMkLst>
        </pc:cxnChg>
        <pc:cxnChg chg="del">
          <ac:chgData name="Trong-Thuc Hoang" userId="74af82dad18fbf6c" providerId="LiveId" clId="{8372D42A-D0C1-4E4C-865A-97CA549E688F}" dt="2021-09-30T17:28:08.052" v="4282" actId="478"/>
          <ac:cxnSpMkLst>
            <pc:docMk/>
            <pc:sldMk cId="70268020" sldId="437"/>
            <ac:cxnSpMk id="108" creationId="{8AAFF0B4-767C-4101-9448-C315EE4CEF38}"/>
          </ac:cxnSpMkLst>
        </pc:cxnChg>
        <pc:cxnChg chg="del">
          <ac:chgData name="Trong-Thuc Hoang" userId="74af82dad18fbf6c" providerId="LiveId" clId="{8372D42A-D0C1-4E4C-865A-97CA549E688F}" dt="2021-09-30T17:28:09.756" v="4283" actId="478"/>
          <ac:cxnSpMkLst>
            <pc:docMk/>
            <pc:sldMk cId="70268020" sldId="437"/>
            <ac:cxnSpMk id="113" creationId="{7410CD16-C658-436E-954F-C3369861267D}"/>
          </ac:cxnSpMkLst>
        </pc:cxnChg>
      </pc:sldChg>
      <pc:sldChg chg="delSp modSp add mod">
        <pc:chgData name="Trong-Thuc Hoang" userId="74af82dad18fbf6c" providerId="LiveId" clId="{8372D42A-D0C1-4E4C-865A-97CA549E688F}" dt="2021-09-30T17:32:02.590" v="4449" actId="20577"/>
        <pc:sldMkLst>
          <pc:docMk/>
          <pc:sldMk cId="839679775" sldId="438"/>
        </pc:sldMkLst>
        <pc:spChg chg="mod">
          <ac:chgData name="Trong-Thuc Hoang" userId="74af82dad18fbf6c" providerId="LiveId" clId="{8372D42A-D0C1-4E4C-865A-97CA549E688F}" dt="2021-09-30T17:32:02.590" v="4449" actId="20577"/>
          <ac:spMkLst>
            <pc:docMk/>
            <pc:sldMk cId="839679775" sldId="438"/>
            <ac:spMk id="15" creationId="{90AEFB8B-4418-40EF-85BE-10955C311760}"/>
          </ac:spMkLst>
        </pc:spChg>
        <pc:spChg chg="del">
          <ac:chgData name="Trong-Thuc Hoang" userId="74af82dad18fbf6c" providerId="LiveId" clId="{8372D42A-D0C1-4E4C-865A-97CA549E688F}" dt="2021-09-30T17:21:51.366" v="3874" actId="478"/>
          <ac:spMkLst>
            <pc:docMk/>
            <pc:sldMk cId="839679775" sldId="438"/>
            <ac:spMk id="70" creationId="{E17B7F04-087A-4F10-B8D1-BA831F43B745}"/>
          </ac:spMkLst>
        </pc:spChg>
        <pc:spChg chg="mod">
          <ac:chgData name="Trong-Thuc Hoang" userId="74af82dad18fbf6c" providerId="LiveId" clId="{8372D42A-D0C1-4E4C-865A-97CA549E688F}" dt="2021-09-30T17:25:42.842" v="4078" actId="207"/>
          <ac:spMkLst>
            <pc:docMk/>
            <pc:sldMk cId="839679775" sldId="438"/>
            <ac:spMk id="76" creationId="{97F0BEC0-88A0-41DB-B235-20CFFACC03C0}"/>
          </ac:spMkLst>
        </pc:spChg>
        <pc:spChg chg="del">
          <ac:chgData name="Trong-Thuc Hoang" userId="74af82dad18fbf6c" providerId="LiveId" clId="{8372D42A-D0C1-4E4C-865A-97CA549E688F}" dt="2021-09-30T17:21:53.239" v="3876" actId="478"/>
          <ac:spMkLst>
            <pc:docMk/>
            <pc:sldMk cId="839679775" sldId="438"/>
            <ac:spMk id="93" creationId="{AF49A075-12CD-45EA-B242-01EA745A9750}"/>
          </ac:spMkLst>
        </pc:spChg>
        <pc:spChg chg="del">
          <ac:chgData name="Trong-Thuc Hoang" userId="74af82dad18fbf6c" providerId="LiveId" clId="{8372D42A-D0C1-4E4C-865A-97CA549E688F}" dt="2021-09-30T17:21:54.133" v="3877" actId="478"/>
          <ac:spMkLst>
            <pc:docMk/>
            <pc:sldMk cId="839679775" sldId="438"/>
            <ac:spMk id="98" creationId="{3DC2396B-8E56-4687-AB86-7E5FD1047720}"/>
          </ac:spMkLst>
        </pc:spChg>
        <pc:spChg chg="del">
          <ac:chgData name="Trong-Thuc Hoang" userId="74af82dad18fbf6c" providerId="LiveId" clId="{8372D42A-D0C1-4E4C-865A-97CA549E688F}" dt="2021-09-30T17:21:50.550" v="3873" actId="478"/>
          <ac:spMkLst>
            <pc:docMk/>
            <pc:sldMk cId="839679775" sldId="438"/>
            <ac:spMk id="99" creationId="{A6DCB00C-1559-4EA1-AF51-C4124AA60176}"/>
          </ac:spMkLst>
        </pc:spChg>
        <pc:spChg chg="del">
          <ac:chgData name="Trong-Thuc Hoang" userId="74af82dad18fbf6c" providerId="LiveId" clId="{8372D42A-D0C1-4E4C-865A-97CA549E688F}" dt="2021-09-30T17:21:55.845" v="3878" actId="478"/>
          <ac:spMkLst>
            <pc:docMk/>
            <pc:sldMk cId="839679775" sldId="438"/>
            <ac:spMk id="102" creationId="{3C080CD5-6B48-4C8C-B7FE-D06541C5F284}"/>
          </ac:spMkLst>
        </pc:spChg>
        <pc:spChg chg="del">
          <ac:chgData name="Trong-Thuc Hoang" userId="74af82dad18fbf6c" providerId="LiveId" clId="{8372D42A-D0C1-4E4C-865A-97CA549E688F}" dt="2021-09-30T17:21:57.964" v="3880" actId="478"/>
          <ac:spMkLst>
            <pc:docMk/>
            <pc:sldMk cId="839679775" sldId="438"/>
            <ac:spMk id="103" creationId="{F100CD1F-DDFA-42EA-8A99-191A02EA757A}"/>
          </ac:spMkLst>
        </pc:spChg>
        <pc:spChg chg="del">
          <ac:chgData name="Trong-Thuc Hoang" userId="74af82dad18fbf6c" providerId="LiveId" clId="{8372D42A-D0C1-4E4C-865A-97CA549E688F}" dt="2021-09-30T17:22:00.496" v="3883" actId="478"/>
          <ac:spMkLst>
            <pc:docMk/>
            <pc:sldMk cId="839679775" sldId="438"/>
            <ac:spMk id="105" creationId="{C4DEEAEA-46DA-466D-A3A4-00D24190A969}"/>
          </ac:spMkLst>
        </pc:spChg>
        <pc:spChg chg="del">
          <ac:chgData name="Trong-Thuc Hoang" userId="74af82dad18fbf6c" providerId="LiveId" clId="{8372D42A-D0C1-4E4C-865A-97CA549E688F}" dt="2021-09-30T17:21:58.944" v="3881" actId="478"/>
          <ac:spMkLst>
            <pc:docMk/>
            <pc:sldMk cId="839679775" sldId="438"/>
            <ac:spMk id="106" creationId="{EA5548A5-EC4F-4544-AC78-9C2DB40BB739}"/>
          </ac:spMkLst>
        </pc:spChg>
        <pc:spChg chg="del">
          <ac:chgData name="Trong-Thuc Hoang" userId="74af82dad18fbf6c" providerId="LiveId" clId="{8372D42A-D0C1-4E4C-865A-97CA549E688F}" dt="2021-09-30T17:23:25.043" v="4028" actId="478"/>
          <ac:spMkLst>
            <pc:docMk/>
            <pc:sldMk cId="839679775" sldId="438"/>
            <ac:spMk id="111" creationId="{AD7A6478-60A1-43D5-9087-9236D9497E86}"/>
          </ac:spMkLst>
        </pc:spChg>
        <pc:cxnChg chg="del">
          <ac:chgData name="Trong-Thuc Hoang" userId="74af82dad18fbf6c" providerId="LiveId" clId="{8372D42A-D0C1-4E4C-865A-97CA549E688F}" dt="2021-09-30T17:23:23.086" v="4027" actId="478"/>
          <ac:cxnSpMkLst>
            <pc:docMk/>
            <pc:sldMk cId="839679775" sldId="438"/>
            <ac:cxnSpMk id="54" creationId="{C35F91D4-803B-47D1-A0FB-BDB7505BC9EB}"/>
          </ac:cxnSpMkLst>
        </pc:cxnChg>
        <pc:cxnChg chg="del mod">
          <ac:chgData name="Trong-Thuc Hoang" userId="74af82dad18fbf6c" providerId="LiveId" clId="{8372D42A-D0C1-4E4C-865A-97CA549E688F}" dt="2021-09-30T17:21:51.998" v="3875" actId="478"/>
          <ac:cxnSpMkLst>
            <pc:docMk/>
            <pc:sldMk cId="839679775" sldId="438"/>
            <ac:cxnSpMk id="92" creationId="{E4056D8B-F6D7-420C-982F-2CCD2C1AC8E9}"/>
          </ac:cxnSpMkLst>
        </pc:cxnChg>
        <pc:cxnChg chg="del mod">
          <ac:chgData name="Trong-Thuc Hoang" userId="74af82dad18fbf6c" providerId="LiveId" clId="{8372D42A-D0C1-4E4C-865A-97CA549E688F}" dt="2021-09-30T17:21:49.926" v="3872" actId="478"/>
          <ac:cxnSpMkLst>
            <pc:docMk/>
            <pc:sldMk cId="839679775" sldId="438"/>
            <ac:cxnSpMk id="100" creationId="{39249C0B-742B-4AAB-AE35-A5D5EAD3BB8B}"/>
          </ac:cxnSpMkLst>
        </pc:cxnChg>
        <pc:cxnChg chg="del">
          <ac:chgData name="Trong-Thuc Hoang" userId="74af82dad18fbf6c" providerId="LiveId" clId="{8372D42A-D0C1-4E4C-865A-97CA549E688F}" dt="2021-09-30T17:21:56.947" v="3879" actId="478"/>
          <ac:cxnSpMkLst>
            <pc:docMk/>
            <pc:sldMk cId="839679775" sldId="438"/>
            <ac:cxnSpMk id="104" creationId="{FFDDA8C1-07E2-491D-A131-BCA105B98B75}"/>
          </ac:cxnSpMkLst>
        </pc:cxnChg>
        <pc:cxnChg chg="del">
          <ac:chgData name="Trong-Thuc Hoang" userId="74af82dad18fbf6c" providerId="LiveId" clId="{8372D42A-D0C1-4E4C-865A-97CA549E688F}" dt="2021-09-30T17:21:59.646" v="3882" actId="478"/>
          <ac:cxnSpMkLst>
            <pc:docMk/>
            <pc:sldMk cId="839679775" sldId="438"/>
            <ac:cxnSpMk id="107" creationId="{8DED88BB-8D29-4384-8DB8-1DBC110F524F}"/>
          </ac:cxnSpMkLst>
        </pc:cxnChg>
        <pc:cxnChg chg="del">
          <ac:chgData name="Trong-Thuc Hoang" userId="74af82dad18fbf6c" providerId="LiveId" clId="{8372D42A-D0C1-4E4C-865A-97CA549E688F}" dt="2021-09-30T17:23:22.354" v="4026" actId="478"/>
          <ac:cxnSpMkLst>
            <pc:docMk/>
            <pc:sldMk cId="839679775" sldId="438"/>
            <ac:cxnSpMk id="108" creationId="{8AAFF0B4-767C-4101-9448-C315EE4CEF38}"/>
          </ac:cxnSpMkLst>
        </pc:cxnChg>
        <pc:cxnChg chg="del">
          <ac:chgData name="Trong-Thuc Hoang" userId="74af82dad18fbf6c" providerId="LiveId" clId="{8372D42A-D0C1-4E4C-865A-97CA549E688F}" dt="2021-09-30T17:23:26.361" v="4029" actId="478"/>
          <ac:cxnSpMkLst>
            <pc:docMk/>
            <pc:sldMk cId="839679775" sldId="438"/>
            <ac:cxnSpMk id="113" creationId="{7410CD16-C658-436E-954F-C3369861267D}"/>
          </ac:cxnSpMkLst>
        </pc:cxnChg>
      </pc:sldChg>
      <pc:sldChg chg="addSp delSp modSp add mod">
        <pc:chgData name="Trong-Thuc Hoang" userId="74af82dad18fbf6c" providerId="LiveId" clId="{8372D42A-D0C1-4E4C-865A-97CA549E688F}" dt="2021-09-30T17:35:07.989" v="4611" actId="1076"/>
        <pc:sldMkLst>
          <pc:docMk/>
          <pc:sldMk cId="2955933386" sldId="439"/>
        </pc:sldMkLst>
        <pc:spChg chg="del mod">
          <ac:chgData name="Trong-Thuc Hoang" userId="74af82dad18fbf6c" providerId="LiveId" clId="{8372D42A-D0C1-4E4C-865A-97CA549E688F}" dt="2021-09-30T17:32:42.474" v="4453" actId="478"/>
          <ac:spMkLst>
            <pc:docMk/>
            <pc:sldMk cId="2955933386" sldId="439"/>
            <ac:spMk id="15" creationId="{90AEFB8B-4418-40EF-85BE-10955C311760}"/>
          </ac:spMkLst>
        </pc:spChg>
        <pc:spChg chg="add mod">
          <ac:chgData name="Trong-Thuc Hoang" userId="74af82dad18fbf6c" providerId="LiveId" clId="{8372D42A-D0C1-4E4C-865A-97CA549E688F}" dt="2021-09-30T17:35:07.989" v="4611" actId="1076"/>
          <ac:spMkLst>
            <pc:docMk/>
            <pc:sldMk cId="2955933386" sldId="439"/>
            <ac:spMk id="53" creationId="{D602338F-3BDF-4E3E-930E-EB2A3C1E62FF}"/>
          </ac:spMkLst>
        </pc:spChg>
        <pc:spChg chg="mod">
          <ac:chgData name="Trong-Thuc Hoang" userId="74af82dad18fbf6c" providerId="LiveId" clId="{8372D42A-D0C1-4E4C-865A-97CA549E688F}" dt="2021-09-30T17:32:36.086" v="4451" actId="207"/>
          <ac:spMkLst>
            <pc:docMk/>
            <pc:sldMk cId="2955933386" sldId="439"/>
            <ac:spMk id="105" creationId="{C4DEEAEA-46DA-466D-A3A4-00D24190A969}"/>
          </ac:spMkLst>
        </pc:spChg>
      </pc:sldChg>
      <pc:sldChg chg="delSp add mod">
        <pc:chgData name="Trong-Thuc Hoang" userId="74af82dad18fbf6c" providerId="LiveId" clId="{8372D42A-D0C1-4E4C-865A-97CA549E688F}" dt="2021-09-30T17:30:43.817" v="4435" actId="478"/>
        <pc:sldMkLst>
          <pc:docMk/>
          <pc:sldMk cId="400825868" sldId="440"/>
        </pc:sldMkLst>
        <pc:spChg chg="del">
          <ac:chgData name="Trong-Thuc Hoang" userId="74af82dad18fbf6c" providerId="LiveId" clId="{8372D42A-D0C1-4E4C-865A-97CA549E688F}" dt="2021-09-30T17:30:43.817" v="4435" actId="478"/>
          <ac:spMkLst>
            <pc:docMk/>
            <pc:sldMk cId="400825868" sldId="440"/>
            <ac:spMk id="15" creationId="{90AEFB8B-4418-40EF-85BE-10955C311760}"/>
          </ac:spMkLst>
        </pc:spChg>
      </pc:sldChg>
      <pc:sldChg chg="addSp modSp add mod">
        <pc:chgData name="Trong-Thuc Hoang" userId="74af82dad18fbf6c" providerId="LiveId" clId="{8372D42A-D0C1-4E4C-865A-97CA549E688F}" dt="2021-09-30T17:36:35.012" v="4709" actId="1076"/>
        <pc:sldMkLst>
          <pc:docMk/>
          <pc:sldMk cId="707020275" sldId="441"/>
        </pc:sldMkLst>
        <pc:spChg chg="add mod">
          <ac:chgData name="Trong-Thuc Hoang" userId="74af82dad18fbf6c" providerId="LiveId" clId="{8372D42A-D0C1-4E4C-865A-97CA549E688F}" dt="2021-09-30T17:36:35.012" v="4709" actId="1076"/>
          <ac:spMkLst>
            <pc:docMk/>
            <pc:sldMk cId="707020275" sldId="441"/>
            <ac:spMk id="52" creationId="{28F2CC2D-0C02-4FEB-A008-8DA1DE66229A}"/>
          </ac:spMkLst>
        </pc:spChg>
      </pc:sldChg>
      <pc:sldChg chg="addSp delSp modSp add mod">
        <pc:chgData name="Trong-Thuc Hoang" userId="74af82dad18fbf6c" providerId="LiveId" clId="{8372D42A-D0C1-4E4C-865A-97CA549E688F}" dt="2021-09-30T17:52:31.685" v="5384" actId="1076"/>
        <pc:sldMkLst>
          <pc:docMk/>
          <pc:sldMk cId="2189152366" sldId="442"/>
        </pc:sldMkLst>
        <pc:spChg chg="add del mod">
          <ac:chgData name="Trong-Thuc Hoang" userId="74af82dad18fbf6c" providerId="LiveId" clId="{8372D42A-D0C1-4E4C-865A-97CA549E688F}" dt="2021-09-30T17:39:40.303" v="4735" actId="478"/>
          <ac:spMkLst>
            <pc:docMk/>
            <pc:sldMk cId="2189152366" sldId="442"/>
            <ac:spMk id="2" creationId="{6940A3A8-F82F-4006-A903-57491B89CFA2}"/>
          </ac:spMkLst>
        </pc:spChg>
        <pc:spChg chg="add mod">
          <ac:chgData name="Trong-Thuc Hoang" userId="74af82dad18fbf6c" providerId="LiveId" clId="{8372D42A-D0C1-4E4C-865A-97CA549E688F}" dt="2021-09-30T17:52:23.884" v="5383" actId="14100"/>
          <ac:spMkLst>
            <pc:docMk/>
            <pc:sldMk cId="2189152366" sldId="442"/>
            <ac:spMk id="3" creationId="{861D912C-E9AB-4B03-9FFF-877B80033691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12" creationId="{D6EB564E-2EDF-4DE6-B3AE-77B91B98AB16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13" creationId="{D37E89E8-D26B-4F6E-ABA1-4DF09507A5D2}"/>
          </ac:spMkLst>
        </pc:spChg>
        <pc:spChg chg="del mod">
          <ac:chgData name="Trong-Thuc Hoang" userId="74af82dad18fbf6c" providerId="LiveId" clId="{8372D42A-D0C1-4E4C-865A-97CA549E688F}" dt="2021-09-30T17:39:12.796" v="4727" actId="478"/>
          <ac:spMkLst>
            <pc:docMk/>
            <pc:sldMk cId="2189152366" sldId="442"/>
            <ac:spMk id="16" creationId="{F6B00377-BCC5-4D28-82AB-94BA6C5F0F50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18" creationId="{2C29FF1D-AF73-4D1C-9956-B4E87DA24889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26" creationId="{E27DEEFA-A1AB-4EB6-8AE1-F3233A9BB407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30" creationId="{455F6F0B-94B3-43DD-A655-2591A7D69AB8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35" creationId="{C617E987-58CE-407F-98BB-C8988DBECD9D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40" creationId="{6224BF12-E8B7-4DE4-B721-B058F85E170B}"/>
          </ac:spMkLst>
        </pc:spChg>
        <pc:spChg chg="del">
          <ac:chgData name="Trong-Thuc Hoang" userId="74af82dad18fbf6c" providerId="LiveId" clId="{8372D42A-D0C1-4E4C-865A-97CA549E688F}" dt="2021-09-30T17:38:10.923" v="4721" actId="478"/>
          <ac:spMkLst>
            <pc:docMk/>
            <pc:sldMk cId="2189152366" sldId="442"/>
            <ac:spMk id="52" creationId="{28F2CC2D-0C02-4FEB-A008-8DA1DE66229A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55" creationId="{036CEE61-4909-47C5-8747-E0B65530ACA5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56" creationId="{A264AEBD-0A81-44F6-9D04-B374D6FAD332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58" creationId="{6F77F7B9-6A58-4F9F-809A-81CD728ADA52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59" creationId="{80A12C25-44B3-48A9-903F-18B9B234F999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60" creationId="{E608D1AA-2941-4B61-AA61-779EC36EF8A7}"/>
          </ac:spMkLst>
        </pc:spChg>
        <pc:spChg chg="add mod">
          <ac:chgData name="Trong-Thuc Hoang" userId="74af82dad18fbf6c" providerId="LiveId" clId="{8372D42A-D0C1-4E4C-865A-97CA549E688F}" dt="2021-09-30T17:52:31.685" v="5384" actId="1076"/>
          <ac:spMkLst>
            <pc:docMk/>
            <pc:sldMk cId="2189152366" sldId="442"/>
            <ac:spMk id="64" creationId="{F2E27A04-5F93-4277-A7ED-4FDFFEC45A64}"/>
          </ac:spMkLst>
        </pc:spChg>
        <pc:spChg chg="add mod">
          <ac:chgData name="Trong-Thuc Hoang" userId="74af82dad18fbf6c" providerId="LiveId" clId="{8372D42A-D0C1-4E4C-865A-97CA549E688F}" dt="2021-09-30T17:52:12.440" v="5378" actId="1076"/>
          <ac:spMkLst>
            <pc:docMk/>
            <pc:sldMk cId="2189152366" sldId="442"/>
            <ac:spMk id="66" creationId="{31DD4D88-0D2F-4598-9D5B-7BD8D329646E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67" creationId="{0FE8C50E-DA81-4CA9-AF43-CC1E323C2556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70" creationId="{E17B7F04-087A-4F10-B8D1-BA831F43B745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71" creationId="{35839DFD-570C-4643-BE6F-5CBB364B8630}"/>
          </ac:spMkLst>
        </pc:spChg>
        <pc:spChg chg="add mod">
          <ac:chgData name="Trong-Thuc Hoang" userId="74af82dad18fbf6c" providerId="LiveId" clId="{8372D42A-D0C1-4E4C-865A-97CA549E688F}" dt="2021-09-30T17:52:02.487" v="5375" actId="20577"/>
          <ac:spMkLst>
            <pc:docMk/>
            <pc:sldMk cId="2189152366" sldId="442"/>
            <ac:spMk id="72" creationId="{731966F4-5AA8-4E41-ACC9-8FCE8BC7216F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74" creationId="{C2A89031-861B-43CC-9124-F9758159E441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76" creationId="{97F0BEC0-88A0-41DB-B235-20CFFACC03C0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80" creationId="{1B9CE19C-9B9F-4D5A-BE0F-0B05B3467A83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81" creationId="{E5884A9D-7A36-4A44-A915-03DA52F5E0A2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93" creationId="{AF49A075-12CD-45EA-B242-01EA745A9750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98" creationId="{3DC2396B-8E56-4687-AB86-7E5FD1047720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99" creationId="{A6DCB00C-1559-4EA1-AF51-C4124AA60176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102" creationId="{3C080CD5-6B48-4C8C-B7FE-D06541C5F284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103" creationId="{F100CD1F-DDFA-42EA-8A99-191A02EA757A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105" creationId="{C4DEEAEA-46DA-466D-A3A4-00D24190A969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106" creationId="{EA5548A5-EC4F-4544-AC78-9C2DB40BB739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111" creationId="{AD7A6478-60A1-43D5-9087-9236D9497E86}"/>
          </ac:spMkLst>
        </pc:spChg>
        <pc:picChg chg="add mod">
          <ac:chgData name="Trong-Thuc Hoang" userId="74af82dad18fbf6c" providerId="LiveId" clId="{8372D42A-D0C1-4E4C-865A-97CA549E688F}" dt="2021-09-30T17:52:10.735" v="5377" actId="1076"/>
          <ac:picMkLst>
            <pc:docMk/>
            <pc:sldMk cId="2189152366" sldId="442"/>
            <ac:picMk id="53" creationId="{412058E3-135D-496B-8DBD-6813C20E66AE}"/>
          </ac:picMkLst>
        </pc:picChg>
        <pc:cxnChg chg="del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4" creationId="{5A306D08-5F08-40E3-A145-39995C736AB7}"/>
          </ac:cxnSpMkLst>
        </pc:cxnChg>
        <pc:cxnChg chg="del">
          <ac:chgData name="Trong-Thuc Hoang" userId="74af82dad18fbf6c" providerId="LiveId" clId="{8372D42A-D0C1-4E4C-865A-97CA549E688F}" dt="2021-09-30T17:38:03.040" v="4712" actId="478"/>
          <ac:cxnSpMkLst>
            <pc:docMk/>
            <pc:sldMk cId="2189152366" sldId="442"/>
            <ac:cxnSpMk id="9" creationId="{24D3AFC3-A6B2-4EA9-9D83-6CD81C2D6A24}"/>
          </ac:cxnSpMkLst>
        </pc:cxnChg>
        <pc:cxnChg chg="del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19" creationId="{DF3DCC4B-3C3D-4DD5-8123-3CDCC04536E8}"/>
          </ac:cxnSpMkLst>
        </pc:cxnChg>
        <pc:cxnChg chg="del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28" creationId="{04EC425D-6EF9-4DCF-A28B-C4E223D4BFB5}"/>
          </ac:cxnSpMkLst>
        </pc:cxnChg>
        <pc:cxnChg chg="del mod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31" creationId="{4A9F9B2F-2C18-4198-8A18-A3494936D890}"/>
          </ac:cxnSpMkLst>
        </pc:cxnChg>
        <pc:cxnChg chg="del">
          <ac:chgData name="Trong-Thuc Hoang" userId="74af82dad18fbf6c" providerId="LiveId" clId="{8372D42A-D0C1-4E4C-865A-97CA549E688F}" dt="2021-09-30T17:38:04.040" v="4713" actId="478"/>
          <ac:cxnSpMkLst>
            <pc:docMk/>
            <pc:sldMk cId="2189152366" sldId="442"/>
            <ac:cxnSpMk id="54" creationId="{C35F91D4-803B-47D1-A0FB-BDB7505BC9EB}"/>
          </ac:cxnSpMkLst>
        </pc:cxnChg>
        <pc:cxnChg chg="del mod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57" creationId="{A58DB654-19E9-4184-8166-87644AF84146}"/>
          </ac:cxnSpMkLst>
        </pc:cxnChg>
        <pc:cxnChg chg="del mod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65" creationId="{C441BE28-F25E-45BD-A41E-2B54912EF466}"/>
          </ac:cxnSpMkLst>
        </pc:cxnChg>
        <pc:cxnChg chg="del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68" creationId="{3CD03CA5-A527-4BB0-BA75-0B8D4F5F59B1}"/>
          </ac:cxnSpMkLst>
        </pc:cxnChg>
        <pc:cxnChg chg="del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69" creationId="{64310648-8FC2-4D91-99F6-B3FAD5711380}"/>
          </ac:cxnSpMkLst>
        </pc:cxnChg>
        <pc:cxnChg chg="del mod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75" creationId="{7EB4F8C8-88D3-4B50-817B-B0A799FD57CB}"/>
          </ac:cxnSpMkLst>
        </pc:cxnChg>
        <pc:cxnChg chg="del mod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92" creationId="{E4056D8B-F6D7-420C-982F-2CCD2C1AC8E9}"/>
          </ac:cxnSpMkLst>
        </pc:cxnChg>
        <pc:cxnChg chg="del mod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100" creationId="{39249C0B-742B-4AAB-AE35-A5D5EAD3BB8B}"/>
          </ac:cxnSpMkLst>
        </pc:cxnChg>
        <pc:cxnChg chg="del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104" creationId="{FFDDA8C1-07E2-491D-A131-BCA105B98B75}"/>
          </ac:cxnSpMkLst>
        </pc:cxnChg>
        <pc:cxnChg chg="del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107" creationId="{8DED88BB-8D29-4384-8DB8-1DBC110F524F}"/>
          </ac:cxnSpMkLst>
        </pc:cxnChg>
        <pc:cxnChg chg="del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108" creationId="{8AAFF0B4-767C-4101-9448-C315EE4CEF38}"/>
          </ac:cxnSpMkLst>
        </pc:cxnChg>
        <pc:cxnChg chg="del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113" creationId="{7410CD16-C658-436E-954F-C3369861267D}"/>
          </ac:cxnSpMkLst>
        </pc:cxnChg>
        <pc:cxnChg chg="del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117" creationId="{40A0755F-76A4-4A95-988E-E575B90DCB7C}"/>
          </ac:cxnSpMkLst>
        </pc:cxnChg>
      </pc:sldChg>
      <pc:sldChg chg="addSp delSp modSp add mod">
        <pc:chgData name="Trong-Thuc Hoang" userId="74af82dad18fbf6c" providerId="LiveId" clId="{8372D42A-D0C1-4E4C-865A-97CA549E688F}" dt="2021-09-30T17:53:13.982" v="5397" actId="1076"/>
        <pc:sldMkLst>
          <pc:docMk/>
          <pc:sldMk cId="1077059990" sldId="443"/>
        </pc:sldMkLst>
        <pc:spChg chg="del">
          <ac:chgData name="Trong-Thuc Hoang" userId="74af82dad18fbf6c" providerId="LiveId" clId="{8372D42A-D0C1-4E4C-865A-97CA549E688F}" dt="2021-09-30T17:42:07.214" v="4804" actId="478"/>
          <ac:spMkLst>
            <pc:docMk/>
            <pc:sldMk cId="1077059990" sldId="443"/>
            <ac:spMk id="3" creationId="{861D912C-E9AB-4B03-9FFF-877B80033691}"/>
          </ac:spMkLst>
        </pc:spChg>
        <pc:spChg chg="add mod">
          <ac:chgData name="Trong-Thuc Hoang" userId="74af82dad18fbf6c" providerId="LiveId" clId="{8372D42A-D0C1-4E4C-865A-97CA549E688F}" dt="2021-09-30T17:52:59.858" v="5394" actId="14100"/>
          <ac:spMkLst>
            <pc:docMk/>
            <pc:sldMk cId="1077059990" sldId="443"/>
            <ac:spMk id="11" creationId="{0746BAE3-A3FE-4938-88F0-46DED9770516}"/>
          </ac:spMkLst>
        </pc:spChg>
        <pc:spChg chg="add mod">
          <ac:chgData name="Trong-Thuc Hoang" userId="74af82dad18fbf6c" providerId="LiveId" clId="{8372D42A-D0C1-4E4C-865A-97CA549E688F}" dt="2021-09-30T17:52:56.634" v="5392" actId="14100"/>
          <ac:spMkLst>
            <pc:docMk/>
            <pc:sldMk cId="1077059990" sldId="443"/>
            <ac:spMk id="12" creationId="{74AB1CCB-1A50-45B5-9D9A-64C9AC71A42E}"/>
          </ac:spMkLst>
        </pc:spChg>
        <pc:spChg chg="add mod">
          <ac:chgData name="Trong-Thuc Hoang" userId="74af82dad18fbf6c" providerId="LiveId" clId="{8372D42A-D0C1-4E4C-865A-97CA549E688F}" dt="2021-09-30T17:53:03.648" v="5395" actId="1076"/>
          <ac:spMkLst>
            <pc:docMk/>
            <pc:sldMk cId="1077059990" sldId="443"/>
            <ac:spMk id="13" creationId="{DBC3C56D-8846-4093-BE15-5FB12BABB5F4}"/>
          </ac:spMkLst>
        </pc:spChg>
        <pc:spChg chg="add mod">
          <ac:chgData name="Trong-Thuc Hoang" userId="74af82dad18fbf6c" providerId="LiveId" clId="{8372D42A-D0C1-4E4C-865A-97CA549E688F}" dt="2021-09-30T17:52:43.794" v="5388"/>
          <ac:spMkLst>
            <pc:docMk/>
            <pc:sldMk cId="1077059990" sldId="443"/>
            <ac:spMk id="15" creationId="{7BF620F9-8BF6-4740-A082-EF970CD4D8B8}"/>
          </ac:spMkLst>
        </pc:spChg>
        <pc:spChg chg="mod">
          <ac:chgData name="Trong-Thuc Hoang" userId="74af82dad18fbf6c" providerId="LiveId" clId="{8372D42A-D0C1-4E4C-865A-97CA549E688F}" dt="2021-09-30T17:53:10.579" v="5396" actId="1076"/>
          <ac:spMkLst>
            <pc:docMk/>
            <pc:sldMk cId="1077059990" sldId="443"/>
            <ac:spMk id="64" creationId="{F2E27A04-5F93-4277-A7ED-4FDFFEC45A64}"/>
          </ac:spMkLst>
        </pc:spChg>
        <pc:spChg chg="mod">
          <ac:chgData name="Trong-Thuc Hoang" userId="74af82dad18fbf6c" providerId="LiveId" clId="{8372D42A-D0C1-4E4C-865A-97CA549E688F}" dt="2021-09-30T17:53:13.982" v="5397" actId="1076"/>
          <ac:spMkLst>
            <pc:docMk/>
            <pc:sldMk cId="1077059990" sldId="443"/>
            <ac:spMk id="66" creationId="{31DD4D88-0D2F-4598-9D5B-7BD8D329646E}"/>
          </ac:spMkLst>
        </pc:spChg>
        <pc:picChg chg="add mod ord">
          <ac:chgData name="Trong-Thuc Hoang" userId="74af82dad18fbf6c" providerId="LiveId" clId="{8372D42A-D0C1-4E4C-865A-97CA549E688F}" dt="2021-09-30T17:52:40.656" v="5387" actId="167"/>
          <ac:picMkLst>
            <pc:docMk/>
            <pc:sldMk cId="1077059990" sldId="443"/>
            <ac:picMk id="14" creationId="{B5595623-B5D5-4CB1-8CA1-B15CFECD7327}"/>
          </ac:picMkLst>
        </pc:picChg>
        <pc:picChg chg="del mod">
          <ac:chgData name="Trong-Thuc Hoang" userId="74af82dad18fbf6c" providerId="LiveId" clId="{8372D42A-D0C1-4E4C-865A-97CA549E688F}" dt="2021-09-30T17:52:37.613" v="5385" actId="478"/>
          <ac:picMkLst>
            <pc:docMk/>
            <pc:sldMk cId="1077059990" sldId="443"/>
            <ac:picMk id="53" creationId="{412058E3-135D-496B-8DBD-6813C20E66AE}"/>
          </ac:picMkLst>
        </pc:picChg>
      </pc:sldChg>
      <pc:sldChg chg="add del">
        <pc:chgData name="Trong-Thuc Hoang" userId="74af82dad18fbf6c" providerId="LiveId" clId="{8372D42A-D0C1-4E4C-865A-97CA549E688F}" dt="2021-09-30T17:41:26.128" v="4795"/>
        <pc:sldMkLst>
          <pc:docMk/>
          <pc:sldMk cId="4107766875" sldId="443"/>
        </pc:sldMkLst>
      </pc:sldChg>
      <pc:sldChg chg="addSp delSp modSp add mod">
        <pc:chgData name="Trong-Thuc Hoang" userId="74af82dad18fbf6c" providerId="LiveId" clId="{8372D42A-D0C1-4E4C-865A-97CA549E688F}" dt="2021-09-30T17:54:46.572" v="5491" actId="1076"/>
        <pc:sldMkLst>
          <pc:docMk/>
          <pc:sldMk cId="310088412" sldId="444"/>
        </pc:sldMkLst>
        <pc:spChg chg="del">
          <ac:chgData name="Trong-Thuc Hoang" userId="74af82dad18fbf6c" providerId="LiveId" clId="{8372D42A-D0C1-4E4C-865A-97CA549E688F}" dt="2021-09-30T17:45:22.330" v="4988" actId="478"/>
          <ac:spMkLst>
            <pc:docMk/>
            <pc:sldMk cId="310088412" sldId="444"/>
            <ac:spMk id="11" creationId="{0746BAE3-A3FE-4938-88F0-46DED9770516}"/>
          </ac:spMkLst>
        </pc:spChg>
        <pc:spChg chg="del mod">
          <ac:chgData name="Trong-Thuc Hoang" userId="74af82dad18fbf6c" providerId="LiveId" clId="{8372D42A-D0C1-4E4C-865A-97CA549E688F}" dt="2021-09-30T17:45:20.938" v="4987" actId="478"/>
          <ac:spMkLst>
            <pc:docMk/>
            <pc:sldMk cId="310088412" sldId="444"/>
            <ac:spMk id="12" creationId="{74AB1CCB-1A50-45B5-9D9A-64C9AC71A42E}"/>
          </ac:spMkLst>
        </pc:spChg>
        <pc:spChg chg="mod">
          <ac:chgData name="Trong-Thuc Hoang" userId="74af82dad18fbf6c" providerId="LiveId" clId="{8372D42A-D0C1-4E4C-865A-97CA549E688F}" dt="2021-09-30T17:53:42.719" v="5405" actId="1076"/>
          <ac:spMkLst>
            <pc:docMk/>
            <pc:sldMk cId="310088412" sldId="444"/>
            <ac:spMk id="13" creationId="{DBC3C56D-8846-4093-BE15-5FB12BABB5F4}"/>
          </ac:spMkLst>
        </pc:spChg>
        <pc:spChg chg="add mod">
          <ac:chgData name="Trong-Thuc Hoang" userId="74af82dad18fbf6c" providerId="LiveId" clId="{8372D42A-D0C1-4E4C-865A-97CA549E688F}" dt="2021-09-30T17:53:34.674" v="5403" actId="1076"/>
          <ac:spMkLst>
            <pc:docMk/>
            <pc:sldMk cId="310088412" sldId="444"/>
            <ac:spMk id="14" creationId="{E7D11FE7-4B76-49D2-B11E-A0DC04FDFA80}"/>
          </ac:spMkLst>
        </pc:spChg>
        <pc:spChg chg="add mod">
          <ac:chgData name="Trong-Thuc Hoang" userId="74af82dad18fbf6c" providerId="LiveId" clId="{8372D42A-D0C1-4E4C-865A-97CA549E688F}" dt="2021-09-30T17:53:19.391" v="5398"/>
          <ac:spMkLst>
            <pc:docMk/>
            <pc:sldMk cId="310088412" sldId="444"/>
            <ac:spMk id="20" creationId="{8A594CA9-17D4-4A1D-B045-823E8D073867}"/>
          </ac:spMkLst>
        </pc:spChg>
        <pc:spChg chg="del">
          <ac:chgData name="Trong-Thuc Hoang" userId="74af82dad18fbf6c" providerId="LiveId" clId="{8372D42A-D0C1-4E4C-865A-97CA549E688F}" dt="2021-09-30T17:45:23.813" v="4989" actId="478"/>
          <ac:spMkLst>
            <pc:docMk/>
            <pc:sldMk cId="310088412" sldId="444"/>
            <ac:spMk id="64" creationId="{F2E27A04-5F93-4277-A7ED-4FDFFEC45A64}"/>
          </ac:spMkLst>
        </pc:spChg>
        <pc:spChg chg="mod">
          <ac:chgData name="Trong-Thuc Hoang" userId="74af82dad18fbf6c" providerId="LiveId" clId="{8372D42A-D0C1-4E4C-865A-97CA549E688F}" dt="2021-09-30T17:54:46.572" v="5491" actId="1076"/>
          <ac:spMkLst>
            <pc:docMk/>
            <pc:sldMk cId="310088412" sldId="444"/>
            <ac:spMk id="66" creationId="{31DD4D88-0D2F-4598-9D5B-7BD8D329646E}"/>
          </ac:spMkLst>
        </pc:spChg>
        <pc:picChg chg="add mod ord">
          <ac:chgData name="Trong-Thuc Hoang" userId="74af82dad18fbf6c" providerId="LiveId" clId="{8372D42A-D0C1-4E4C-865A-97CA549E688F}" dt="2021-09-30T17:53:24.536" v="5401" actId="167"/>
          <ac:picMkLst>
            <pc:docMk/>
            <pc:sldMk cId="310088412" sldId="444"/>
            <ac:picMk id="21" creationId="{C012273C-EE68-4897-ABCA-797B0F184763}"/>
          </ac:picMkLst>
        </pc:picChg>
        <pc:picChg chg="del mod">
          <ac:chgData name="Trong-Thuc Hoang" userId="74af82dad18fbf6c" providerId="LiveId" clId="{8372D42A-D0C1-4E4C-865A-97CA549E688F}" dt="2021-09-30T17:53:20.631" v="5399" actId="478"/>
          <ac:picMkLst>
            <pc:docMk/>
            <pc:sldMk cId="310088412" sldId="444"/>
            <ac:picMk id="53" creationId="{412058E3-135D-496B-8DBD-6813C20E66AE}"/>
          </ac:picMkLst>
        </pc:picChg>
        <pc:cxnChg chg="add mod">
          <ac:chgData name="Trong-Thuc Hoang" userId="74af82dad18fbf6c" providerId="LiveId" clId="{8372D42A-D0C1-4E4C-865A-97CA549E688F}" dt="2021-09-30T17:53:34.674" v="5403" actId="1076"/>
          <ac:cxnSpMkLst>
            <pc:docMk/>
            <pc:sldMk cId="310088412" sldId="444"/>
            <ac:cxnSpMk id="15" creationId="{EE612717-7BF8-4875-8DF3-B48F7A56B899}"/>
          </ac:cxnSpMkLst>
        </pc:cxnChg>
        <pc:cxnChg chg="add mod">
          <ac:chgData name="Trong-Thuc Hoang" userId="74af82dad18fbf6c" providerId="LiveId" clId="{8372D42A-D0C1-4E4C-865A-97CA549E688F}" dt="2021-09-30T17:53:37.210" v="5404" actId="14100"/>
          <ac:cxnSpMkLst>
            <pc:docMk/>
            <pc:sldMk cId="310088412" sldId="444"/>
            <ac:cxnSpMk id="16" creationId="{DE6B7EFF-3C8C-449F-806A-57E2A8298595}"/>
          </ac:cxnSpMkLst>
        </pc:cxnChg>
      </pc:sldChg>
      <pc:sldChg chg="delSp modSp add mod">
        <pc:chgData name="Trong-Thuc Hoang" userId="74af82dad18fbf6c" providerId="LiveId" clId="{8372D42A-D0C1-4E4C-865A-97CA549E688F}" dt="2021-09-30T17:55:40.268" v="5517" actId="1076"/>
        <pc:sldMkLst>
          <pc:docMk/>
          <pc:sldMk cId="2818332985" sldId="445"/>
        </pc:sldMkLst>
        <pc:spChg chg="mod">
          <ac:chgData name="Trong-Thuc Hoang" userId="74af82dad18fbf6c" providerId="LiveId" clId="{8372D42A-D0C1-4E4C-865A-97CA549E688F}" dt="2021-09-30T17:55:12.519" v="5498" actId="1076"/>
          <ac:spMkLst>
            <pc:docMk/>
            <pc:sldMk cId="2818332985" sldId="445"/>
            <ac:spMk id="13" creationId="{DBC3C56D-8846-4093-BE15-5FB12BABB5F4}"/>
          </ac:spMkLst>
        </pc:spChg>
        <pc:spChg chg="del">
          <ac:chgData name="Trong-Thuc Hoang" userId="74af82dad18fbf6c" providerId="LiveId" clId="{8372D42A-D0C1-4E4C-865A-97CA549E688F}" dt="2021-09-30T17:55:15.446" v="5499" actId="478"/>
          <ac:spMkLst>
            <pc:docMk/>
            <pc:sldMk cId="2818332985" sldId="445"/>
            <ac:spMk id="14" creationId="{E7D11FE7-4B76-49D2-B11E-A0DC04FDFA80}"/>
          </ac:spMkLst>
        </pc:spChg>
        <pc:spChg chg="mod">
          <ac:chgData name="Trong-Thuc Hoang" userId="74af82dad18fbf6c" providerId="LiveId" clId="{8372D42A-D0C1-4E4C-865A-97CA549E688F}" dt="2021-09-30T17:55:40.268" v="5517" actId="1076"/>
          <ac:spMkLst>
            <pc:docMk/>
            <pc:sldMk cId="2818332985" sldId="445"/>
            <ac:spMk id="66" creationId="{31DD4D88-0D2F-4598-9D5B-7BD8D329646E}"/>
          </ac:spMkLst>
        </pc:spChg>
        <pc:cxnChg chg="del">
          <ac:chgData name="Trong-Thuc Hoang" userId="74af82dad18fbf6c" providerId="LiveId" clId="{8372D42A-D0C1-4E4C-865A-97CA549E688F}" dt="2021-09-30T17:55:16.480" v="5500" actId="478"/>
          <ac:cxnSpMkLst>
            <pc:docMk/>
            <pc:sldMk cId="2818332985" sldId="445"/>
            <ac:cxnSpMk id="15" creationId="{EE612717-7BF8-4875-8DF3-B48F7A56B899}"/>
          </ac:cxnSpMkLst>
        </pc:cxnChg>
        <pc:cxnChg chg="mod">
          <ac:chgData name="Trong-Thuc Hoang" userId="74af82dad18fbf6c" providerId="LiveId" clId="{8372D42A-D0C1-4E4C-865A-97CA549E688F}" dt="2021-09-30T17:54:57.040" v="5493" actId="14100"/>
          <ac:cxnSpMkLst>
            <pc:docMk/>
            <pc:sldMk cId="2818332985" sldId="445"/>
            <ac:cxnSpMk id="16" creationId="{DE6B7EFF-3C8C-449F-806A-57E2A8298595}"/>
          </ac:cxnSpMkLst>
        </pc:cxnChg>
      </pc:sldChg>
      <pc:sldChg chg="addSp delSp modSp add mod">
        <pc:chgData name="Trong-Thuc Hoang" userId="74af82dad18fbf6c" providerId="LiveId" clId="{8372D42A-D0C1-4E4C-865A-97CA549E688F}" dt="2021-09-30T18:01:05.830" v="5671" actId="20577"/>
        <pc:sldMkLst>
          <pc:docMk/>
          <pc:sldMk cId="3423779572" sldId="446"/>
        </pc:sldMkLst>
        <pc:spChg chg="mod">
          <ac:chgData name="Trong-Thuc Hoang" userId="74af82dad18fbf6c" providerId="LiveId" clId="{8372D42A-D0C1-4E4C-865A-97CA549E688F}" dt="2021-09-30T18:01:03.134" v="5670" actId="6549"/>
          <ac:spMkLst>
            <pc:docMk/>
            <pc:sldMk cId="3423779572" sldId="446"/>
            <ac:spMk id="9" creationId="{6C551CF4-0809-497D-8F93-9B801D42AB33}"/>
          </ac:spMkLst>
        </pc:spChg>
        <pc:spChg chg="mod">
          <ac:chgData name="Trong-Thuc Hoang" userId="74af82dad18fbf6c" providerId="LiveId" clId="{8372D42A-D0C1-4E4C-865A-97CA549E688F}" dt="2021-09-30T18:01:05.830" v="5671" actId="20577"/>
          <ac:spMkLst>
            <pc:docMk/>
            <pc:sldMk cId="3423779572" sldId="446"/>
            <ac:spMk id="12" creationId="{F31FCA47-B041-4DE5-8EEB-C9FAFC20EB93}"/>
          </ac:spMkLst>
        </pc:spChg>
        <pc:picChg chg="del">
          <ac:chgData name="Trong-Thuc Hoang" userId="74af82dad18fbf6c" providerId="LiveId" clId="{8372D42A-D0C1-4E4C-865A-97CA549E688F}" dt="2021-09-30T18:00:05.655" v="5650" actId="478"/>
          <ac:picMkLst>
            <pc:docMk/>
            <pc:sldMk cId="3423779572" sldId="446"/>
            <ac:picMk id="7" creationId="{CE248AF9-D6DA-42B3-BE70-D2BDF7F472C0}"/>
          </ac:picMkLst>
        </pc:picChg>
        <pc:picChg chg="del">
          <ac:chgData name="Trong-Thuc Hoang" userId="74af82dad18fbf6c" providerId="LiveId" clId="{8372D42A-D0C1-4E4C-865A-97CA549E688F}" dt="2021-09-30T18:00:05.148" v="5649" actId="478"/>
          <ac:picMkLst>
            <pc:docMk/>
            <pc:sldMk cId="3423779572" sldId="446"/>
            <ac:picMk id="8" creationId="{7A36C857-E75B-4571-8462-BF3EB9A63E2F}"/>
          </ac:picMkLst>
        </pc:picChg>
        <pc:picChg chg="add mod">
          <ac:chgData name="Trong-Thuc Hoang" userId="74af82dad18fbf6c" providerId="LiveId" clId="{8372D42A-D0C1-4E4C-865A-97CA549E688F}" dt="2021-09-30T18:00:37.563" v="5660" actId="1076"/>
          <ac:picMkLst>
            <pc:docMk/>
            <pc:sldMk cId="3423779572" sldId="446"/>
            <ac:picMk id="11" creationId="{8D5A8E59-0905-4DE4-AA70-36A63156E45F}"/>
          </ac:picMkLst>
        </pc:picChg>
        <pc:picChg chg="add mod">
          <ac:chgData name="Trong-Thuc Hoang" userId="74af82dad18fbf6c" providerId="LiveId" clId="{8372D42A-D0C1-4E4C-865A-97CA549E688F}" dt="2021-09-30T18:00:31.785" v="5658" actId="14100"/>
          <ac:picMkLst>
            <pc:docMk/>
            <pc:sldMk cId="3423779572" sldId="446"/>
            <ac:picMk id="13" creationId="{2E838ACC-07FC-481C-BFD7-751E26A0E40A}"/>
          </ac:picMkLst>
        </pc:picChg>
      </pc:sldChg>
      <pc:sldChg chg="addSp delSp modSp add mod">
        <pc:chgData name="Trong-Thuc Hoang" userId="74af82dad18fbf6c" providerId="LiveId" clId="{8372D42A-D0C1-4E4C-865A-97CA549E688F}" dt="2021-09-30T18:01:51.809" v="5706" actId="1076"/>
        <pc:sldMkLst>
          <pc:docMk/>
          <pc:sldMk cId="3141680378" sldId="447"/>
        </pc:sldMkLst>
        <pc:spChg chg="mod">
          <ac:chgData name="Trong-Thuc Hoang" userId="74af82dad18fbf6c" providerId="LiveId" clId="{8372D42A-D0C1-4E4C-865A-97CA549E688F}" dt="2021-09-30T18:01:51.809" v="5706" actId="1076"/>
          <ac:spMkLst>
            <pc:docMk/>
            <pc:sldMk cId="3141680378" sldId="447"/>
            <ac:spMk id="9" creationId="{6C551CF4-0809-497D-8F93-9B801D42AB33}"/>
          </ac:spMkLst>
        </pc:spChg>
        <pc:spChg chg="mod">
          <ac:chgData name="Trong-Thuc Hoang" userId="74af82dad18fbf6c" providerId="LiveId" clId="{8372D42A-D0C1-4E4C-865A-97CA549E688F}" dt="2021-09-30T18:01:46.399" v="5704" actId="1076"/>
          <ac:spMkLst>
            <pc:docMk/>
            <pc:sldMk cId="3141680378" sldId="447"/>
            <ac:spMk id="12" creationId="{F31FCA47-B041-4DE5-8EEB-C9FAFC20EB93}"/>
          </ac:spMkLst>
        </pc:spChg>
        <pc:picChg chg="del">
          <ac:chgData name="Trong-Thuc Hoang" userId="74af82dad18fbf6c" providerId="LiveId" clId="{8372D42A-D0C1-4E4C-865A-97CA549E688F}" dt="2021-09-30T18:00:45.764" v="5663" actId="478"/>
          <ac:picMkLst>
            <pc:docMk/>
            <pc:sldMk cId="3141680378" sldId="447"/>
            <ac:picMk id="11" creationId="{8D5A8E59-0905-4DE4-AA70-36A63156E45F}"/>
          </ac:picMkLst>
        </pc:picChg>
        <pc:picChg chg="del">
          <ac:chgData name="Trong-Thuc Hoang" userId="74af82dad18fbf6c" providerId="LiveId" clId="{8372D42A-D0C1-4E4C-865A-97CA549E688F}" dt="2021-09-30T18:00:46.449" v="5664" actId="478"/>
          <ac:picMkLst>
            <pc:docMk/>
            <pc:sldMk cId="3141680378" sldId="447"/>
            <ac:picMk id="13" creationId="{2E838ACC-07FC-481C-BFD7-751E26A0E40A}"/>
          </ac:picMkLst>
        </pc:picChg>
        <pc:picChg chg="add mod">
          <ac:chgData name="Trong-Thuc Hoang" userId="74af82dad18fbf6c" providerId="LiveId" clId="{8372D42A-D0C1-4E4C-865A-97CA549E688F}" dt="2021-09-30T18:01:49.457" v="5705" actId="1076"/>
          <ac:picMkLst>
            <pc:docMk/>
            <pc:sldMk cId="3141680378" sldId="447"/>
            <ac:picMk id="14" creationId="{BDEE81C5-B288-4473-9B74-946EB9236B7E}"/>
          </ac:picMkLst>
        </pc:picChg>
        <pc:picChg chg="add mod">
          <ac:chgData name="Trong-Thuc Hoang" userId="74af82dad18fbf6c" providerId="LiveId" clId="{8372D42A-D0C1-4E4C-865A-97CA549E688F}" dt="2021-09-30T18:01:42.459" v="5703" actId="14100"/>
          <ac:picMkLst>
            <pc:docMk/>
            <pc:sldMk cId="3141680378" sldId="447"/>
            <ac:picMk id="15" creationId="{545114CA-4B6E-4F66-AD5C-0D5BD51E4822}"/>
          </ac:picMkLst>
        </pc:picChg>
      </pc:sldChg>
      <pc:sldChg chg="addSp delSp modSp add mod">
        <pc:chgData name="Trong-Thuc Hoang" userId="74af82dad18fbf6c" providerId="LiveId" clId="{8372D42A-D0C1-4E4C-865A-97CA549E688F}" dt="2021-09-30T18:09:44.138" v="5877" actId="1076"/>
        <pc:sldMkLst>
          <pc:docMk/>
          <pc:sldMk cId="2236601384" sldId="448"/>
        </pc:sldMkLst>
        <pc:spChg chg="del">
          <ac:chgData name="Trong-Thuc Hoang" userId="74af82dad18fbf6c" providerId="LiveId" clId="{8372D42A-D0C1-4E4C-865A-97CA549E688F}" dt="2021-09-30T18:04:36.556" v="5751" actId="478"/>
          <ac:spMkLst>
            <pc:docMk/>
            <pc:sldMk cId="2236601384" sldId="448"/>
            <ac:spMk id="9" creationId="{6C551CF4-0809-497D-8F93-9B801D42AB33}"/>
          </ac:spMkLst>
        </pc:spChg>
        <pc:spChg chg="del">
          <ac:chgData name="Trong-Thuc Hoang" userId="74af82dad18fbf6c" providerId="LiveId" clId="{8372D42A-D0C1-4E4C-865A-97CA549E688F}" dt="2021-09-30T18:04:37.458" v="5752" actId="478"/>
          <ac:spMkLst>
            <pc:docMk/>
            <pc:sldMk cId="2236601384" sldId="448"/>
            <ac:spMk id="12" creationId="{F31FCA47-B041-4DE5-8EEB-C9FAFC20EB93}"/>
          </ac:spMkLst>
        </pc:spChg>
        <pc:spChg chg="add mod">
          <ac:chgData name="Trong-Thuc Hoang" userId="74af82dad18fbf6c" providerId="LiveId" clId="{8372D42A-D0C1-4E4C-865A-97CA549E688F}" dt="2021-09-30T18:07:00.817" v="5796" actId="14100"/>
          <ac:spMkLst>
            <pc:docMk/>
            <pc:sldMk cId="2236601384" sldId="448"/>
            <ac:spMk id="13" creationId="{397140EA-AA7A-4975-A8C8-0CB0B0DBB7CB}"/>
          </ac:spMkLst>
        </pc:spChg>
        <pc:spChg chg="add mod">
          <ac:chgData name="Trong-Thuc Hoang" userId="74af82dad18fbf6c" providerId="LiveId" clId="{8372D42A-D0C1-4E4C-865A-97CA549E688F}" dt="2021-09-30T18:07:21.555" v="5806" actId="14100"/>
          <ac:spMkLst>
            <pc:docMk/>
            <pc:sldMk cId="2236601384" sldId="448"/>
            <ac:spMk id="16" creationId="{6D669997-E6FA-4B6D-8B88-BF72370523F0}"/>
          </ac:spMkLst>
        </pc:spChg>
        <pc:spChg chg="add mod">
          <ac:chgData name="Trong-Thuc Hoang" userId="74af82dad18fbf6c" providerId="LiveId" clId="{8372D42A-D0C1-4E4C-865A-97CA549E688F}" dt="2021-09-30T18:07:50.234" v="5812" actId="14100"/>
          <ac:spMkLst>
            <pc:docMk/>
            <pc:sldMk cId="2236601384" sldId="448"/>
            <ac:spMk id="17" creationId="{0B01EBD7-98AE-4A34-A726-1E00C3A139F7}"/>
          </ac:spMkLst>
        </pc:spChg>
        <pc:spChg chg="add mod">
          <ac:chgData name="Trong-Thuc Hoang" userId="74af82dad18fbf6c" providerId="LiveId" clId="{8372D42A-D0C1-4E4C-865A-97CA549E688F}" dt="2021-09-30T18:07:37.440" v="5809" actId="1076"/>
          <ac:spMkLst>
            <pc:docMk/>
            <pc:sldMk cId="2236601384" sldId="448"/>
            <ac:spMk id="18" creationId="{07A3083D-3493-4D29-8198-93AB162716A7}"/>
          </ac:spMkLst>
        </pc:spChg>
        <pc:spChg chg="add mod">
          <ac:chgData name="Trong-Thuc Hoang" userId="74af82dad18fbf6c" providerId="LiveId" clId="{8372D42A-D0C1-4E4C-865A-97CA549E688F}" dt="2021-09-30T18:07:56.363" v="5814" actId="1076"/>
          <ac:spMkLst>
            <pc:docMk/>
            <pc:sldMk cId="2236601384" sldId="448"/>
            <ac:spMk id="21" creationId="{0EB83CE2-778F-41C9-AB75-BA5804111D4E}"/>
          </ac:spMkLst>
        </pc:spChg>
        <pc:spChg chg="add mod">
          <ac:chgData name="Trong-Thuc Hoang" userId="74af82dad18fbf6c" providerId="LiveId" clId="{8372D42A-D0C1-4E4C-865A-97CA549E688F}" dt="2021-09-30T18:09:08.641" v="5830" actId="1076"/>
          <ac:spMkLst>
            <pc:docMk/>
            <pc:sldMk cId="2236601384" sldId="448"/>
            <ac:spMk id="24" creationId="{65A614C8-7316-4B12-8C88-BC7237C08B1B}"/>
          </ac:spMkLst>
        </pc:spChg>
        <pc:spChg chg="add mod">
          <ac:chgData name="Trong-Thuc Hoang" userId="74af82dad18fbf6c" providerId="LiveId" clId="{8372D42A-D0C1-4E4C-865A-97CA549E688F}" dt="2021-09-30T18:08:27.385" v="5818" actId="1582"/>
          <ac:spMkLst>
            <pc:docMk/>
            <pc:sldMk cId="2236601384" sldId="448"/>
            <ac:spMk id="25" creationId="{A768E8CE-B213-4C41-8B3D-B663ECBE0B12}"/>
          </ac:spMkLst>
        </pc:spChg>
        <pc:spChg chg="add mod">
          <ac:chgData name="Trong-Thuc Hoang" userId="74af82dad18fbf6c" providerId="LiveId" clId="{8372D42A-D0C1-4E4C-865A-97CA549E688F}" dt="2021-09-30T18:07:32.577" v="5808" actId="1076"/>
          <ac:spMkLst>
            <pc:docMk/>
            <pc:sldMk cId="2236601384" sldId="448"/>
            <ac:spMk id="28" creationId="{49B46A1D-1AD5-4231-9A9F-0392A09811E3}"/>
          </ac:spMkLst>
        </pc:spChg>
        <pc:spChg chg="add mod">
          <ac:chgData name="Trong-Thuc Hoang" userId="74af82dad18fbf6c" providerId="LiveId" clId="{8372D42A-D0C1-4E4C-865A-97CA549E688F}" dt="2021-09-30T18:09:44.138" v="5877" actId="1076"/>
          <ac:spMkLst>
            <pc:docMk/>
            <pc:sldMk cId="2236601384" sldId="448"/>
            <ac:spMk id="46" creationId="{5C571606-AF5F-4C47-AC1F-10FEFC1DD4EF}"/>
          </ac:spMkLst>
        </pc:spChg>
        <pc:picChg chg="add mod">
          <ac:chgData name="Trong-Thuc Hoang" userId="74af82dad18fbf6c" providerId="LiveId" clId="{8372D42A-D0C1-4E4C-865A-97CA549E688F}" dt="2021-09-30T18:07:03.220" v="5798" actId="1076"/>
          <ac:picMkLst>
            <pc:docMk/>
            <pc:sldMk cId="2236601384" sldId="448"/>
            <ac:picMk id="11" creationId="{CAF3883D-A890-4CC1-AB98-6594D3CAC245}"/>
          </ac:picMkLst>
        </pc:picChg>
        <pc:picChg chg="del">
          <ac:chgData name="Trong-Thuc Hoang" userId="74af82dad18fbf6c" providerId="LiveId" clId="{8372D42A-D0C1-4E4C-865A-97CA549E688F}" dt="2021-09-30T18:02:32.638" v="5708" actId="478"/>
          <ac:picMkLst>
            <pc:docMk/>
            <pc:sldMk cId="2236601384" sldId="448"/>
            <ac:picMk id="14" creationId="{BDEE81C5-B288-4473-9B74-946EB9236B7E}"/>
          </ac:picMkLst>
        </pc:picChg>
        <pc:picChg chg="del">
          <ac:chgData name="Trong-Thuc Hoang" userId="74af82dad18fbf6c" providerId="LiveId" clId="{8372D42A-D0C1-4E4C-865A-97CA549E688F}" dt="2021-09-30T18:02:32.980" v="5709" actId="478"/>
          <ac:picMkLst>
            <pc:docMk/>
            <pc:sldMk cId="2236601384" sldId="448"/>
            <ac:picMk id="15" creationId="{545114CA-4B6E-4F66-AD5C-0D5BD51E4822}"/>
          </ac:picMkLst>
        </pc:picChg>
        <pc:cxnChg chg="add mod">
          <ac:chgData name="Trong-Thuc Hoang" userId="74af82dad18fbf6c" providerId="LiveId" clId="{8372D42A-D0C1-4E4C-865A-97CA549E688F}" dt="2021-09-30T18:07:32.577" v="5808" actId="1076"/>
          <ac:cxnSpMkLst>
            <pc:docMk/>
            <pc:sldMk cId="2236601384" sldId="448"/>
            <ac:cxnSpMk id="19" creationId="{89F12B84-E246-40DF-AED6-337D9A69D576}"/>
          </ac:cxnSpMkLst>
        </pc:cxnChg>
        <pc:cxnChg chg="add mod">
          <ac:chgData name="Trong-Thuc Hoang" userId="74af82dad18fbf6c" providerId="LiveId" clId="{8372D42A-D0C1-4E4C-865A-97CA549E688F}" dt="2021-09-30T18:07:37.440" v="5809" actId="1076"/>
          <ac:cxnSpMkLst>
            <pc:docMk/>
            <pc:sldMk cId="2236601384" sldId="448"/>
            <ac:cxnSpMk id="20" creationId="{EEA801F0-C532-49CE-B07D-85FB4F541148}"/>
          </ac:cxnSpMkLst>
        </pc:cxnChg>
        <pc:cxnChg chg="add mod">
          <ac:chgData name="Trong-Thuc Hoang" userId="74af82dad18fbf6c" providerId="LiveId" clId="{8372D42A-D0C1-4E4C-865A-97CA549E688F}" dt="2021-09-30T18:07:56.363" v="5814" actId="1076"/>
          <ac:cxnSpMkLst>
            <pc:docMk/>
            <pc:sldMk cId="2236601384" sldId="448"/>
            <ac:cxnSpMk id="22" creationId="{00063C92-6CDB-43EA-A61E-06466F1FC724}"/>
          </ac:cxnSpMkLst>
        </pc:cxnChg>
        <pc:cxnChg chg="add mod">
          <ac:chgData name="Trong-Thuc Hoang" userId="74af82dad18fbf6c" providerId="LiveId" clId="{8372D42A-D0C1-4E4C-865A-97CA549E688F}" dt="2021-09-30T18:09:08.641" v="5830" actId="1076"/>
          <ac:cxnSpMkLst>
            <pc:docMk/>
            <pc:sldMk cId="2236601384" sldId="448"/>
            <ac:cxnSpMk id="23" creationId="{7488F97E-C77D-4879-BC25-BCC5FBC181E3}"/>
          </ac:cxnSpMkLst>
        </pc:cxnChg>
      </pc:sldChg>
      <pc:sldChg chg="addSp delSp modSp add mod modAnim">
        <pc:chgData name="Trong-Thuc Hoang" userId="74af82dad18fbf6c" providerId="LiveId" clId="{8372D42A-D0C1-4E4C-865A-97CA549E688F}" dt="2021-09-30T18:04:09.576" v="5750" actId="14100"/>
        <pc:sldMkLst>
          <pc:docMk/>
          <pc:sldMk cId="712394340" sldId="449"/>
        </pc:sldMkLst>
        <pc:spChg chg="del">
          <ac:chgData name="Trong-Thuc Hoang" userId="74af82dad18fbf6c" providerId="LiveId" clId="{8372D42A-D0C1-4E4C-865A-97CA549E688F}" dt="2021-09-30T18:02:41.850" v="5711" actId="478"/>
          <ac:spMkLst>
            <pc:docMk/>
            <pc:sldMk cId="712394340" sldId="449"/>
            <ac:spMk id="9" creationId="{6C551CF4-0809-497D-8F93-9B801D42AB33}"/>
          </ac:spMkLst>
        </pc:spChg>
        <pc:spChg chg="add mod">
          <ac:chgData name="Trong-Thuc Hoang" userId="74af82dad18fbf6c" providerId="LiveId" clId="{8372D42A-D0C1-4E4C-865A-97CA549E688F}" dt="2021-09-30T18:04:06.006" v="5749" actId="1076"/>
          <ac:spMkLst>
            <pc:docMk/>
            <pc:sldMk cId="712394340" sldId="449"/>
            <ac:spMk id="11" creationId="{A0D75995-9DA6-4C08-B812-7675005B4DDF}"/>
          </ac:spMkLst>
        </pc:spChg>
        <pc:spChg chg="del">
          <ac:chgData name="Trong-Thuc Hoang" userId="74af82dad18fbf6c" providerId="LiveId" clId="{8372D42A-D0C1-4E4C-865A-97CA549E688F}" dt="2021-09-30T18:02:42.573" v="5712" actId="478"/>
          <ac:spMkLst>
            <pc:docMk/>
            <pc:sldMk cId="712394340" sldId="449"/>
            <ac:spMk id="12" creationId="{F31FCA47-B041-4DE5-8EEB-C9FAFC20EB93}"/>
          </ac:spMkLst>
        </pc:spChg>
        <pc:picChg chg="add mod">
          <ac:chgData name="Trong-Thuc Hoang" userId="74af82dad18fbf6c" providerId="LiveId" clId="{8372D42A-D0C1-4E4C-865A-97CA549E688F}" dt="2021-09-30T18:04:09.576" v="5750" actId="14100"/>
          <ac:picMkLst>
            <pc:docMk/>
            <pc:sldMk cId="712394340" sldId="449"/>
            <ac:picMk id="2" creationId="{5C336BE3-8047-429B-A7B3-851807F04BBD}"/>
          </ac:picMkLst>
        </pc:picChg>
      </pc:sldChg>
      <pc:sldChg chg="addSp delSp modSp add mod">
        <pc:chgData name="Trong-Thuc Hoang" userId="74af82dad18fbf6c" providerId="LiveId" clId="{8372D42A-D0C1-4E4C-865A-97CA549E688F}" dt="2021-09-30T18:13:25.500" v="5948" actId="1076"/>
        <pc:sldMkLst>
          <pc:docMk/>
          <pc:sldMk cId="3708542869" sldId="450"/>
        </pc:sldMkLst>
        <pc:spChg chg="del">
          <ac:chgData name="Trong-Thuc Hoang" userId="74af82dad18fbf6c" providerId="LiveId" clId="{8372D42A-D0C1-4E4C-865A-97CA549E688F}" dt="2021-09-30T18:10:22.864" v="5900" actId="478"/>
          <ac:spMkLst>
            <pc:docMk/>
            <pc:sldMk cId="3708542869" sldId="450"/>
            <ac:spMk id="13" creationId="{397140EA-AA7A-4975-A8C8-0CB0B0DBB7CB}"/>
          </ac:spMkLst>
        </pc:spChg>
        <pc:spChg chg="del">
          <ac:chgData name="Trong-Thuc Hoang" userId="74af82dad18fbf6c" providerId="LiveId" clId="{8372D42A-D0C1-4E4C-865A-97CA549E688F}" dt="2021-09-30T18:10:22.864" v="5900" actId="478"/>
          <ac:spMkLst>
            <pc:docMk/>
            <pc:sldMk cId="3708542869" sldId="450"/>
            <ac:spMk id="16" creationId="{6D669997-E6FA-4B6D-8B88-BF72370523F0}"/>
          </ac:spMkLst>
        </pc:spChg>
        <pc:spChg chg="del">
          <ac:chgData name="Trong-Thuc Hoang" userId="74af82dad18fbf6c" providerId="LiveId" clId="{8372D42A-D0C1-4E4C-865A-97CA549E688F}" dt="2021-09-30T18:10:22.864" v="5900" actId="478"/>
          <ac:spMkLst>
            <pc:docMk/>
            <pc:sldMk cId="3708542869" sldId="450"/>
            <ac:spMk id="17" creationId="{0B01EBD7-98AE-4A34-A726-1E00C3A139F7}"/>
          </ac:spMkLst>
        </pc:spChg>
        <pc:spChg chg="del">
          <ac:chgData name="Trong-Thuc Hoang" userId="74af82dad18fbf6c" providerId="LiveId" clId="{8372D42A-D0C1-4E4C-865A-97CA549E688F}" dt="2021-09-30T18:10:22.864" v="5900" actId="478"/>
          <ac:spMkLst>
            <pc:docMk/>
            <pc:sldMk cId="3708542869" sldId="450"/>
            <ac:spMk id="18" creationId="{07A3083D-3493-4D29-8198-93AB162716A7}"/>
          </ac:spMkLst>
        </pc:spChg>
        <pc:spChg chg="del">
          <ac:chgData name="Trong-Thuc Hoang" userId="74af82dad18fbf6c" providerId="LiveId" clId="{8372D42A-D0C1-4E4C-865A-97CA549E688F}" dt="2021-09-30T18:10:25.207" v="5902" actId="478"/>
          <ac:spMkLst>
            <pc:docMk/>
            <pc:sldMk cId="3708542869" sldId="450"/>
            <ac:spMk id="21" creationId="{0EB83CE2-778F-41C9-AB75-BA5804111D4E}"/>
          </ac:spMkLst>
        </pc:spChg>
        <pc:spChg chg="del">
          <ac:chgData name="Trong-Thuc Hoang" userId="74af82dad18fbf6c" providerId="LiveId" clId="{8372D42A-D0C1-4E4C-865A-97CA549E688F}" dt="2021-09-30T18:10:23.820" v="5901" actId="478"/>
          <ac:spMkLst>
            <pc:docMk/>
            <pc:sldMk cId="3708542869" sldId="450"/>
            <ac:spMk id="24" creationId="{65A614C8-7316-4B12-8C88-BC7237C08B1B}"/>
          </ac:spMkLst>
        </pc:spChg>
        <pc:spChg chg="del">
          <ac:chgData name="Trong-Thuc Hoang" userId="74af82dad18fbf6c" providerId="LiveId" clId="{8372D42A-D0C1-4E4C-865A-97CA549E688F}" dt="2021-09-30T18:10:22.864" v="5900" actId="478"/>
          <ac:spMkLst>
            <pc:docMk/>
            <pc:sldMk cId="3708542869" sldId="450"/>
            <ac:spMk id="25" creationId="{A768E8CE-B213-4C41-8B3D-B663ECBE0B12}"/>
          </ac:spMkLst>
        </pc:spChg>
        <pc:spChg chg="add mod">
          <ac:chgData name="Trong-Thuc Hoang" userId="74af82dad18fbf6c" providerId="LiveId" clId="{8372D42A-D0C1-4E4C-865A-97CA549E688F}" dt="2021-09-30T18:13:00.681" v="5937" actId="14100"/>
          <ac:spMkLst>
            <pc:docMk/>
            <pc:sldMk cId="3708542869" sldId="450"/>
            <ac:spMk id="27" creationId="{517530FD-49CF-4920-B716-3252B24FD52D}"/>
          </ac:spMkLst>
        </pc:spChg>
        <pc:spChg chg="del">
          <ac:chgData name="Trong-Thuc Hoang" userId="74af82dad18fbf6c" providerId="LiveId" clId="{8372D42A-D0C1-4E4C-865A-97CA549E688F}" dt="2021-09-30T18:10:26.106" v="5903" actId="478"/>
          <ac:spMkLst>
            <pc:docMk/>
            <pc:sldMk cId="3708542869" sldId="450"/>
            <ac:spMk id="28" creationId="{49B46A1D-1AD5-4231-9A9F-0392A09811E3}"/>
          </ac:spMkLst>
        </pc:spChg>
        <pc:spChg chg="add mod">
          <ac:chgData name="Trong-Thuc Hoang" userId="74af82dad18fbf6c" providerId="LiveId" clId="{8372D42A-D0C1-4E4C-865A-97CA549E688F}" dt="2021-09-30T18:13:23.365" v="5947" actId="1076"/>
          <ac:spMkLst>
            <pc:docMk/>
            <pc:sldMk cId="3708542869" sldId="450"/>
            <ac:spMk id="30" creationId="{F491BB1C-F305-4724-B792-8C57946F7570}"/>
          </ac:spMkLst>
        </pc:spChg>
        <pc:spChg chg="add mod">
          <ac:chgData name="Trong-Thuc Hoang" userId="74af82dad18fbf6c" providerId="LiveId" clId="{8372D42A-D0C1-4E4C-865A-97CA549E688F}" dt="2021-09-30T18:12:44.905" v="5931" actId="14100"/>
          <ac:spMkLst>
            <pc:docMk/>
            <pc:sldMk cId="3708542869" sldId="450"/>
            <ac:spMk id="31" creationId="{7A88DCA5-564A-4F78-A511-D13FAB709404}"/>
          </ac:spMkLst>
        </pc:spChg>
        <pc:spChg chg="add mod">
          <ac:chgData name="Trong-Thuc Hoang" userId="74af82dad18fbf6c" providerId="LiveId" clId="{8372D42A-D0C1-4E4C-865A-97CA549E688F}" dt="2021-09-30T18:12:08.598" v="5918" actId="14100"/>
          <ac:spMkLst>
            <pc:docMk/>
            <pc:sldMk cId="3708542869" sldId="450"/>
            <ac:spMk id="32" creationId="{D600467E-FE8D-45E4-AD4F-66D4242722C0}"/>
          </ac:spMkLst>
        </pc:spChg>
        <pc:spChg chg="add mod">
          <ac:chgData name="Trong-Thuc Hoang" userId="74af82dad18fbf6c" providerId="LiveId" clId="{8372D42A-D0C1-4E4C-865A-97CA549E688F}" dt="2021-09-30T18:13:25.500" v="5948" actId="1076"/>
          <ac:spMkLst>
            <pc:docMk/>
            <pc:sldMk cId="3708542869" sldId="450"/>
            <ac:spMk id="34" creationId="{100E7CBA-D983-45A9-B471-124E00256C6E}"/>
          </ac:spMkLst>
        </pc:spChg>
        <pc:spChg chg="add mod">
          <ac:chgData name="Trong-Thuc Hoang" userId="74af82dad18fbf6c" providerId="LiveId" clId="{8372D42A-D0C1-4E4C-865A-97CA549E688F}" dt="2021-09-30T18:13:16.426" v="5945" actId="14100"/>
          <ac:spMkLst>
            <pc:docMk/>
            <pc:sldMk cId="3708542869" sldId="450"/>
            <ac:spMk id="36" creationId="{DD9CEE69-46A2-42E5-B410-8CD8D77D2023}"/>
          </ac:spMkLst>
        </pc:spChg>
        <pc:spChg chg="mod">
          <ac:chgData name="Trong-Thuc Hoang" userId="74af82dad18fbf6c" providerId="LiveId" clId="{8372D42A-D0C1-4E4C-865A-97CA549E688F}" dt="2021-09-30T18:10:54.817" v="5908" actId="1076"/>
          <ac:spMkLst>
            <pc:docMk/>
            <pc:sldMk cId="3708542869" sldId="450"/>
            <ac:spMk id="46" creationId="{5C571606-AF5F-4C47-AC1F-10FEFC1DD4EF}"/>
          </ac:spMkLst>
        </pc:spChg>
        <pc:picChg chg="del">
          <ac:chgData name="Trong-Thuc Hoang" userId="74af82dad18fbf6c" providerId="LiveId" clId="{8372D42A-D0C1-4E4C-865A-97CA549E688F}" dt="2021-09-30T18:10:21.268" v="5899" actId="478"/>
          <ac:picMkLst>
            <pc:docMk/>
            <pc:sldMk cId="3708542869" sldId="450"/>
            <ac:picMk id="11" creationId="{CAF3883D-A890-4CC1-AB98-6594D3CAC245}"/>
          </ac:picMkLst>
        </pc:picChg>
        <pc:picChg chg="add mod ord">
          <ac:chgData name="Trong-Thuc Hoang" userId="74af82dad18fbf6c" providerId="LiveId" clId="{8372D42A-D0C1-4E4C-865A-97CA549E688F}" dt="2021-09-30T18:11:46.259" v="5914" actId="1076"/>
          <ac:picMkLst>
            <pc:docMk/>
            <pc:sldMk cId="3708542869" sldId="450"/>
            <ac:picMk id="26" creationId="{C308A2E1-F954-478B-8B2A-4720C25276B5}"/>
          </ac:picMkLst>
        </pc:picChg>
        <pc:cxnChg chg="del mod">
          <ac:chgData name="Trong-Thuc Hoang" userId="74af82dad18fbf6c" providerId="LiveId" clId="{8372D42A-D0C1-4E4C-865A-97CA549E688F}" dt="2021-09-30T18:10:22.864" v="5900" actId="478"/>
          <ac:cxnSpMkLst>
            <pc:docMk/>
            <pc:sldMk cId="3708542869" sldId="450"/>
            <ac:cxnSpMk id="19" creationId="{89F12B84-E246-40DF-AED6-337D9A69D576}"/>
          </ac:cxnSpMkLst>
        </pc:cxnChg>
        <pc:cxnChg chg="del mod">
          <ac:chgData name="Trong-Thuc Hoang" userId="74af82dad18fbf6c" providerId="LiveId" clId="{8372D42A-D0C1-4E4C-865A-97CA549E688F}" dt="2021-09-30T18:10:22.864" v="5900" actId="478"/>
          <ac:cxnSpMkLst>
            <pc:docMk/>
            <pc:sldMk cId="3708542869" sldId="450"/>
            <ac:cxnSpMk id="20" creationId="{EEA801F0-C532-49CE-B07D-85FB4F541148}"/>
          </ac:cxnSpMkLst>
        </pc:cxnChg>
        <pc:cxnChg chg="del mod">
          <ac:chgData name="Trong-Thuc Hoang" userId="74af82dad18fbf6c" providerId="LiveId" clId="{8372D42A-D0C1-4E4C-865A-97CA549E688F}" dt="2021-09-30T18:10:22.864" v="5900" actId="478"/>
          <ac:cxnSpMkLst>
            <pc:docMk/>
            <pc:sldMk cId="3708542869" sldId="450"/>
            <ac:cxnSpMk id="22" creationId="{00063C92-6CDB-43EA-A61E-06466F1FC724}"/>
          </ac:cxnSpMkLst>
        </pc:cxnChg>
        <pc:cxnChg chg="del mod">
          <ac:chgData name="Trong-Thuc Hoang" userId="74af82dad18fbf6c" providerId="LiveId" clId="{8372D42A-D0C1-4E4C-865A-97CA549E688F}" dt="2021-09-30T18:10:22.864" v="5900" actId="478"/>
          <ac:cxnSpMkLst>
            <pc:docMk/>
            <pc:sldMk cId="3708542869" sldId="450"/>
            <ac:cxnSpMk id="23" creationId="{7488F97E-C77D-4879-BC25-BCC5FBC181E3}"/>
          </ac:cxnSpMkLst>
        </pc:cxnChg>
        <pc:cxnChg chg="add mod">
          <ac:chgData name="Trong-Thuc Hoang" userId="74af82dad18fbf6c" providerId="LiveId" clId="{8372D42A-D0C1-4E4C-865A-97CA549E688F}" dt="2021-09-30T18:13:23.365" v="5947" actId="1076"/>
          <ac:cxnSpMkLst>
            <pc:docMk/>
            <pc:sldMk cId="3708542869" sldId="450"/>
            <ac:cxnSpMk id="29" creationId="{8929A478-A315-42BC-BE37-94059083E15C}"/>
          </ac:cxnSpMkLst>
        </pc:cxnChg>
        <pc:cxnChg chg="add mod">
          <ac:chgData name="Trong-Thuc Hoang" userId="74af82dad18fbf6c" providerId="LiveId" clId="{8372D42A-D0C1-4E4C-865A-97CA549E688F}" dt="2021-09-30T18:13:25.500" v="5948" actId="1076"/>
          <ac:cxnSpMkLst>
            <pc:docMk/>
            <pc:sldMk cId="3708542869" sldId="450"/>
            <ac:cxnSpMk id="33" creationId="{86999109-9824-491A-BBF3-B085E5937B30}"/>
          </ac:cxnSpMkLst>
        </pc:cxnChg>
        <pc:cxnChg chg="add mod">
          <ac:chgData name="Trong-Thuc Hoang" userId="74af82dad18fbf6c" providerId="LiveId" clId="{8372D42A-D0C1-4E4C-865A-97CA549E688F}" dt="2021-09-30T18:13:16.426" v="5945" actId="14100"/>
          <ac:cxnSpMkLst>
            <pc:docMk/>
            <pc:sldMk cId="3708542869" sldId="450"/>
            <ac:cxnSpMk id="35" creationId="{2358E2E5-893A-4726-9996-994CC55DC07C}"/>
          </ac:cxnSpMkLst>
        </pc:cxnChg>
      </pc:sldChg>
      <pc:sldChg chg="addSp delSp modSp add mod">
        <pc:chgData name="Trong-Thuc Hoang" userId="74af82dad18fbf6c" providerId="LiveId" clId="{8372D42A-D0C1-4E4C-865A-97CA549E688F}" dt="2021-09-30T18:15:31.712" v="6012" actId="1076"/>
        <pc:sldMkLst>
          <pc:docMk/>
          <pc:sldMk cId="895158619" sldId="451"/>
        </pc:sldMkLst>
        <pc:spChg chg="del">
          <ac:chgData name="Trong-Thuc Hoang" userId="74af82dad18fbf6c" providerId="LiveId" clId="{8372D42A-D0C1-4E4C-865A-97CA549E688F}" dt="2021-09-30T18:13:56.717" v="5970" actId="478"/>
          <ac:spMkLst>
            <pc:docMk/>
            <pc:sldMk cId="895158619" sldId="451"/>
            <ac:spMk id="27" creationId="{517530FD-49CF-4920-B716-3252B24FD52D}"/>
          </ac:spMkLst>
        </pc:spChg>
        <pc:spChg chg="del">
          <ac:chgData name="Trong-Thuc Hoang" userId="74af82dad18fbf6c" providerId="LiveId" clId="{8372D42A-D0C1-4E4C-865A-97CA549E688F}" dt="2021-09-30T18:14:08.837" v="5976" actId="478"/>
          <ac:spMkLst>
            <pc:docMk/>
            <pc:sldMk cId="895158619" sldId="451"/>
            <ac:spMk id="30" creationId="{F491BB1C-F305-4724-B792-8C57946F7570}"/>
          </ac:spMkLst>
        </pc:spChg>
        <pc:spChg chg="del">
          <ac:chgData name="Trong-Thuc Hoang" userId="74af82dad18fbf6c" providerId="LiveId" clId="{8372D42A-D0C1-4E4C-865A-97CA549E688F}" dt="2021-09-30T18:13:55.314" v="5969" actId="478"/>
          <ac:spMkLst>
            <pc:docMk/>
            <pc:sldMk cId="895158619" sldId="451"/>
            <ac:spMk id="31" creationId="{7A88DCA5-564A-4F78-A511-D13FAB709404}"/>
          </ac:spMkLst>
        </pc:spChg>
        <pc:spChg chg="del">
          <ac:chgData name="Trong-Thuc Hoang" userId="74af82dad18fbf6c" providerId="LiveId" clId="{8372D42A-D0C1-4E4C-865A-97CA549E688F}" dt="2021-09-30T18:13:54.487" v="5968" actId="478"/>
          <ac:spMkLst>
            <pc:docMk/>
            <pc:sldMk cId="895158619" sldId="451"/>
            <ac:spMk id="32" creationId="{D600467E-FE8D-45E4-AD4F-66D4242722C0}"/>
          </ac:spMkLst>
        </pc:spChg>
        <pc:spChg chg="mod">
          <ac:chgData name="Trong-Thuc Hoang" userId="74af82dad18fbf6c" providerId="LiveId" clId="{8372D42A-D0C1-4E4C-865A-97CA549E688F}" dt="2021-09-30T18:15:31.712" v="6012" actId="1076"/>
          <ac:spMkLst>
            <pc:docMk/>
            <pc:sldMk cId="895158619" sldId="451"/>
            <ac:spMk id="34" creationId="{100E7CBA-D983-45A9-B471-124E00256C6E}"/>
          </ac:spMkLst>
        </pc:spChg>
        <pc:spChg chg="mod">
          <ac:chgData name="Trong-Thuc Hoang" userId="74af82dad18fbf6c" providerId="LiveId" clId="{8372D42A-D0C1-4E4C-865A-97CA549E688F}" dt="2021-09-30T18:15:29.931" v="6011" actId="1076"/>
          <ac:spMkLst>
            <pc:docMk/>
            <pc:sldMk cId="895158619" sldId="451"/>
            <ac:spMk id="36" creationId="{DD9CEE69-46A2-42E5-B410-8CD8D77D2023}"/>
          </ac:spMkLst>
        </pc:spChg>
        <pc:spChg chg="mod">
          <ac:chgData name="Trong-Thuc Hoang" userId="74af82dad18fbf6c" providerId="LiveId" clId="{8372D42A-D0C1-4E4C-865A-97CA549E688F}" dt="2021-09-30T18:15:12.292" v="6005" actId="1076"/>
          <ac:spMkLst>
            <pc:docMk/>
            <pc:sldMk cId="895158619" sldId="451"/>
            <ac:spMk id="46" creationId="{5C571606-AF5F-4C47-AC1F-10FEFC1DD4EF}"/>
          </ac:spMkLst>
        </pc:spChg>
        <pc:picChg chg="add mod ord">
          <ac:chgData name="Trong-Thuc Hoang" userId="74af82dad18fbf6c" providerId="LiveId" clId="{8372D42A-D0C1-4E4C-865A-97CA549E688F}" dt="2021-09-30T18:15:27.211" v="6010" actId="1076"/>
          <ac:picMkLst>
            <pc:docMk/>
            <pc:sldMk cId="895158619" sldId="451"/>
            <ac:picMk id="17" creationId="{015CA2EF-F4BB-4FC3-8845-0BF2EB694BAD}"/>
          </ac:picMkLst>
        </pc:picChg>
        <pc:picChg chg="add mod ord">
          <ac:chgData name="Trong-Thuc Hoang" userId="74af82dad18fbf6c" providerId="LiveId" clId="{8372D42A-D0C1-4E4C-865A-97CA549E688F}" dt="2021-09-30T18:15:25.408" v="6009" actId="1076"/>
          <ac:picMkLst>
            <pc:docMk/>
            <pc:sldMk cId="895158619" sldId="451"/>
            <ac:picMk id="18" creationId="{2E786D53-6CBB-4962-A937-DD23AD8C94FF}"/>
          </ac:picMkLst>
        </pc:picChg>
        <pc:picChg chg="del">
          <ac:chgData name="Trong-Thuc Hoang" userId="74af82dad18fbf6c" providerId="LiveId" clId="{8372D42A-D0C1-4E4C-865A-97CA549E688F}" dt="2021-09-30T18:13:52.857" v="5967" actId="478"/>
          <ac:picMkLst>
            <pc:docMk/>
            <pc:sldMk cId="895158619" sldId="451"/>
            <ac:picMk id="26" creationId="{C308A2E1-F954-478B-8B2A-4720C25276B5}"/>
          </ac:picMkLst>
        </pc:picChg>
        <pc:cxnChg chg="del mod">
          <ac:chgData name="Trong-Thuc Hoang" userId="74af82dad18fbf6c" providerId="LiveId" clId="{8372D42A-D0C1-4E4C-865A-97CA549E688F}" dt="2021-09-30T18:13:57.365" v="5971" actId="478"/>
          <ac:cxnSpMkLst>
            <pc:docMk/>
            <pc:sldMk cId="895158619" sldId="451"/>
            <ac:cxnSpMk id="29" creationId="{8929A478-A315-42BC-BE37-94059083E15C}"/>
          </ac:cxnSpMkLst>
        </pc:cxnChg>
        <pc:cxnChg chg="del mod">
          <ac:chgData name="Trong-Thuc Hoang" userId="74af82dad18fbf6c" providerId="LiveId" clId="{8372D42A-D0C1-4E4C-865A-97CA549E688F}" dt="2021-09-30T18:13:58.237" v="5972" actId="478"/>
          <ac:cxnSpMkLst>
            <pc:docMk/>
            <pc:sldMk cId="895158619" sldId="451"/>
            <ac:cxnSpMk id="33" creationId="{86999109-9824-491A-BBF3-B085E5937B30}"/>
          </ac:cxnSpMkLst>
        </pc:cxnChg>
        <pc:cxnChg chg="del mod">
          <ac:chgData name="Trong-Thuc Hoang" userId="74af82dad18fbf6c" providerId="LiveId" clId="{8372D42A-D0C1-4E4C-865A-97CA549E688F}" dt="2021-09-30T18:13:59.163" v="5973" actId="478"/>
          <ac:cxnSpMkLst>
            <pc:docMk/>
            <pc:sldMk cId="895158619" sldId="451"/>
            <ac:cxnSpMk id="35" creationId="{2358E2E5-893A-4726-9996-994CC55DC07C}"/>
          </ac:cxnSpMkLst>
        </pc:cxnChg>
      </pc:sldChg>
      <pc:sldChg chg="addSp delSp modSp add mod">
        <pc:chgData name="Trong-Thuc Hoang" userId="74af82dad18fbf6c" providerId="LiveId" clId="{8372D42A-D0C1-4E4C-865A-97CA549E688F}" dt="2021-09-30T18:16:46.536" v="6078" actId="1076"/>
        <pc:sldMkLst>
          <pc:docMk/>
          <pc:sldMk cId="2961779750" sldId="452"/>
        </pc:sldMkLst>
        <pc:spChg chg="mod">
          <ac:chgData name="Trong-Thuc Hoang" userId="74af82dad18fbf6c" providerId="LiveId" clId="{8372D42A-D0C1-4E4C-865A-97CA549E688F}" dt="2021-09-30T18:16:46.536" v="6078" actId="1076"/>
          <ac:spMkLst>
            <pc:docMk/>
            <pc:sldMk cId="2961779750" sldId="452"/>
            <ac:spMk id="34" creationId="{100E7CBA-D983-45A9-B471-124E00256C6E}"/>
          </ac:spMkLst>
        </pc:spChg>
        <pc:spChg chg="del">
          <ac:chgData name="Trong-Thuc Hoang" userId="74af82dad18fbf6c" providerId="LiveId" clId="{8372D42A-D0C1-4E4C-865A-97CA549E688F}" dt="2021-09-30T18:15:44.044" v="6016" actId="478"/>
          <ac:spMkLst>
            <pc:docMk/>
            <pc:sldMk cId="2961779750" sldId="452"/>
            <ac:spMk id="36" creationId="{DD9CEE69-46A2-42E5-B410-8CD8D77D2023}"/>
          </ac:spMkLst>
        </pc:spChg>
        <pc:picChg chg="add mod ord">
          <ac:chgData name="Trong-Thuc Hoang" userId="74af82dad18fbf6c" providerId="LiveId" clId="{8372D42A-D0C1-4E4C-865A-97CA549E688F}" dt="2021-09-30T18:16:14.417" v="6025" actId="1076"/>
          <ac:picMkLst>
            <pc:docMk/>
            <pc:sldMk cId="2961779750" sldId="452"/>
            <ac:picMk id="11" creationId="{4FB2C660-90D6-435B-B4EE-1BE5B7E6E9FE}"/>
          </ac:picMkLst>
        </pc:picChg>
        <pc:picChg chg="del">
          <ac:chgData name="Trong-Thuc Hoang" userId="74af82dad18fbf6c" providerId="LiveId" clId="{8372D42A-D0C1-4E4C-865A-97CA549E688F}" dt="2021-09-30T18:15:42.079" v="6014" actId="478"/>
          <ac:picMkLst>
            <pc:docMk/>
            <pc:sldMk cId="2961779750" sldId="452"/>
            <ac:picMk id="17" creationId="{015CA2EF-F4BB-4FC3-8845-0BF2EB694BAD}"/>
          </ac:picMkLst>
        </pc:picChg>
        <pc:picChg chg="del">
          <ac:chgData name="Trong-Thuc Hoang" userId="74af82dad18fbf6c" providerId="LiveId" clId="{8372D42A-D0C1-4E4C-865A-97CA549E688F}" dt="2021-09-30T18:15:43.274" v="6015" actId="478"/>
          <ac:picMkLst>
            <pc:docMk/>
            <pc:sldMk cId="2961779750" sldId="452"/>
            <ac:picMk id="18" creationId="{2E786D53-6CBB-4962-A937-DD23AD8C94FF}"/>
          </ac:picMkLst>
        </pc:picChg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276600" cy="5365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281488" y="0"/>
            <a:ext cx="3276600" cy="5365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2262033-E569-469B-8AC2-4E5C1BF167E5}" type="datetimeFigureOut">
              <a:rPr lang="en-US" smtClean="0"/>
              <a:t>12/23/2024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573088" y="1336675"/>
            <a:ext cx="6413500" cy="3608388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55650" y="5145088"/>
            <a:ext cx="6048375" cy="42100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10155238"/>
            <a:ext cx="3276600" cy="5365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281488" y="10155238"/>
            <a:ext cx="3276600" cy="5365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F078D98-5ADF-47DD-97FF-EFBD9071EF9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80935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ubTitle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pPr algn="ctr"/>
            <a:endParaRPr lang="en-US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laceHolder 1"/>
          <p:cNvSpPr>
            <a:spLocks noGrp="1"/>
          </p:cNvSpPr>
          <p:nvPr>
            <p:ph type="subTitle"/>
          </p:nvPr>
        </p:nvSpPr>
        <p:spPr>
          <a:xfrm>
            <a:off x="609480" y="273600"/>
            <a:ext cx="10972440" cy="530784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pPr algn="ctr"/>
            <a:endParaRPr lang="en-US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" name="PlaceHolder 4"/>
          <p:cNvSpPr>
            <a:spLocks noGrp="1"/>
          </p:cNvSpPr>
          <p:nvPr>
            <p:ph type="body"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" name="PlaceHolder 4"/>
          <p:cNvSpPr>
            <a:spLocks noGrp="1"/>
          </p:cNvSpPr>
          <p:nvPr>
            <p:ph type="body"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" name="PlaceHolder 4"/>
          <p:cNvSpPr>
            <a:spLocks noGrp="1"/>
          </p:cNvSpPr>
          <p:nvPr>
            <p:ph type="body"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" name="PlaceHolder 3"/>
          <p:cNvSpPr>
            <a:spLocks noGrp="1"/>
          </p:cNvSpPr>
          <p:nvPr>
            <p:ph type="body"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" name="PlaceHolder 4"/>
          <p:cNvSpPr>
            <a:spLocks noGrp="1"/>
          </p:cNvSpPr>
          <p:nvPr>
            <p:ph type="body"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" name="PlaceHolder 5"/>
          <p:cNvSpPr>
            <a:spLocks noGrp="1"/>
          </p:cNvSpPr>
          <p:nvPr>
            <p:ph type="body"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353304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" name="PlaceHolder 3"/>
          <p:cNvSpPr>
            <a:spLocks noGrp="1"/>
          </p:cNvSpPr>
          <p:nvPr>
            <p:ph type="body"/>
          </p:nvPr>
        </p:nvSpPr>
        <p:spPr>
          <a:xfrm>
            <a:off x="4319640" y="1604520"/>
            <a:ext cx="353304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" name="PlaceHolder 4"/>
          <p:cNvSpPr>
            <a:spLocks noGrp="1"/>
          </p:cNvSpPr>
          <p:nvPr>
            <p:ph type="body"/>
          </p:nvPr>
        </p:nvSpPr>
        <p:spPr>
          <a:xfrm>
            <a:off x="8029800" y="1604520"/>
            <a:ext cx="353304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" name="PlaceHolder 5"/>
          <p:cNvSpPr>
            <a:spLocks noGrp="1"/>
          </p:cNvSpPr>
          <p:nvPr>
            <p:ph type="body"/>
          </p:nvPr>
        </p:nvSpPr>
        <p:spPr>
          <a:xfrm>
            <a:off x="609480" y="3682080"/>
            <a:ext cx="353304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" name="PlaceHolder 6"/>
          <p:cNvSpPr>
            <a:spLocks noGrp="1"/>
          </p:cNvSpPr>
          <p:nvPr>
            <p:ph type="body"/>
          </p:nvPr>
        </p:nvSpPr>
        <p:spPr>
          <a:xfrm>
            <a:off x="4319640" y="3682080"/>
            <a:ext cx="353304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" name="PlaceHolder 7"/>
          <p:cNvSpPr>
            <a:spLocks noGrp="1"/>
          </p:cNvSpPr>
          <p:nvPr>
            <p:ph type="body"/>
          </p:nvPr>
        </p:nvSpPr>
        <p:spPr>
          <a:xfrm>
            <a:off x="8029800" y="3682080"/>
            <a:ext cx="353304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_Title Slide" type="title">
  <p:cSld name="1_Title Slide">
    <p:spTree>
      <p:nvGrpSpPr>
        <p:cNvPr id="1" name="Shape 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Google Shape;13;p39"/>
          <p:cNvSpPr txBox="1"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Arial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" name="Google Shape;14;p39"/>
          <p:cNvSpPr txBox="1"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15" name="Google Shape;15;p39"/>
          <p:cNvSpPr txBox="1">
            <a:spLocks noGrp="1"/>
          </p:cNvSpPr>
          <p:nvPr>
            <p:ph type="dt" idx="10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6" name="Google Shape;16;p39"/>
          <p:cNvSpPr txBox="1">
            <a:spLocks noGrp="1"/>
          </p:cNvSpPr>
          <p:nvPr>
            <p:ph type="ftr" idx="1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7" name="Google Shape;17;p39"/>
          <p:cNvSpPr txBox="1">
            <a:spLocks noGrp="1"/>
          </p:cNvSpPr>
          <p:nvPr>
            <p:ph type="sldNum" idx="12"/>
          </p:nvPr>
        </p:nvSpPr>
        <p:spPr>
          <a:xfrm>
            <a:off x="11284906" y="6448425"/>
            <a:ext cx="907200" cy="40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ctr" rtl="0">
              <a:buNone/>
              <a:defRPr sz="16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L="0" marR="0" lvl="1" indent="0" algn="ctr" rtl="0">
              <a:buNone/>
              <a:defRPr sz="16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L="0" marR="0" lvl="2" indent="0" algn="ctr" rtl="0">
              <a:buNone/>
              <a:defRPr sz="16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L="0" marR="0" lvl="3" indent="0" algn="ctr" rtl="0">
              <a:buNone/>
              <a:defRPr sz="16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L="0" marR="0" lvl="4" indent="0" algn="ctr" rtl="0">
              <a:buNone/>
              <a:defRPr sz="16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L="0" marR="0" lvl="5" indent="0" algn="ctr" rtl="0">
              <a:buNone/>
              <a:defRPr sz="16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L="0" marR="0" lvl="6" indent="0" algn="ctr" rtl="0">
              <a:buNone/>
              <a:defRPr sz="16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L="0" marR="0" lvl="7" indent="0" algn="ctr" rtl="0">
              <a:buNone/>
              <a:defRPr sz="16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L="0" marR="0" lvl="8" indent="0" algn="ctr" rtl="0">
              <a:buNone/>
              <a:defRPr sz="16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708488383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theme" Target="../theme/theme1.xml"/><Relationship Id="rId15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Click to edit the title text format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8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CustomShape 2">
            <a:extLst>
              <a:ext uri="{FF2B5EF4-FFF2-40B4-BE49-F238E27FC236}">
                <a16:creationId xmlns:a16="http://schemas.microsoft.com/office/drawing/2014/main" id="{8E1DDF91-6A44-D4D7-7471-7AE241499D0B}"/>
              </a:ext>
            </a:extLst>
          </p:cNvPr>
          <p:cNvSpPr/>
          <p:nvPr/>
        </p:nvSpPr>
        <p:spPr>
          <a:xfrm>
            <a:off x="-6000" y="2079927"/>
            <a:ext cx="12198000" cy="1568206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39" name="CustomShape 1"/>
          <p:cNvSpPr/>
          <p:nvPr/>
        </p:nvSpPr>
        <p:spPr>
          <a:xfrm>
            <a:off x="4341928" y="6089099"/>
            <a:ext cx="3502144" cy="583321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3200" b="0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>[YYYY/MM]</a:t>
            </a:r>
            <a:endParaRPr lang="en-US" sz="3200" b="0" strike="noStrike" spc="-1" dirty="0">
              <a:latin typeface="Arial"/>
            </a:endParaRPr>
          </a:p>
        </p:txBody>
      </p:sp>
      <p:sp>
        <p:nvSpPr>
          <p:cNvPr id="41" name="CustomShape 3"/>
          <p:cNvSpPr/>
          <p:nvPr/>
        </p:nvSpPr>
        <p:spPr>
          <a:xfrm>
            <a:off x="0" y="2079928"/>
            <a:ext cx="12186000" cy="1568206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ja-JP" altLang="en-US" sz="4800" b="1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>「Course」</a:t>
            </a:r>
            <a:r>
              <a:rPr lang="en-US" altLang="ja-JP" sz="4800" b="1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/>
            </a:r>
            <a:r>
              <a:rPr lang="ja-JP" altLang="en-US" sz="4800" b="1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/>
            </a:r>
            <a:endParaRPr lang="en-US" altLang="ja-JP" sz="4800" b="1" strike="noStrike" spc="-1" dirty="0">
              <a:solidFill>
                <a:srgbClr val="000000"/>
              </a:solidFill>
              <a:latin typeface="Times New Roman"/>
              <a:ea typeface="DejaVu Sans"/>
            </a:endParaRPr>
          </a:p>
          <a:p>
            <a:pPr algn="ctr">
              <a:lnSpc>
                <a:spcPct val="100000"/>
              </a:lnSpc>
            </a:pPr>
            <a:r>
              <a:rPr lang="en-US" altLang="ja-JP" sz="4800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>[Course name]</a:t>
            </a:r>
            <a:r>
              <a:rPr lang="en-US" sz="4800" spc="-1" dirty="0">
                <a:solidFill>
                  <a:srgbClr val="000000"/>
                </a:solidFill>
                <a:latin typeface="Times New Roman"/>
              </a:rPr>
              <a:t/>
            </a:r>
            <a:r>
              <a:rPr lang="en-US" sz="4800" strike="noStrike" spc="-1" dirty="0">
                <a:solidFill>
                  <a:srgbClr val="000000"/>
                </a:solidFill>
                <a:latin typeface="Times New Roman"/>
              </a:rPr>
              <a:t/>
            </a:r>
            <a:endParaRPr lang="en-US" sz="4800" b="0" i="1" strike="noStrike" spc="-1" dirty="0">
              <a:latin typeface="Arial"/>
            </a:endParaRPr>
          </a:p>
        </p:txBody>
      </p:sp>
      <p:sp>
        <p:nvSpPr>
          <p:cNvPr id="42" name="CustomShape 4"/>
          <p:cNvSpPr/>
          <p:nvPr/>
        </p:nvSpPr>
        <p:spPr>
          <a:xfrm>
            <a:off x="6972480" y="105480"/>
            <a:ext cx="5213520" cy="111024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43" name="Picture 4" descr="http://vlsilab.ee.uec.ac.jp/images/logo.png"/>
          <p:cNvPicPr/>
          <p:nvPr/>
        </p:nvPicPr>
        <p:blipFill>
          <a:blip r:embed="rId2"/>
          <a:stretch/>
        </p:blipFill>
        <p:spPr>
          <a:xfrm>
            <a:off x="7713720" y="152280"/>
            <a:ext cx="3730320" cy="1035720"/>
          </a:xfrm>
          <a:prstGeom prst="rect">
            <a:avLst/>
          </a:prstGeom>
          <a:ln>
            <a:noFill/>
          </a:ln>
        </p:spPr>
      </p:pic>
      <p:sp>
        <p:nvSpPr>
          <p:cNvPr id="45" name="CustomShape 6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976D1C0D-8C0B-4FED-8F9E-AAED3AF2BED7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1</a:t>
            </a:fld>
            <a:endParaRPr lang="en-US" sz="1600" b="0" strike="noStrike" spc="-1">
              <a:latin typeface="Arial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0232DAB-B18D-766D-7494-FC208ADBD84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000" y="0"/>
            <a:ext cx="5213520" cy="1363335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BA255EAE-0C29-D6E4-77ED-04D11CA4E1E2}"/>
              </a:ext>
            </a:extLst>
          </p:cNvPr>
          <p:cNvSpPr txBox="1"/>
          <p:nvPr/>
        </p:nvSpPr>
        <p:spPr>
          <a:xfrm>
            <a:off x="4341928" y="5504324"/>
            <a:ext cx="3502144" cy="584775"/>
          </a:xfrm>
          <a:prstGeom prst="rect">
            <a:avLst/>
          </a:prstGeom>
          <a:noFill/>
          <a:ln w="3810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[Author]</a:t>
            </a:r>
          </a:p>
        </p:txBody>
      </p:sp>
      <p:sp>
        <p:nvSpPr>
          <p:cNvPr id="6" name="CustomShape 3">
            <a:extLst>
              <a:ext uri="{FF2B5EF4-FFF2-40B4-BE49-F238E27FC236}">
                <a16:creationId xmlns:a16="http://schemas.microsoft.com/office/drawing/2014/main" id="{6D0CA2DB-BAF7-3DF1-4A25-671F9EC2334A}"/>
              </a:ext>
            </a:extLst>
          </p:cNvPr>
          <p:cNvSpPr/>
          <p:nvPr/>
        </p:nvSpPr>
        <p:spPr>
          <a:xfrm>
            <a:off x="-6000" y="3986473"/>
            <a:ext cx="12198000" cy="706432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ja-JP" altLang="en-US" sz="4000" b="1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>「 Lesson 2 」</a:t>
            </a:r>
            <a:r>
              <a:rPr lang="en-US" sz="4000" b="1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/>
            </a:r>
            <a:r>
              <a:rPr lang="ja-JP" altLang="en-US" sz="4000" b="1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/>
            </a:r>
            <a:r>
              <a:rPr lang="en-US" altLang="ja-JP" sz="4000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/>
            </a:r>
            <a:r>
              <a:rPr lang="en-US" altLang="ja-JP" sz="4000" strike="noStrike" spc="-1" dirty="0" err="1">
                <a:solidFill>
                  <a:srgbClr val="000000"/>
                </a:solidFill>
                <a:latin typeface="Times New Roman"/>
                <a:ea typeface="DejaVu Sans"/>
              </a:rPr>
              <a:t>  Software environment and tests</a:t>
            </a:r>
            <a:endParaRPr lang="en-US" sz="4000" b="0" i="1" strike="noStrike" spc="-1" dirty="0">
              <a:latin typeface="Arial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2" name="CustomShape 4"/>
          <p:cNvSpPr/>
          <p:nvPr/>
        </p:nvSpPr>
        <p:spPr>
          <a:xfrm>
            <a:off x="6972480" y="105480"/>
            <a:ext cx="5213520" cy="111024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43" name="Picture 4" descr="http://vlsilab.ee.uec.ac.jp/images/logo.png"/>
          <p:cNvPicPr/>
          <p:nvPr/>
        </p:nvPicPr>
        <p:blipFill>
          <a:blip r:embed="rId2"/>
          <a:stretch/>
        </p:blipFill>
        <p:spPr>
          <a:xfrm>
            <a:off x="7713720" y="152280"/>
            <a:ext cx="3730320" cy="1035720"/>
          </a:xfrm>
          <a:prstGeom prst="rect">
            <a:avLst/>
          </a:prstGeom>
          <a:ln>
            <a:noFill/>
          </a:ln>
        </p:spPr>
      </p:pic>
      <p:sp>
        <p:nvSpPr>
          <p:cNvPr id="45" name="CustomShape 6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976D1C0D-8C0B-4FED-8F9E-AAED3AF2BED7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2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10" name="CustomShape 3">
            <a:extLst>
              <a:ext uri="{FF2B5EF4-FFF2-40B4-BE49-F238E27FC236}">
                <a16:creationId xmlns:a16="http://schemas.microsoft.com/office/drawing/2014/main" id="{F22CA456-F1E3-4191-9864-00187BF37E54}"/>
              </a:ext>
            </a:extLst>
          </p:cNvPr>
          <p:cNvSpPr/>
          <p:nvPr/>
        </p:nvSpPr>
        <p:spPr>
          <a:xfrm>
            <a:off x="405300" y="1839130"/>
            <a:ext cx="11381400" cy="4030419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2400" b="1">
                <a:solidFill>
                  <a:srgbClr val="000000"/>
                </a:solidFill>
                <a:latin typeface="Times New Roman"/>
              </a:rPr>
              <a:t>Today’s lesson purpose:</a:t>
            </a:r>
          </a:p>
          <a:p>
            <a:pPr marL="256032" indent="-219456">
              <a:buChar char="•"/>
            </a:pPr>
            <a:r>
              <a:rPr sz="2200" b="0">
                <a:solidFill>
                  <a:srgbClr val="000000"/>
                </a:solidFill>
                <a:latin typeface="Times New Roman"/>
              </a:rPr>
              <a:t>Install the bare-metal RISC-V toolchain and find your way around the firmware tree (</a:t>
            </a:r>
            <a:r>
              <a:rPr sz="2200" b="0" i="1">
                <a:solidFill>
                  <a:srgbClr val="000000"/>
                </a:solidFill>
                <a:latin typeface="Times New Roman"/>
              </a:rPr>
              <a:t>fpga/sw/export</a:t>
            </a:r>
            <a:r>
              <a:rPr sz="2200" b="0">
                <a:solidFill>
                  <a:srgbClr val="000000"/>
                </a:solidFill>
                <a:latin typeface="Times New Roman"/>
              </a:rPr>
              <a:t>).</a:t>
            </a:r>
          </a:p>
          <a:p>
            <a:pPr marL="256032" indent="-219456">
              <a:buChar char="•"/>
            </a:pPr>
            <a:r>
              <a:rPr sz="2200" b="0">
                <a:solidFill>
                  <a:srgbClr val="000000"/>
                </a:solidFill>
                <a:latin typeface="Times New Roman"/>
              </a:rPr>
              <a:t>Understand how one image is built: compiler flags, linker script, startup code, stack check.</a:t>
            </a:r>
          </a:p>
          <a:p>
            <a:pPr marL="256032" indent="-219456">
              <a:buChar char="•"/>
            </a:pPr>
            <a:r>
              <a:rPr sz="2200" b="0">
                <a:solidFill>
                  <a:srgbClr val="000000"/>
                </a:solidFill>
                <a:latin typeface="Times New Roman"/>
              </a:rPr>
              <a:t>Configure your own two boards, run a first program end to end, then check the peripherals and every crypto primitive on the board.</a:t>
            </a:r>
          </a:p>
          <a:p>
            <a:r>
              <a:rPr sz="1800" b="0">
                <a:solidFill>
                  <a:srgbClr val="808080"/>
                </a:solidFill>
                <a:latin typeface="Times New Roman"/>
              </a:rPr>
              <a:t>Prerequisite: Lesson 1 (both boards programmed with the EDHOC bitstream)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C6C8F3E6-8FCF-8406-D385-1271B41CF26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000" y="0"/>
            <a:ext cx="5213520" cy="1363335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1" name="CustomShape 3"/>
          <p:cNvSpPr/>
          <p:nvPr/>
        </p:nvSpPr>
        <p:spPr>
          <a:xfrm>
            <a:off x="0" y="1277373"/>
            <a:ext cx="12186000" cy="1014209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6000" b="0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>Outline</a:t>
            </a:r>
            <a:endParaRPr lang="en-US" sz="6000" b="0" strike="noStrike" spc="-1" dirty="0">
              <a:latin typeface="Arial"/>
            </a:endParaRPr>
          </a:p>
        </p:txBody>
      </p:sp>
      <p:sp>
        <p:nvSpPr>
          <p:cNvPr id="42" name="CustomShape 4"/>
          <p:cNvSpPr/>
          <p:nvPr/>
        </p:nvSpPr>
        <p:spPr>
          <a:xfrm>
            <a:off x="6972480" y="105480"/>
            <a:ext cx="5213520" cy="111024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43" name="Picture 4" descr="http://vlsilab.ee.uec.ac.jp/images/logo.png"/>
          <p:cNvPicPr/>
          <p:nvPr/>
        </p:nvPicPr>
        <p:blipFill>
          <a:blip r:embed="rId2"/>
          <a:stretch/>
        </p:blipFill>
        <p:spPr>
          <a:xfrm>
            <a:off x="7713720" y="152280"/>
            <a:ext cx="3730320" cy="1035720"/>
          </a:xfrm>
          <a:prstGeom prst="rect">
            <a:avLst/>
          </a:prstGeom>
          <a:ln>
            <a:noFill/>
          </a:ln>
        </p:spPr>
      </p:pic>
      <p:sp>
        <p:nvSpPr>
          <p:cNvPr id="45" name="CustomShape 6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976D1C0D-8C0B-4FED-8F9E-AAED3AF2BED7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3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10" name="CustomShape 3">
            <a:extLst>
              <a:ext uri="{FF2B5EF4-FFF2-40B4-BE49-F238E27FC236}">
                <a16:creationId xmlns:a16="http://schemas.microsoft.com/office/drawing/2014/main" id="{F22CA456-F1E3-4191-9864-00187BF37E54}"/>
              </a:ext>
            </a:extLst>
          </p:cNvPr>
          <p:cNvSpPr/>
          <p:nvPr/>
        </p:nvSpPr>
        <p:spPr>
          <a:xfrm>
            <a:off x="402300" y="2353236"/>
            <a:ext cx="11381400" cy="2553091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00000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Toolchain &amp; Repository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00000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Your Own Boards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00000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Build System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00000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Board Tools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00000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Peripheral Tests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00000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Crypto Tests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00000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Practice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B2A62998-F8D0-DAA3-4400-008D3F20B2E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000" y="0"/>
            <a:ext cx="5213520" cy="1363335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1" name="CustomShape 3"/>
          <p:cNvSpPr/>
          <p:nvPr/>
        </p:nvSpPr>
        <p:spPr>
          <a:xfrm>
            <a:off x="0" y="1277373"/>
            <a:ext cx="12186000" cy="1014209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6000" b="0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>Outline</a:t>
            </a:r>
            <a:endParaRPr lang="en-US" sz="6000" b="0" strike="noStrike" spc="-1" dirty="0">
              <a:latin typeface="Arial"/>
            </a:endParaRPr>
          </a:p>
        </p:txBody>
      </p:sp>
      <p:sp>
        <p:nvSpPr>
          <p:cNvPr id="42" name="CustomShape 4"/>
          <p:cNvSpPr/>
          <p:nvPr/>
        </p:nvSpPr>
        <p:spPr>
          <a:xfrm>
            <a:off x="6972480" y="105480"/>
            <a:ext cx="5213520" cy="111024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43" name="Picture 4" descr="http://vlsilab.ee.uec.ac.jp/images/logo.png"/>
          <p:cNvPicPr/>
          <p:nvPr/>
        </p:nvPicPr>
        <p:blipFill>
          <a:blip r:embed="rId2"/>
          <a:stretch/>
        </p:blipFill>
        <p:spPr>
          <a:xfrm>
            <a:off x="7713720" y="152280"/>
            <a:ext cx="3730320" cy="1035720"/>
          </a:xfrm>
          <a:prstGeom prst="rect">
            <a:avLst/>
          </a:prstGeom>
          <a:ln>
            <a:noFill/>
          </a:ln>
        </p:spPr>
      </p:pic>
      <p:sp>
        <p:nvSpPr>
          <p:cNvPr id="45" name="CustomShape 6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976D1C0D-8C0B-4FED-8F9E-AAED3AF2BED7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4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10" name="CustomShape 3">
            <a:extLst>
              <a:ext uri="{FF2B5EF4-FFF2-40B4-BE49-F238E27FC236}">
                <a16:creationId xmlns:a16="http://schemas.microsoft.com/office/drawing/2014/main" id="{F22CA456-F1E3-4191-9864-00187BF37E54}"/>
              </a:ext>
            </a:extLst>
          </p:cNvPr>
          <p:cNvSpPr/>
          <p:nvPr/>
        </p:nvSpPr>
        <p:spPr>
          <a:xfrm>
            <a:off x="402300" y="2353236"/>
            <a:ext cx="11381400" cy="2553091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1">
                <a:solidFill>
                  <a:srgbClr val="37863C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Toolchain &amp; Repository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Your Own Boards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Build System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Board Tools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Peripheral Tests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Crypto Tests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Practice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B2A62998-F8D0-DAA3-4400-008D3F20B2E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000" y="0"/>
            <a:ext cx="5213520" cy="1363335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3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1. Toolchain &amp; Repository </a:t>
            </a:r>
            <a:r>
              <a:rPr lang="en-US" sz="33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(1/6) The RISC-V GCC toolchain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5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868680"/>
            <a:ext cx="11430000" cy="1595628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>
              <a:lnSpc>
                <a:spcPct val="100000"/>
              </a:lnSpc>
            </a:pPr>
            <a:r>
              <a:rPr sz="1500">
                <a:solidFill>
                  <a:srgbClr val="1F1F1F"/>
                </a:solidFill>
                <a:latin typeface="Consolas"/>
              </a:rPr>
              <a:t>git clone https://github.com/riscv-collab/riscv-gnu-toolchain</a:t>
            </a:r>
          </a:p>
          <a:p>
            <a:pPr algn="l">
              <a:lnSpc>
                <a:spcPct val="100000"/>
              </a:lnSpc>
            </a:pPr>
            <a:r>
              <a:rPr sz="1500">
                <a:solidFill>
                  <a:srgbClr val="1F1F1F"/>
                </a:solidFill>
                <a:latin typeface="Consolas"/>
              </a:rPr>
              <a:t>cd riscv-gnu-toolchain</a:t>
            </a:r>
          </a:p>
          <a:p>
            <a:pPr algn="l">
              <a:lnSpc>
                <a:spcPct val="100000"/>
              </a:lnSpc>
            </a:pPr>
            <a:r>
              <a:rPr sz="1500">
                <a:solidFill>
                  <a:srgbClr val="1F1F1F"/>
                </a:solidFill>
                <a:latin typeface="Consolas"/>
              </a:rPr>
              <a:t>./configure --prefix=$HOME/opt/riscv --with-multilib-generator="rv64imac-lp64--"</a:t>
            </a:r>
          </a:p>
          <a:p>
            <a:pPr algn="l">
              <a:lnSpc>
                <a:spcPct val="100000"/>
              </a:lnSpc>
            </a:pPr>
            <a:r>
              <a:rPr sz="1500">
                <a:solidFill>
                  <a:srgbClr val="1F1F1F"/>
                </a:solidFill>
                <a:latin typeface="Consolas"/>
              </a:rPr>
              <a:t>make -j$(nproc)                        # newlib (bare-metal) toolchain</a:t>
            </a:r>
          </a:p>
          <a:p>
            <a:pPr algn="l">
              <a:lnSpc>
                <a:spcPct val="100000"/>
              </a:lnSpc>
            </a:pPr>
            <a:r>
              <a:rPr sz="1500">
                <a:solidFill>
                  <a:srgbClr val="1F1F1F"/>
                </a:solidFill>
                <a:latin typeface="Consolas"/>
              </a:rPr>
              <a:t>export PATH=$HOME/opt/riscv/bin:$PATH</a:t>
            </a:r>
          </a:p>
          <a:p>
            <a:pPr algn="l">
              <a:lnSpc>
                <a:spcPct val="100000"/>
              </a:lnSpc>
            </a:pPr>
            <a:r>
              <a:rPr sz="1500">
                <a:solidFill>
                  <a:srgbClr val="1F1F1F"/>
                </a:solidFill>
                <a:latin typeface="Consolas"/>
              </a:rPr>
              <a:t>riscv64-unknown-elf-gcc --version      # ours: 15.1.0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65760" y="2738627"/>
            <a:ext cx="1143000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Bare metal: no operating system, no C library at run time — the firmware brings its own </a:t>
            </a:r>
            <a:r>
              <a:rPr sz="1800" b="0" i="1">
                <a:solidFill>
                  <a:srgbClr val="000000"/>
                </a:solidFill>
                <a:latin typeface="Times New Roman"/>
              </a:rPr>
              <a:t>memcpy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, </a:t>
            </a:r>
            <a:r>
              <a:rPr sz="1800" b="0" i="1">
                <a:solidFill>
                  <a:srgbClr val="000000"/>
                </a:solidFill>
                <a:latin typeface="Times New Roman"/>
              </a:rPr>
              <a:t>printf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(kprintf) and startup code.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Target: </a:t>
            </a:r>
            <a:r>
              <a:rPr sz="1800" b="1">
                <a:solidFill>
                  <a:srgbClr val="000000"/>
                </a:solidFill>
                <a:latin typeface="Times New Roman"/>
              </a:rPr>
              <a:t>rv64imac / lp64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, the small Rocket of Lesson 1 (no floating point).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Toolchain somewhere else? Pass the prefix instead of PATH: </a:t>
            </a:r>
            <a:r>
              <a:rPr sz="1600" b="0">
                <a:solidFill>
                  <a:srgbClr val="8B1A1A"/>
                </a:solidFill>
                <a:latin typeface="Consolas"/>
              </a:rPr>
              <a:t>make CROSS_COMPILE=/opt/riscv/bin/riscv64-unknown-elf-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Also needed: OpenOCD (JTAG), Vivado (programming), Python 3 (host tests).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28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1. Toolchain &amp; Repository </a:t>
            </a:r>
            <a:r>
              <a:rPr lang="en-US" sz="28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(2/6) The firmware tree: fpga/sw/export/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6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365760" y="868680"/>
          <a:ext cx="11430000" cy="402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9052560"/>
              </a:tblGrid>
              <a:tr h="502920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Directory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What it is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edhoc-wolfssl/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EDHOC RFC 9528, methods 0–3, all 9 cipher suites (Lesson 3)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edhoc-authkem/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post-quantum EDHOC AuthKEM, suites TBD1–TBD3 (Lesson 4)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tests/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peripheral tests, crypto known-answer tests, SD card preparation (sd_prep)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common/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shared by all three: startup, linker, drivers, CBOR, EDHOC core, crypto, radio link, SD/FAT32, board scripts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tools/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mksd.sh — prepares a microSD card on a PC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docs/slides/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these lessons (python-pptx generator)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deviations.txt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the questions asked during the project and how each was answered (dated log)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4" name="TextBox 63"/>
          <p:cNvSpPr txBox="1"/>
          <p:nvPr/>
        </p:nvSpPr>
        <p:spPr>
          <a:xfrm>
            <a:off x="365760" y="5120640"/>
            <a:ext cx="114300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Everything is vendored: no submodules, nothing to download at build time.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The packages share </a:t>
            </a:r>
            <a:r>
              <a:rPr sz="1800" b="0" i="1">
                <a:solidFill>
                  <a:srgbClr val="000000"/>
                </a:solidFill>
                <a:latin typeface="Times New Roman"/>
              </a:rPr>
              <a:t>common/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, so copy </a:t>
            </a:r>
            <a:r>
              <a:rPr sz="1800" b="0" i="1">
                <a:solidFill>
                  <a:srgbClr val="000000"/>
                </a:solidFill>
                <a:latin typeface="Times New Roman"/>
              </a:rPr>
              <a:t>export/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as a whole.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1. Toolchain &amp; Repository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(3/6) What is in common/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7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365760" y="868680"/>
          <a:ext cx="11430000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9235440"/>
              </a:tblGrid>
              <a:tr h="571500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Folder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Contents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57150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src/, include/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crt0.S startup, kprintf, libc stubs, UART/radio transport, MRF24J40 driver, SD card, FAT32, application channel, timing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7150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linker/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main.lds + memory.lds: one image in the 64 KiB scratchpad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57150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mk/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rv64.mk (toolchain, flags), rules.mk (compile / link rules)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7150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edhoc/, cbor/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EDHOC core shared by both packages, deterministic CBOR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57150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crypto/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SHA-256/384, HMAC/HKDF, AES-CCM/GCM, KMAC — our own, small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7150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externals/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Monocypher (ChaCha20, Ed25519), curve25519-donna, mlkem-native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57150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board/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run_one.sh, load_both.sh, program_two.tcl, sd_boot.sh, c232hm.cfg, boards.env, perf_table.py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4" name="TextBox 63"/>
          <p:cNvSpPr txBox="1"/>
          <p:nvPr/>
        </p:nvSpPr>
        <p:spPr>
          <a:xfrm>
            <a:off x="365760" y="5669280"/>
            <a:ext cx="114300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700" b="0">
                <a:solidFill>
                  <a:srgbClr val="808080"/>
                </a:solidFill>
                <a:latin typeface="Times New Roman"/>
              </a:rPr>
              <a:t>One copy of each piece of code: both EDHOC packages and the tests link the same files.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2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1. Toolchain &amp; Repository </a:t>
            </a:r>
            <a:r>
              <a:rPr lang="en-US" sz="32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(4/6) Memory layout of one image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8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548640" y="914400"/>
            <a:ext cx="3291840" cy="685800"/>
          </a:xfrm>
          <a:prstGeom prst="rect">
            <a:avLst/>
          </a:prstGeom>
          <a:solidFill>
            <a:srgbClr val="E2F0D9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400" b="0">
                <a:solidFill>
                  <a:srgbClr val="000000"/>
                </a:solidFill>
                <a:latin typeface="Times New Roman"/>
              </a:rPr>
              <a:t>stack (grows down)</a:t>
            </a:r>
          </a:p>
          <a:p>
            <a:pPr algn="ctr"/>
            <a:r>
              <a:rPr sz="1400" b="0">
                <a:solidFill>
                  <a:srgbClr val="000000"/>
                </a:solidFill>
                <a:latin typeface="Times New Roman"/>
              </a:rPr>
              <a:t>← _ram_end = 0x8001_0000</a:t>
            </a:r>
          </a:p>
        </p:txBody>
      </p:sp>
      <p:sp>
        <p:nvSpPr>
          <p:cNvPr id="64" name="Rectangle 63"/>
          <p:cNvSpPr/>
          <p:nvPr/>
        </p:nvSpPr>
        <p:spPr>
          <a:xfrm>
            <a:off x="548640" y="1600200"/>
            <a:ext cx="3291840" cy="960120"/>
          </a:xfrm>
          <a:prstGeom prst="rect">
            <a:avLst/>
          </a:prstGeom>
          <a:solidFill>
            <a:srgbClr val="FFFFFF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400" b="0">
                <a:solidFill>
                  <a:srgbClr val="000000"/>
                </a:solidFill>
                <a:latin typeface="Times New Roman"/>
              </a:rPr>
              <a:t>free (painted 0x5A5A5A5A)</a:t>
            </a:r>
          </a:p>
        </p:txBody>
      </p:sp>
      <p:sp>
        <p:nvSpPr>
          <p:cNvPr id="65" name="Rectangle 64"/>
          <p:cNvSpPr/>
          <p:nvPr/>
        </p:nvSpPr>
        <p:spPr>
          <a:xfrm>
            <a:off x="548640" y="2560320"/>
            <a:ext cx="3291840" cy="502920"/>
          </a:xfrm>
          <a:prstGeom prst="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400" b="0">
                <a:solidFill>
                  <a:srgbClr val="000000"/>
                </a:solidFill>
                <a:latin typeface="Times New Roman"/>
              </a:rPr>
              <a:t>.bss (zeroed)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48640" y="3063240"/>
            <a:ext cx="3291840" cy="685800"/>
          </a:xfrm>
          <a:prstGeom prst="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400" b="0">
                <a:solidFill>
                  <a:srgbClr val="000000"/>
                </a:solidFill>
                <a:latin typeface="Times New Roman"/>
              </a:rPr>
              <a:t>.rodata / .data</a:t>
            </a:r>
          </a:p>
        </p:txBody>
      </p:sp>
      <p:sp>
        <p:nvSpPr>
          <p:cNvPr id="67" name="Rectangle 66"/>
          <p:cNvSpPr/>
          <p:nvPr/>
        </p:nvSpPr>
        <p:spPr>
          <a:xfrm>
            <a:off x="548640" y="3749039"/>
            <a:ext cx="3291840" cy="1463040"/>
          </a:xfrm>
          <a:prstGeom prst="rect">
            <a:avLst/>
          </a:prstGeom>
          <a:solidFill>
            <a:srgbClr val="DAE8F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400" b="0">
                <a:solidFill>
                  <a:srgbClr val="000000"/>
                </a:solidFill>
                <a:latin typeface="Times New Roman"/>
              </a:rPr>
              <a:t>.text (code)</a:t>
            </a:r>
          </a:p>
          <a:p>
            <a:pPr algn="ctr"/>
            <a:r>
              <a:rPr sz="1400" b="0">
                <a:solidFill>
                  <a:srgbClr val="000000"/>
                </a:solidFill>
                <a:latin typeface="Times New Roman"/>
              </a:rPr>
              <a:t>← 0x8000_0000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114800" y="914400"/>
            <a:ext cx="7863840" cy="2103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The linker script places code, data and zeroed data from the bottom of the scratchpad; the stack grows down from the top.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Each build reserves a stack size (</a:t>
            </a:r>
            <a:r>
              <a:rPr sz="1600" b="0">
                <a:solidFill>
                  <a:srgbClr val="8B1A1A"/>
                </a:solidFill>
                <a:latin typeface="Consolas"/>
              </a:rPr>
              <a:t>STACK_SIZE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, per suite and role). The link </a:t>
            </a:r>
            <a:r>
              <a:rPr sz="1800" b="1">
                <a:solidFill>
                  <a:srgbClr val="000000"/>
                </a:solidFill>
                <a:latin typeface="Times New Roman"/>
              </a:rPr>
              <a:t>fails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if image + reserve do not fit:</a:t>
            </a:r>
          </a:p>
        </p:txBody>
      </p:sp>
      <p:sp>
        <p:nvSpPr>
          <p:cNvPr id="69" name="Rectangle 68"/>
          <p:cNvSpPr/>
          <p:nvPr/>
        </p:nvSpPr>
        <p:spPr>
          <a:xfrm>
            <a:off x="4114800" y="3017520"/>
            <a:ext cx="7863840" cy="792011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271" b="1">
                <a:solidFill>
                  <a:srgbClr val="808080"/>
                </a:solidFill>
                <a:latin typeface="Consolas"/>
              </a:rPr>
              <a:t>common/linker/main.lds</a:t>
            </a:r>
          </a:p>
          <a:p>
            <a:pPr algn="l">
              <a:lnSpc>
                <a:spcPct val="100000"/>
              </a:lnSpc>
            </a:pPr>
            <a:r>
              <a:rPr sz="1271">
                <a:solidFill>
                  <a:srgbClr val="1F1F1F"/>
                </a:solidFill>
                <a:latin typeface="Consolas"/>
              </a:rPr>
              <a:t>ASSERT((_end &lt;= (_ram_end - __stack_reserve)),</a:t>
            </a:r>
          </a:p>
          <a:p>
            <a:pPr algn="l">
              <a:lnSpc>
                <a:spcPct val="100000"/>
              </a:lnSpc>
            </a:pPr>
            <a:r>
              <a:rPr sz="1271">
                <a:solidFill>
                  <a:srgbClr val="1F1F1F"/>
                </a:solidFill>
                <a:latin typeface="Consolas"/>
              </a:rPr>
              <a:t>  "ERROR: Program + stack exceeds RAM. Reduce the image or lower STACK_SIZE.")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114800" y="3992411"/>
            <a:ext cx="786384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The linker checks that the program </a:t>
            </a:r>
            <a:r>
              <a:rPr sz="1800" b="1">
                <a:solidFill>
                  <a:srgbClr val="000000"/>
                </a:solidFill>
                <a:latin typeface="Times New Roman"/>
              </a:rPr>
              <a:t>and the configured stack reserve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fit. Whether the real stack stays inside that reserve is measured on the board (next slides).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27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1. Toolchain &amp; Repository </a:t>
            </a:r>
            <a:r>
              <a:rPr lang="en-US" sz="27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(5/6) Will my build fit? Check it yourself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9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868680"/>
            <a:ext cx="5852160" cy="1270843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380" b="1">
                <a:solidFill>
                  <a:srgbClr val="808080"/>
                </a:solidFill>
                <a:latin typeface="Consolas"/>
              </a:rPr>
              <a:t>Run this</a:t>
            </a:r>
          </a:p>
          <a:p>
            <a:pPr algn="l">
              <a:lnSpc>
                <a:spcPct val="100000"/>
              </a:lnSpc>
            </a:pPr>
            <a:r>
              <a:rPr sz="1380">
                <a:solidFill>
                  <a:srgbClr val="1F1F1F"/>
                </a:solidFill>
                <a:latin typeface="Consolas"/>
              </a:rPr>
              <a:t>cd fpga/sw/export/edhoc-wolfssl</a:t>
            </a:r>
          </a:p>
          <a:p>
            <a:pPr algn="l">
              <a:lnSpc>
                <a:spcPct val="100000"/>
              </a:lnSpc>
            </a:pPr>
            <a:r>
              <a:rPr sz="1380">
                <a:solidFill>
                  <a:srgbClr val="1F1F1F"/>
                </a:solidFill>
                <a:latin typeface="Consolas"/>
              </a:rPr>
              <a:t>make edhoc_m3_initiator CRYPTO_SUITE=4</a:t>
            </a:r>
          </a:p>
          <a:p>
            <a:pPr algn="l">
              <a:lnSpc>
                <a:spcPct val="100000"/>
              </a:lnSpc>
            </a:pPr>
            <a:r>
              <a:rPr sz="1380">
                <a:solidFill>
                  <a:srgbClr val="1F1F1F"/>
                </a:solidFill>
                <a:latin typeface="Consolas"/>
              </a:rPr>
              <a:t>riscv64-unknown-elf-size build/edhoc_m3_initiator.elf</a:t>
            </a:r>
          </a:p>
          <a:p>
            <a:pPr algn="l">
              <a:lnSpc>
                <a:spcPct val="100000"/>
              </a:lnSpc>
            </a:pPr>
            <a:r>
              <a:rPr sz="1380">
                <a:solidFill>
                  <a:srgbClr val="1F1F1F"/>
                </a:solidFill>
                <a:latin typeface="Consolas"/>
              </a:rPr>
              <a:t>grep -m1 __stack_size build/edhoc_m3_initiator.map</a:t>
            </a:r>
          </a:p>
        </p:txBody>
      </p:sp>
      <p:sp>
        <p:nvSpPr>
          <p:cNvPr id="64" name="Rectangle 63"/>
          <p:cNvSpPr/>
          <p:nvPr/>
        </p:nvSpPr>
        <p:spPr>
          <a:xfrm>
            <a:off x="6309360" y="868680"/>
            <a:ext cx="5669280" cy="1006856"/>
          </a:xfrm>
          <a:prstGeom prst="rect">
            <a:avLst/>
          </a:prstGeom>
          <a:solidFill>
            <a:srgbClr val="1E1E1E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300" b="1">
                <a:solidFill>
                  <a:srgbClr val="AAAAAA"/>
                </a:solidFill>
                <a:latin typeface="Consolas"/>
              </a:rPr>
              <a:t>Example output — this revision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 text  data   bss    dec   hex filename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25319     0  1640  26959  694f build/edhoc_m3_...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... __stack_size = 0x1500        (= 5,376 B)</a:t>
            </a:r>
          </a:p>
        </p:txBody>
      </p:sp>
      <p:graphicFrame>
        <p:nvGraphicFramePr>
          <p:cNvPr id="65" name="Table 64"/>
          <p:cNvGraphicFramePr>
            <a:graphicFrameLocks noGrp="1"/>
          </p:cNvGraphicFramePr>
          <p:nvPr/>
        </p:nvGraphicFramePr>
        <p:xfrm>
          <a:off x="365760" y="2413843"/>
          <a:ext cx="1143000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1188720"/>
                <a:gridCol w="1005840"/>
                <a:gridCol w="1280160"/>
                <a:gridCol w="1737360"/>
                <a:gridCol w="1280160"/>
                <a:gridCol w="2560320"/>
              </a:tblGrid>
              <a:tr h="42672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Build (initiator)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text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bss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image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stack reserve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total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fits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42672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suite 4, method 3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25,319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1,640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26,959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5,376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32,335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32 KiB (433 B left)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2672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suite 25, method 0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46,187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1,752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47,939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12,544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60,483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64 KiB only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</a:tbl>
          </a:graphicData>
        </a:graphic>
      </p:graphicFrame>
      <p:sp>
        <p:nvSpPr>
          <p:cNvPr id="66" name="TextBox 65"/>
          <p:cNvSpPr txBox="1"/>
          <p:nvPr/>
        </p:nvSpPr>
        <p:spPr>
          <a:xfrm>
            <a:off x="365760" y="3703320"/>
            <a:ext cx="11430000" cy="274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600" b="1">
                <a:solidFill>
                  <a:srgbClr val="000000"/>
                </a:solidFill>
                <a:latin typeface="Times New Roman"/>
              </a:rPr>
              <a:t>text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 = code + constants, </a:t>
            </a:r>
            <a:r>
              <a:rPr sz="1600" b="1">
                <a:solidFill>
                  <a:srgbClr val="000000"/>
                </a:solidFill>
                <a:latin typeface="Times New Roman"/>
              </a:rPr>
              <a:t>data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 = initialised variables, </a:t>
            </a:r>
            <a:r>
              <a:rPr sz="1600" b="1">
                <a:solidFill>
                  <a:srgbClr val="000000"/>
                </a:solidFill>
                <a:latin typeface="Times New Roman"/>
              </a:rPr>
              <a:t>bss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 = zeroed variables (in RAM, not in the file). The ELF file (36,920 B here) also holds symbols; the </a:t>
            </a:r>
            <a:r>
              <a:rPr sz="1600" b="0" i="1">
                <a:solidFill>
                  <a:srgbClr val="000000"/>
                </a:solidFill>
                <a:latin typeface="Times New Roman"/>
              </a:rPr>
              <a:t>.bin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 (25,328 B) is what gets loaded.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Fits = image + reserve ≤ RAM (the linker check) </a:t>
            </a:r>
            <a:r>
              <a:rPr sz="1600" b="1">
                <a:solidFill>
                  <a:srgbClr val="000000"/>
                </a:solidFill>
                <a:latin typeface="Times New Roman"/>
              </a:rPr>
              <a:t>and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 the board's STACK peak ≤ reserve (next slide). The reserve per suite and role is in </a:t>
            </a:r>
            <a:r>
              <a:rPr sz="1600" b="0" i="1">
                <a:solidFill>
                  <a:srgbClr val="000000"/>
                </a:solidFill>
                <a:latin typeface="Times New Roman"/>
              </a:rPr>
              <a:t>mk/config.mk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Bigger curves and signatures cost both code and stack: that is why suite and method decide whether 32 KiB is enough (Lesson 1).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29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1. Toolchain &amp; Repository </a:t>
            </a:r>
            <a:r>
              <a:rPr lang="en-US" sz="29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(6/6) Startup code and the stack check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10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868680"/>
            <a:ext cx="5486400" cy="1165444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037" b="1">
                <a:solidFill>
                  <a:srgbClr val="808080"/>
                </a:solidFill>
                <a:latin typeface="Consolas"/>
              </a:rPr>
              <a:t>common/src/crt0.S (outline)</a:t>
            </a:r>
          </a:p>
          <a:p>
            <a:pPr algn="l">
              <a:lnSpc>
                <a:spcPct val="100000"/>
              </a:lnSpc>
            </a:pPr>
            <a:r>
              <a:rPr sz="1037">
                <a:solidFill>
                  <a:srgbClr val="1F1F1F"/>
                </a:solidFill>
                <a:latin typeface="Consolas"/>
              </a:rPr>
              <a:t>_prog_start:</a:t>
            </a:r>
          </a:p>
          <a:p>
            <a:pPr algn="l">
              <a:lnSpc>
                <a:spcPct val="100000"/>
              </a:lnSpc>
            </a:pPr>
            <a:r>
              <a:rPr sz="1037">
                <a:solidFill>
                  <a:srgbClr val="1F1F1F"/>
                </a:solidFill>
                <a:latin typeface="Consolas"/>
              </a:rPr>
              <a:t>  la sp, _sp                 // stack at the top of the scratchpad</a:t>
            </a:r>
          </a:p>
          <a:p>
            <a:pPr algn="l">
              <a:lnSpc>
                <a:spcPct val="100000"/>
              </a:lnSpc>
            </a:pPr>
            <a:r>
              <a:rPr sz="1037">
                <a:solidFill>
                  <a:srgbClr val="2E7D32"/>
                </a:solidFill>
                <a:latin typeface="Consolas"/>
              </a:rPr>
              <a:t>  // clear .bss</a:t>
            </a:r>
          </a:p>
          <a:p>
            <a:pPr algn="l">
              <a:lnSpc>
                <a:spcPct val="100000"/>
              </a:lnSpc>
            </a:pPr>
            <a:r>
              <a:rPr sz="1037">
                <a:solidFill>
                  <a:srgbClr val="2E7D32"/>
                </a:solidFill>
                <a:latin typeface="Consolas"/>
              </a:rPr>
              <a:t>  // paint all free RAM [_end, _ram_end) with 0x5A5A5A5A</a:t>
            </a:r>
          </a:p>
          <a:p>
            <a:pPr algn="l">
              <a:lnSpc>
                <a:spcPct val="100000"/>
              </a:lnSpc>
            </a:pPr>
            <a:r>
              <a:rPr sz="1037">
                <a:solidFill>
                  <a:srgbClr val="1F1F1F"/>
                </a:solidFill>
                <a:latin typeface="Consolas"/>
              </a:rPr>
              <a:t>  call main</a:t>
            </a:r>
          </a:p>
        </p:txBody>
      </p:sp>
      <p:sp>
        <p:nvSpPr>
          <p:cNvPr id="64" name="Rectangle 63"/>
          <p:cNvSpPr/>
          <p:nvPr/>
        </p:nvSpPr>
        <p:spPr>
          <a:xfrm>
            <a:off x="6035040" y="868680"/>
            <a:ext cx="5943600" cy="566928"/>
          </a:xfrm>
          <a:prstGeom prst="rect">
            <a:avLst/>
          </a:prstGeom>
          <a:solidFill>
            <a:srgbClr val="1E1E1E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180" b="1">
                <a:solidFill>
                  <a:srgbClr val="AAAAAA"/>
                </a:solidFill>
                <a:latin typeface="Consolas"/>
              </a:rPr>
              <a:t>end of every EDHOC run</a:t>
            </a:r>
          </a:p>
          <a:p>
            <a:pPr algn="l">
              <a:lnSpc>
                <a:spcPct val="100000"/>
              </a:lnSpc>
            </a:pPr>
            <a:r>
              <a:rPr sz="1180">
                <a:solidFill>
                  <a:srgbClr val="E6E6E6"/>
                </a:solidFill>
                <a:latin typeface="Consolas"/>
              </a:rPr>
              <a:t>STACK peak 5376 B, reserve 8448 B, free 25856 B, headroom 20480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65760" y="2308444"/>
            <a:ext cx="11430000" cy="3108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At the end of a run the firmware looks for the first word that is no longer 0x5A5A5A5A: that is the deepest the stack ever went (</a:t>
            </a:r>
            <a:r>
              <a:rPr sz="1800" b="0" i="1">
                <a:solidFill>
                  <a:srgbClr val="000000"/>
                </a:solidFill>
                <a:latin typeface="Times New Roman"/>
              </a:rPr>
              <a:t>stack_highwater()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).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1">
                <a:solidFill>
                  <a:srgbClr val="000000"/>
                </a:solidFill>
                <a:latin typeface="Times New Roman"/>
              </a:rPr>
              <a:t>peak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= measured use; </a:t>
            </a:r>
            <a:r>
              <a:rPr sz="1800" b="1">
                <a:solidFill>
                  <a:srgbClr val="000000"/>
                </a:solidFill>
                <a:latin typeface="Times New Roman"/>
              </a:rPr>
              <a:t>reserve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= what the build set aside; </a:t>
            </a:r>
            <a:r>
              <a:rPr sz="1800" b="1">
                <a:solidFill>
                  <a:srgbClr val="000000"/>
                </a:solidFill>
                <a:latin typeface="Times New Roman"/>
              </a:rPr>
              <a:t>headroom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= how far the stack could still grow into free RAM.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A run whose peak is over its reserve prints </a:t>
            </a:r>
            <a:r>
              <a:rPr sz="1800" b="0" i="1">
                <a:solidFill>
                  <a:srgbClr val="000000"/>
                </a:solidFill>
                <a:latin typeface="Times New Roman"/>
              </a:rPr>
              <a:t>OVERRAN-RESERVE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and </a:t>
            </a:r>
            <a:r>
              <a:rPr sz="1800" b="0" i="1">
                <a:solidFill>
                  <a:srgbClr val="000000"/>
                </a:solidFill>
                <a:latin typeface="Times New Roman"/>
              </a:rPr>
              <a:t>run_pair.sh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fails it. The reserves in this course are measured peak + 25 %.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1" name="CustomShape 3"/>
          <p:cNvSpPr/>
          <p:nvPr/>
        </p:nvSpPr>
        <p:spPr>
          <a:xfrm>
            <a:off x="0" y="1277373"/>
            <a:ext cx="12186000" cy="1014209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6000" b="0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>Outline</a:t>
            </a:r>
            <a:endParaRPr lang="en-US" sz="6000" b="0" strike="noStrike" spc="-1" dirty="0">
              <a:latin typeface="Arial"/>
            </a:endParaRPr>
          </a:p>
        </p:txBody>
      </p:sp>
      <p:sp>
        <p:nvSpPr>
          <p:cNvPr id="42" name="CustomShape 4"/>
          <p:cNvSpPr/>
          <p:nvPr/>
        </p:nvSpPr>
        <p:spPr>
          <a:xfrm>
            <a:off x="6972480" y="105480"/>
            <a:ext cx="5213520" cy="111024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43" name="Picture 4" descr="http://vlsilab.ee.uec.ac.jp/images/logo.png"/>
          <p:cNvPicPr/>
          <p:nvPr/>
        </p:nvPicPr>
        <p:blipFill>
          <a:blip r:embed="rId2"/>
          <a:stretch/>
        </p:blipFill>
        <p:spPr>
          <a:xfrm>
            <a:off x="7713720" y="152280"/>
            <a:ext cx="3730320" cy="1035720"/>
          </a:xfrm>
          <a:prstGeom prst="rect">
            <a:avLst/>
          </a:prstGeom>
          <a:ln>
            <a:noFill/>
          </a:ln>
        </p:spPr>
      </p:pic>
      <p:sp>
        <p:nvSpPr>
          <p:cNvPr id="45" name="CustomShape 6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976D1C0D-8C0B-4FED-8F9E-AAED3AF2BED7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11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10" name="CustomShape 3">
            <a:extLst>
              <a:ext uri="{FF2B5EF4-FFF2-40B4-BE49-F238E27FC236}">
                <a16:creationId xmlns:a16="http://schemas.microsoft.com/office/drawing/2014/main" id="{F22CA456-F1E3-4191-9864-00187BF37E54}"/>
              </a:ext>
            </a:extLst>
          </p:cNvPr>
          <p:cNvSpPr/>
          <p:nvPr/>
        </p:nvSpPr>
        <p:spPr>
          <a:xfrm>
            <a:off x="402300" y="2353236"/>
            <a:ext cx="11381400" cy="2553091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Toolchain &amp; Repository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1">
                <a:solidFill>
                  <a:srgbClr val="37863C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Your Own Boards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Build System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Board Tools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Peripheral Tests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Crypto Tests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Practice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B2A62998-F8D0-DAA3-4400-008D3F20B2E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000" y="0"/>
            <a:ext cx="5213520" cy="1363335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4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2. Your Own Boards </a:t>
            </a:r>
            <a:r>
              <a:rPr lang="en-US" sz="34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(1/3) Find your four serial numbers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12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868680"/>
            <a:ext cx="5486400" cy="822960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377" b="1">
                <a:solidFill>
                  <a:srgbClr val="808080"/>
                </a:solidFill>
                <a:latin typeface="Consolas"/>
              </a:rPr>
              <a:t>Run this</a:t>
            </a:r>
          </a:p>
          <a:p>
            <a:pPr algn="l">
              <a:lnSpc>
                <a:spcPct val="100000"/>
              </a:lnSpc>
            </a:pPr>
            <a:r>
              <a:rPr sz="1377">
                <a:solidFill>
                  <a:srgbClr val="1F1F1F"/>
                </a:solidFill>
                <a:latin typeface="Consolas"/>
              </a:rPr>
              <a:t>cd fpga/sw/export</a:t>
            </a:r>
          </a:p>
          <a:p>
            <a:pPr algn="l">
              <a:lnSpc>
                <a:spcPct val="100000"/>
              </a:lnSpc>
            </a:pPr>
            <a:r>
              <a:rPr sz="1377">
                <a:solidFill>
                  <a:srgbClr val="1F1F1F"/>
                </a:solidFill>
                <a:latin typeface="Consolas"/>
              </a:rPr>
              <a:t>./common/board/list_boards.sh</a:t>
            </a:r>
          </a:p>
        </p:txBody>
      </p:sp>
      <p:sp>
        <p:nvSpPr>
          <p:cNvPr id="64" name="Rectangle 63"/>
          <p:cNvSpPr/>
          <p:nvPr/>
        </p:nvSpPr>
        <p:spPr>
          <a:xfrm>
            <a:off x="6126480" y="868680"/>
            <a:ext cx="5852160" cy="1208277"/>
          </a:xfrm>
          <a:prstGeom prst="rect">
            <a:avLst/>
          </a:prstGeom>
          <a:solidFill>
            <a:srgbClr val="1E1E1E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300" b="1">
                <a:solidFill>
                  <a:srgbClr val="AAAAAA"/>
                </a:solidFill>
                <a:latin typeface="Consolas"/>
              </a:rPr>
              <a:t>Example output — our lab, yours differ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C232HM JTAG   FTA6GPSN  (C232HM-DDHSL-0)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Arty console  210319B4A439  /dev/ttyUSB4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C232HM JTAG   FTA6JVAK  (C232HM-DDHSL-0)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Arty console  210319B269F6  /dev/ttyUSB1</a:t>
            </a:r>
          </a:p>
        </p:txBody>
      </p:sp>
      <p:graphicFrame>
        <p:nvGraphicFramePr>
          <p:cNvPr id="65" name="Table 64"/>
          <p:cNvGraphicFramePr>
            <a:graphicFrameLocks noGrp="1"/>
          </p:cNvGraphicFramePr>
          <p:nvPr/>
        </p:nvGraphicFramePr>
        <p:xfrm>
          <a:off x="365760" y="2468880"/>
          <a:ext cx="1143000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17520"/>
                <a:gridCol w="5486400"/>
                <a:gridCol w="2926080"/>
              </a:tblGrid>
              <a:tr h="438912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boards.env key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What it is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Which line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INITIATOR_CONSOLE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board A's own USB serial (its console)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Arty console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RESPONDER_CONSOLE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board B's own USB serial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Arty console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INITIATOR_SERIAL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C232HM cable on board A's PMOD JD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C232HM JTAG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RESPONDER_SERIAL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C232HM cable on board B's PMOD JD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C232HM JTAG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</a:tbl>
          </a:graphicData>
        </a:graphic>
      </p:graphicFrame>
      <p:sp>
        <p:nvSpPr>
          <p:cNvPr id="66" name="TextBox 65"/>
          <p:cNvSpPr txBox="1"/>
          <p:nvPr/>
        </p:nvSpPr>
        <p:spPr>
          <a:xfrm>
            <a:off x="365760" y="4846320"/>
            <a:ext cx="114300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Which is which? Unplug board B's two USB plugs, run the script again: what is left belongs to board A.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Roles: board A = </a:t>
            </a:r>
            <a:r>
              <a:rPr sz="1700" b="1">
                <a:solidFill>
                  <a:srgbClr val="000000"/>
                </a:solidFill>
                <a:latin typeface="Times New Roman"/>
              </a:rPr>
              <a:t>initiator</a:t>
            </a:r>
            <a:r>
              <a:rPr sz="1700" b="0">
                <a:solidFill>
                  <a:srgbClr val="000000"/>
                </a:solidFill>
                <a:latin typeface="Times New Roman"/>
              </a:rPr>
              <a:t> (sends SEND.BIN), board B = </a:t>
            </a:r>
            <a:r>
              <a:rPr sz="1700" b="1">
                <a:solidFill>
                  <a:srgbClr val="000000"/>
                </a:solidFill>
                <a:latin typeface="Times New Roman"/>
              </a:rPr>
              <a:t>responder</a:t>
            </a:r>
            <a:r>
              <a:rPr sz="1700" b="0">
                <a:solidFill>
                  <a:srgbClr val="000000"/>
                </a:solidFill>
                <a:latin typeface="Times New Roman"/>
              </a:rPr>
              <a:t> (writes RECV.BIN). Label the boards.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0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2. Your Own Boards </a:t>
            </a:r>
            <a:r>
              <a:rPr lang="en-US" sz="30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(2/3) Write them into boards.env and check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13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868680"/>
            <a:ext cx="11430000" cy="1363218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500" b="1">
                <a:solidFill>
                  <a:srgbClr val="808080"/>
                </a:solidFill>
                <a:latin typeface="Consolas"/>
              </a:rPr>
              <a:t>Edit — fpga/sw/export/common/board/boards.env (our values shown)</a:t>
            </a:r>
          </a:p>
          <a:p>
            <a:pPr algn="l">
              <a:lnSpc>
                <a:spcPct val="100000"/>
              </a:lnSpc>
            </a:pPr>
            <a:r>
              <a:rPr sz="1500">
                <a:solidFill>
                  <a:srgbClr val="1F1F1F"/>
                </a:solidFill>
                <a:latin typeface="Consolas"/>
              </a:rPr>
              <a:t>INITIATOR_SERIAL=FTA6JVAK          # C232HM on board A   &lt;- yours</a:t>
            </a:r>
          </a:p>
          <a:p>
            <a:pPr algn="l">
              <a:lnSpc>
                <a:spcPct val="100000"/>
              </a:lnSpc>
            </a:pPr>
            <a:r>
              <a:rPr sz="1500">
                <a:solidFill>
                  <a:srgbClr val="1F1F1F"/>
                </a:solidFill>
                <a:latin typeface="Consolas"/>
              </a:rPr>
              <a:t>RESPONDER_SERIAL=FTA6GPSN          # C232HM on board B   &lt;- yours</a:t>
            </a:r>
          </a:p>
          <a:p>
            <a:pPr algn="l">
              <a:lnSpc>
                <a:spcPct val="100000"/>
              </a:lnSpc>
            </a:pPr>
            <a:r>
              <a:rPr sz="1500">
                <a:solidFill>
                  <a:srgbClr val="1F1F1F"/>
                </a:solidFill>
                <a:latin typeface="Consolas"/>
              </a:rPr>
              <a:t>INITIATOR_CONSOLE=210319B269F6     # Arty A              &lt;- yours</a:t>
            </a:r>
          </a:p>
          <a:p>
            <a:pPr algn="l">
              <a:lnSpc>
                <a:spcPct val="100000"/>
              </a:lnSpc>
            </a:pPr>
            <a:r>
              <a:rPr sz="1500">
                <a:solidFill>
                  <a:srgbClr val="1F1F1F"/>
                </a:solidFill>
                <a:latin typeface="Consolas"/>
              </a:rPr>
              <a:t>RESPONDER_CONSOLE=210319B4A439     # Arty B              &lt;- yours</a:t>
            </a:r>
          </a:p>
        </p:txBody>
      </p:sp>
      <p:sp>
        <p:nvSpPr>
          <p:cNvPr id="64" name="Rectangle 63"/>
          <p:cNvSpPr/>
          <p:nvPr/>
        </p:nvSpPr>
        <p:spPr>
          <a:xfrm>
            <a:off x="365760" y="2460498"/>
            <a:ext cx="11430000" cy="1097280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475" b="1">
                <a:solidFill>
                  <a:srgbClr val="808080"/>
                </a:solidFill>
                <a:latin typeface="Consolas"/>
              </a:rPr>
              <a:t>Run this</a:t>
            </a:r>
          </a:p>
          <a:p>
            <a:pPr algn="l">
              <a:lnSpc>
                <a:spcPct val="100000"/>
              </a:lnSpc>
            </a:pPr>
            <a:r>
              <a:rPr sz="1475">
                <a:solidFill>
                  <a:srgbClr val="1F1F1F"/>
                </a:solidFill>
                <a:latin typeface="Consolas"/>
              </a:rPr>
              <a:t>cd fpga/sw/export/tests &amp;&amp; make gpio_test</a:t>
            </a:r>
          </a:p>
          <a:p>
            <a:pPr algn="l">
              <a:lnSpc>
                <a:spcPct val="100000"/>
              </a:lnSpc>
            </a:pPr>
            <a:r>
              <a:rPr sz="1475">
                <a:solidFill>
                  <a:srgbClr val="1F1F1F"/>
                </a:solidFill>
                <a:latin typeface="Consolas"/>
              </a:rPr>
              <a:t>BOARD=initiator ../common/board/run_one.sh build/gpio_test.elf 5</a:t>
            </a:r>
          </a:p>
          <a:p>
            <a:pPr algn="l">
              <a:lnSpc>
                <a:spcPct val="100000"/>
              </a:lnSpc>
            </a:pPr>
            <a:r>
              <a:rPr sz="1475">
                <a:solidFill>
                  <a:srgbClr val="1F1F1F"/>
                </a:solidFill>
                <a:latin typeface="Consolas"/>
              </a:rPr>
              <a:t>BOARD=responder ../common/board/run_one.sh build/gpio_test.elf 5</a:t>
            </a:r>
          </a:p>
        </p:txBody>
      </p:sp>
      <p:graphicFrame>
        <p:nvGraphicFramePr>
          <p:cNvPr id="65" name="Table 64"/>
          <p:cNvGraphicFramePr>
            <a:graphicFrameLocks noGrp="1"/>
          </p:cNvGraphicFramePr>
          <p:nvPr/>
        </p:nvGraphicFramePr>
        <p:xfrm>
          <a:off x="365760" y="3786378"/>
          <a:ext cx="1143000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120640"/>
                <a:gridCol w="6309360"/>
              </a:tblGrid>
              <a:tr h="39624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</a:rPr>
                        <a:t>You see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</a:rPr>
                        <a:t>Meaning / fix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39624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LEDs walk on board A, then B; console text each time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all four serials right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39624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LEDs walk on the other board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the two cable serials are swapped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39624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LEDs walk, console prints nothing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console serials swapped or wrong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39624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“console … not found”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a console serial is not plugged in or mistyped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39624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OpenOCD error, no LEDs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cable serial wrong, JD wiring, or FPGA not programmed (“dtmcontrol is 0”: Lesson 1, section 6)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1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2. Your Own Boards </a:t>
            </a:r>
            <a:r>
              <a:rPr lang="en-US" sz="31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(3/3) Lab: your first program, end to end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14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365760" y="868680"/>
          <a:ext cx="11430000" cy="914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9235440"/>
              </a:tblGrid>
              <a:tr h="45720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Objective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load one program into board A and read its result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Starting state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both FPGAs programmed (Lesson 1); boards.env filled in; toolchain and OpenOCD installed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4" name="Rectangle 63"/>
          <p:cNvSpPr/>
          <p:nvPr/>
        </p:nvSpPr>
        <p:spPr>
          <a:xfrm>
            <a:off x="365760" y="1965960"/>
            <a:ext cx="6400800" cy="978407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254" b="1">
                <a:solidFill>
                  <a:srgbClr val="808080"/>
                </a:solidFill>
                <a:latin typeface="Consolas"/>
              </a:rPr>
              <a:t>Run this</a:t>
            </a:r>
          </a:p>
          <a:p>
            <a:pPr algn="l">
              <a:lnSpc>
                <a:spcPct val="100000"/>
              </a:lnSpc>
            </a:pPr>
            <a:r>
              <a:rPr sz="1254">
                <a:solidFill>
                  <a:srgbClr val="1F1F1F"/>
                </a:solidFill>
                <a:latin typeface="Consolas"/>
              </a:rPr>
              <a:t>cd fpga/sw/export/tests</a:t>
            </a:r>
          </a:p>
          <a:p>
            <a:pPr algn="l">
              <a:lnSpc>
                <a:spcPct val="100000"/>
              </a:lnSpc>
            </a:pPr>
            <a:r>
              <a:rPr sz="1254">
                <a:solidFill>
                  <a:srgbClr val="1F1F1F"/>
                </a:solidFill>
                <a:latin typeface="Consolas"/>
              </a:rPr>
              <a:t>make gpio_test</a:t>
            </a:r>
          </a:p>
          <a:p>
            <a:pPr algn="l">
              <a:lnSpc>
                <a:spcPct val="100000"/>
              </a:lnSpc>
            </a:pPr>
            <a:r>
              <a:rPr sz="1254">
                <a:solidFill>
                  <a:srgbClr val="1F1F1F"/>
                </a:solidFill>
                <a:latin typeface="Consolas"/>
              </a:rPr>
              <a:t>BOARD=initiator ../common/board/run_one.sh build/gpio_test.elf 5</a:t>
            </a:r>
          </a:p>
        </p:txBody>
      </p:sp>
      <p:sp>
        <p:nvSpPr>
          <p:cNvPr id="65" name="Rectangle 64"/>
          <p:cNvSpPr/>
          <p:nvPr/>
        </p:nvSpPr>
        <p:spPr>
          <a:xfrm>
            <a:off x="6949440" y="1965960"/>
            <a:ext cx="5029200" cy="1502664"/>
          </a:xfrm>
          <a:prstGeom prst="rect">
            <a:avLst/>
          </a:prstGeom>
          <a:solidFill>
            <a:srgbClr val="1E1E1E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200" b="1">
                <a:solidFill>
                  <a:srgbClr val="AAAAAA"/>
                </a:solidFill>
                <a:latin typeface="Consolas"/>
              </a:rPr>
              <a:t>Example output — board A (shortened)</a:t>
            </a:r>
          </a:p>
          <a:p>
            <a:pPr algn="l">
              <a:lnSpc>
                <a:spcPct val="100000"/>
              </a:lnSpc>
            </a:pPr>
            <a:r>
              <a:rPr sz="1200">
                <a:solidFill>
                  <a:srgbClr val="E6E6E6"/>
                </a:solidFill>
                <a:latin typeface="Consolas"/>
              </a:rPr>
              <a:t>=== GPIO test (0x64002000, 8 pins) ===</a:t>
            </a:r>
          </a:p>
          <a:p>
            <a:pPr algn="l">
              <a:lnSpc>
                <a:spcPct val="100000"/>
              </a:lnSpc>
            </a:pPr>
            <a:r>
              <a:rPr sz="1200">
                <a:solidFill>
                  <a:srgbClr val="8BE98B"/>
                </a:solidFill>
                <a:latin typeface="Consolas"/>
              </a:rPr>
              <a:t>  output_en   : got=ff want=ff PASS</a:t>
            </a:r>
          </a:p>
          <a:p>
            <a:pPr algn="l">
              <a:lnSpc>
                <a:spcPct val="100000"/>
              </a:lnSpc>
            </a:pPr>
            <a:r>
              <a:rPr sz="1200">
                <a:solidFill>
                  <a:srgbClr val="8BE98B"/>
                </a:solidFill>
                <a:latin typeface="Consolas"/>
              </a:rPr>
              <a:t>  all high    : got=ff want=ff PASS</a:t>
            </a:r>
          </a:p>
          <a:p>
            <a:pPr algn="l">
              <a:lnSpc>
                <a:spcPct val="100000"/>
              </a:lnSpc>
            </a:pPr>
            <a:r>
              <a:rPr sz="1200">
                <a:solidFill>
                  <a:srgbClr val="E6E6E6"/>
                </a:solidFill>
                <a:latin typeface="Consolas"/>
              </a:rPr>
              <a:t>  walking ones (watch the LEDs):</a:t>
            </a:r>
          </a:p>
          <a:p>
            <a:pPr algn="l">
              <a:lnSpc>
                <a:spcPct val="100000"/>
              </a:lnSpc>
            </a:pPr>
            <a:r>
              <a:rPr sz="1200">
                <a:solidFill>
                  <a:srgbClr val="8BE98B"/>
                </a:solidFill>
                <a:latin typeface="Consolas"/>
              </a:rPr>
              <a:t>    walk: PASS</a:t>
            </a:r>
          </a:p>
          <a:p>
            <a:pPr algn="l">
              <a:lnSpc>
                <a:spcPct val="100000"/>
              </a:lnSpc>
            </a:pPr>
            <a:r>
              <a:rPr sz="1200">
                <a:solidFill>
                  <a:srgbClr val="8BE98B"/>
                </a:solidFill>
                <a:latin typeface="Consolas"/>
              </a:rPr>
              <a:t>GPIO TEST: PASS (0 failures)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365760" y="4023360"/>
            <a:ext cx="11430000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500" b="1">
                <a:solidFill>
                  <a:srgbClr val="000000"/>
                </a:solidFill>
                <a:latin typeface="Times New Roman"/>
              </a:rPr>
              <a:t>What it proves:</a:t>
            </a:r>
            <a:r>
              <a:rPr sz="1500" b="0">
                <a:solidFill>
                  <a:srgbClr val="000000"/>
                </a:solidFill>
                <a:latin typeface="Times New Roman"/>
              </a:rPr>
              <a:t> JTAG loading works (the program runs at all), UART0 and the console path work (you read it), the GPIO block answers on the bus (read-back PASS), and the pins reach the LEDs (you see them walk).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500" b="1">
                <a:solidFill>
                  <a:srgbClr val="000000"/>
                </a:solidFill>
                <a:latin typeface="Times New Roman"/>
              </a:rPr>
              <a:t>What it does not prove:</a:t>
            </a:r>
            <a:r>
              <a:rPr sz="1500" b="0">
                <a:solidFill>
                  <a:srgbClr val="000000"/>
                </a:solidFill>
                <a:latin typeface="Times New Roman"/>
              </a:rPr>
              <a:t> anything about SPI, the radio or the SD card — those have their own tests (section 5).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500" b="1">
                <a:solidFill>
                  <a:srgbClr val="000000"/>
                </a:solidFill>
                <a:latin typeface="Times New Roman"/>
              </a:rPr>
              <a:t>If it fails:</a:t>
            </a:r>
            <a:r>
              <a:rPr sz="1500" b="0">
                <a:solidFill>
                  <a:srgbClr val="000000"/>
                </a:solidFill>
                <a:latin typeface="Times New Roman"/>
              </a:rPr>
              <a:t> nothing printed → (2/3) table; a FAIL line → that register or pin; LEDs dark but PASS → the pins of the bitstream (Lesson 1, section 4).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1" name="CustomShape 3"/>
          <p:cNvSpPr/>
          <p:nvPr/>
        </p:nvSpPr>
        <p:spPr>
          <a:xfrm>
            <a:off x="0" y="1277373"/>
            <a:ext cx="12186000" cy="1014209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6000" b="0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>Outline</a:t>
            </a:r>
            <a:endParaRPr lang="en-US" sz="6000" b="0" strike="noStrike" spc="-1" dirty="0">
              <a:latin typeface="Arial"/>
            </a:endParaRPr>
          </a:p>
        </p:txBody>
      </p:sp>
      <p:sp>
        <p:nvSpPr>
          <p:cNvPr id="42" name="CustomShape 4"/>
          <p:cNvSpPr/>
          <p:nvPr/>
        </p:nvSpPr>
        <p:spPr>
          <a:xfrm>
            <a:off x="6972480" y="105480"/>
            <a:ext cx="5213520" cy="111024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43" name="Picture 4" descr="http://vlsilab.ee.uec.ac.jp/images/logo.png"/>
          <p:cNvPicPr/>
          <p:nvPr/>
        </p:nvPicPr>
        <p:blipFill>
          <a:blip r:embed="rId2"/>
          <a:stretch/>
        </p:blipFill>
        <p:spPr>
          <a:xfrm>
            <a:off x="7713720" y="152280"/>
            <a:ext cx="3730320" cy="1035720"/>
          </a:xfrm>
          <a:prstGeom prst="rect">
            <a:avLst/>
          </a:prstGeom>
          <a:ln>
            <a:noFill/>
          </a:ln>
        </p:spPr>
      </p:pic>
      <p:sp>
        <p:nvSpPr>
          <p:cNvPr id="45" name="CustomShape 6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976D1C0D-8C0B-4FED-8F9E-AAED3AF2BED7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15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10" name="CustomShape 3">
            <a:extLst>
              <a:ext uri="{FF2B5EF4-FFF2-40B4-BE49-F238E27FC236}">
                <a16:creationId xmlns:a16="http://schemas.microsoft.com/office/drawing/2014/main" id="{F22CA456-F1E3-4191-9864-00187BF37E54}"/>
              </a:ext>
            </a:extLst>
          </p:cNvPr>
          <p:cNvSpPr/>
          <p:nvPr/>
        </p:nvSpPr>
        <p:spPr>
          <a:xfrm>
            <a:off x="402300" y="2353236"/>
            <a:ext cx="11381400" cy="2553091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Toolchain &amp; Repository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Your Own Boards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1">
                <a:solidFill>
                  <a:srgbClr val="37863C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Build System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Board Tools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Peripheral Tests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Crypto Tests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Practice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B2A62998-F8D0-DAA3-4400-008D3F20B2E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000" y="0"/>
            <a:ext cx="5213520" cy="1363335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1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3. Build System </a:t>
            </a:r>
            <a:r>
              <a:rPr lang="en-US" sz="31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(1/4) How a package Makefile is put together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16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ounded Rectangle 62"/>
          <p:cNvSpPr/>
          <p:nvPr/>
        </p:nvSpPr>
        <p:spPr>
          <a:xfrm>
            <a:off x="365760" y="1005840"/>
            <a:ext cx="2103120" cy="118872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400" b="1">
                <a:solidFill>
                  <a:srgbClr val="000000"/>
                </a:solidFill>
                <a:latin typeface="Times New Roman"/>
              </a:rPr>
              <a:t>Makefile</a:t>
            </a:r>
          </a:p>
          <a:p>
            <a:pPr algn="ctr"/>
            <a:r>
              <a:rPr sz="1400" b="0">
                <a:solidFill>
                  <a:srgbClr val="000000"/>
                </a:solidFill>
                <a:latin typeface="Times New Roman"/>
              </a:rPr>
              <a:t>entry point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2697479" y="1005840"/>
            <a:ext cx="2103120" cy="118872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400" b="1">
                <a:solidFill>
                  <a:srgbClr val="000000"/>
                </a:solidFill>
                <a:latin typeface="Times New Roman"/>
              </a:rPr>
              <a:t>mk/config.mk</a:t>
            </a:r>
          </a:p>
          <a:p>
            <a:pPr algn="ctr"/>
            <a:r>
              <a:rPr sz="1400" b="0">
                <a:solidFill>
                  <a:srgbClr val="000000"/>
                </a:solidFill>
                <a:latin typeface="Times New Roman"/>
              </a:rPr>
              <a:t>suite, profile, stack,</a:t>
            </a:r>
          </a:p>
          <a:p>
            <a:pPr algn="ctr"/>
            <a:r>
              <a:rPr sz="1400" b="0">
                <a:solidFill>
                  <a:srgbClr val="000000"/>
                </a:solidFill>
                <a:latin typeface="Times New Roman"/>
              </a:rPr>
              <a:t>sources, includes</a:t>
            </a:r>
          </a:p>
        </p:txBody>
      </p:sp>
      <p:cxnSp>
        <p:nvCxnSpPr>
          <p:cNvPr id="65" name="Connector 64"/>
          <p:cNvCxnSpPr/>
          <p:nvPr/>
        </p:nvCxnSpPr>
        <p:spPr>
          <a:xfrm>
            <a:off x="2468879" y="1600200"/>
            <a:ext cx="228600" cy="0"/>
          </a:xfrm>
          <a:prstGeom prst="line">
            <a:avLst/>
          </a:prstGeom>
          <a:ln w="25400">
            <a:solidFill>
              <a:srgbClr val="8080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Rounded Rectangle 65"/>
          <p:cNvSpPr/>
          <p:nvPr/>
        </p:nvSpPr>
        <p:spPr>
          <a:xfrm>
            <a:off x="5029200" y="1005840"/>
            <a:ext cx="2103120" cy="1188720"/>
          </a:xfrm>
          <a:prstGeom prst="roundRect">
            <a:avLst/>
          </a:prstGeom>
          <a:solidFill>
            <a:srgbClr val="DAE8F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400" b="1">
                <a:solidFill>
                  <a:srgbClr val="000000"/>
                </a:solidFill>
                <a:latin typeface="Times New Roman"/>
              </a:rPr>
              <a:t>common/mk/rv64.mk</a:t>
            </a:r>
          </a:p>
          <a:p>
            <a:pPr algn="ctr"/>
            <a:r>
              <a:rPr sz="1400" b="0">
                <a:solidFill>
                  <a:srgbClr val="000000"/>
                </a:solidFill>
                <a:latin typeface="Times New Roman"/>
              </a:rPr>
              <a:t>toolchain, -march,</a:t>
            </a:r>
          </a:p>
          <a:p>
            <a:pPr algn="ctr"/>
            <a:r>
              <a:rPr sz="1400" b="0">
                <a:solidFill>
                  <a:srgbClr val="000000"/>
                </a:solidFill>
                <a:latin typeface="Times New Roman"/>
              </a:rPr>
              <a:t>transport, link flags</a:t>
            </a:r>
          </a:p>
        </p:txBody>
      </p:sp>
      <p:cxnSp>
        <p:nvCxnSpPr>
          <p:cNvPr id="67" name="Connector 66"/>
          <p:cNvCxnSpPr/>
          <p:nvPr/>
        </p:nvCxnSpPr>
        <p:spPr>
          <a:xfrm>
            <a:off x="4800600" y="1600200"/>
            <a:ext cx="228600" cy="0"/>
          </a:xfrm>
          <a:prstGeom prst="line">
            <a:avLst/>
          </a:prstGeom>
          <a:ln w="25400">
            <a:solidFill>
              <a:srgbClr val="8080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Rounded Rectangle 67"/>
          <p:cNvSpPr/>
          <p:nvPr/>
        </p:nvSpPr>
        <p:spPr>
          <a:xfrm>
            <a:off x="7360919" y="1005840"/>
            <a:ext cx="2103120" cy="1188720"/>
          </a:xfrm>
          <a:prstGeom prst="roundRect">
            <a:avLst/>
          </a:prstGeom>
          <a:solidFill>
            <a:srgbClr val="DAE8F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400" b="1">
                <a:solidFill>
                  <a:srgbClr val="000000"/>
                </a:solidFill>
                <a:latin typeface="Times New Roman"/>
              </a:rPr>
              <a:t>common/mk/rules.mk</a:t>
            </a:r>
          </a:p>
          <a:p>
            <a:pPr algn="ctr"/>
            <a:r>
              <a:rPr sz="1400" b="0">
                <a:solidFill>
                  <a:srgbClr val="000000"/>
                </a:solidFill>
                <a:latin typeface="Times New Roman"/>
              </a:rPr>
              <a:t>compile, link, .bin,</a:t>
            </a:r>
          </a:p>
          <a:p>
            <a:pPr algn="ctr"/>
            <a:r>
              <a:rPr sz="1400" b="0">
                <a:solidFill>
                  <a:srgbClr val="000000"/>
                </a:solidFill>
                <a:latin typeface="Times New Roman"/>
              </a:rPr>
              <a:t>flags stamp</a:t>
            </a:r>
          </a:p>
        </p:txBody>
      </p:sp>
      <p:cxnSp>
        <p:nvCxnSpPr>
          <p:cNvPr id="69" name="Connector 68"/>
          <p:cNvCxnSpPr/>
          <p:nvPr/>
        </p:nvCxnSpPr>
        <p:spPr>
          <a:xfrm>
            <a:off x="7132319" y="1600200"/>
            <a:ext cx="228600" cy="0"/>
          </a:xfrm>
          <a:prstGeom prst="line">
            <a:avLst/>
          </a:prstGeom>
          <a:ln w="25400">
            <a:solidFill>
              <a:srgbClr val="8080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Rounded Rectangle 69"/>
          <p:cNvSpPr/>
          <p:nvPr/>
        </p:nvSpPr>
        <p:spPr>
          <a:xfrm>
            <a:off x="9692640" y="1005840"/>
            <a:ext cx="2103120" cy="118872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400" b="1">
                <a:solidFill>
                  <a:srgbClr val="000000"/>
                </a:solidFill>
                <a:latin typeface="Times New Roman"/>
              </a:rPr>
              <a:t>mk/targets.mk</a:t>
            </a:r>
          </a:p>
          <a:p>
            <a:pPr algn="ctr"/>
            <a:r>
              <a:rPr sz="1400" b="0">
                <a:solidFill>
                  <a:srgbClr val="000000"/>
                </a:solidFill>
                <a:latin typeface="Times New Roman"/>
              </a:rPr>
              <a:t>one target per</a:t>
            </a:r>
          </a:p>
          <a:p>
            <a:pPr algn="ctr"/>
            <a:r>
              <a:rPr sz="1400" b="0">
                <a:solidFill>
                  <a:srgbClr val="000000"/>
                </a:solidFill>
                <a:latin typeface="Times New Roman"/>
              </a:rPr>
              <a:t>method × role</a:t>
            </a:r>
          </a:p>
        </p:txBody>
      </p:sp>
      <p:cxnSp>
        <p:nvCxnSpPr>
          <p:cNvPr id="71" name="Connector 70"/>
          <p:cNvCxnSpPr/>
          <p:nvPr/>
        </p:nvCxnSpPr>
        <p:spPr>
          <a:xfrm>
            <a:off x="9464040" y="1600200"/>
            <a:ext cx="228600" cy="0"/>
          </a:xfrm>
          <a:prstGeom prst="line">
            <a:avLst/>
          </a:prstGeom>
          <a:ln w="25400">
            <a:solidFill>
              <a:srgbClr val="8080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2" name="Rectangle 71"/>
          <p:cNvSpPr/>
          <p:nvPr/>
        </p:nvSpPr>
        <p:spPr>
          <a:xfrm>
            <a:off x="365760" y="2560320"/>
            <a:ext cx="11430000" cy="1828037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500" b="1">
                <a:solidFill>
                  <a:srgbClr val="808080"/>
                </a:solidFill>
                <a:latin typeface="Consolas"/>
              </a:rPr>
              <a:t>Run this</a:t>
            </a:r>
          </a:p>
          <a:p>
            <a:pPr algn="l">
              <a:lnSpc>
                <a:spcPct val="100000"/>
              </a:lnSpc>
            </a:pPr>
            <a:r>
              <a:rPr sz="1500">
                <a:solidFill>
                  <a:srgbClr val="1F1F1F"/>
                </a:solidFill>
                <a:latin typeface="Consolas"/>
              </a:rPr>
              <a:t>cd fpga/sw/export/edhoc-wolfssl</a:t>
            </a:r>
          </a:p>
          <a:p>
            <a:pPr algn="l">
              <a:lnSpc>
                <a:spcPct val="100000"/>
              </a:lnSpc>
            </a:pPr>
            <a:r>
              <a:rPr sz="1500">
                <a:solidFill>
                  <a:srgbClr val="1F1F1F"/>
                </a:solidFill>
                <a:latin typeface="Consolas"/>
              </a:rPr>
              <a:t>make edhoc_m3_initiator CRYPTO_SUITE=2          # -&gt; build/edhoc_m3_initiator.elf</a:t>
            </a:r>
          </a:p>
          <a:p>
            <a:pPr algn="l">
              <a:lnSpc>
                <a:spcPct val="100000"/>
              </a:lnSpc>
            </a:pPr>
            <a:r>
              <a:rPr sz="1500">
                <a:solidFill>
                  <a:srgbClr val="1F1F1F"/>
                </a:solidFill>
                <a:latin typeface="Consolas"/>
              </a:rPr>
              <a:t>make edhoc_m3_responder CRYPTO_SUITE=2          # same build/ folder, no 'make clean'</a:t>
            </a:r>
          </a:p>
          <a:p>
            <a:pPr algn="l">
              <a:lnSpc>
                <a:spcPct val="100000"/>
              </a:lnSpc>
            </a:pPr>
            <a:r>
              <a:rPr sz="1500">
                <a:solidFill>
                  <a:srgbClr val="1F1F1F"/>
                </a:solidFill>
                <a:latin typeface="Consolas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500">
                <a:solidFill>
                  <a:srgbClr val="1F1F1F"/>
                </a:solidFill>
                <a:latin typeface="Consolas"/>
              </a:rPr>
              <a:t>cd ../edhoc-authkem</a:t>
            </a:r>
          </a:p>
          <a:p>
            <a:pPr algn="l">
              <a:lnSpc>
                <a:spcPct val="100000"/>
              </a:lnSpc>
            </a:pPr>
            <a:r>
              <a:rPr sz="1500">
                <a:solidFill>
                  <a:srgbClr val="1F1F1F"/>
                </a:solidFill>
                <a:latin typeface="Consolas"/>
              </a:rPr>
              <a:t>make edhoc_authkem_initiator SUITE=TBD3         # -&gt; build-tbd3/edhoc_authkem_initiator.elf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365760" y="4662677"/>
            <a:ext cx="114300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Blue = shared by both packages (</a:t>
            </a:r>
            <a:r>
              <a:rPr sz="1800" b="0" i="1">
                <a:solidFill>
                  <a:srgbClr val="000000"/>
                </a:solidFill>
                <a:latin typeface="Times New Roman"/>
              </a:rPr>
              <a:t>common/mk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), yellow = per package.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Output per target: </a:t>
            </a:r>
            <a:r>
              <a:rPr sz="1800" b="0" i="1">
                <a:solidFill>
                  <a:srgbClr val="000000"/>
                </a:solidFill>
                <a:latin typeface="Times New Roman"/>
              </a:rPr>
              <a:t>.elf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(load over JTAG), </a:t>
            </a:r>
            <a:r>
              <a:rPr sz="1800" b="0" i="1">
                <a:solidFill>
                  <a:srgbClr val="000000"/>
                </a:solidFill>
                <a:latin typeface="Times New Roman"/>
              </a:rPr>
              <a:t>.bin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(SD boot), </a:t>
            </a:r>
            <a:r>
              <a:rPr sz="1800" b="0" i="1">
                <a:solidFill>
                  <a:srgbClr val="000000"/>
                </a:solidFill>
                <a:latin typeface="Times New Roman"/>
              </a:rPr>
              <a:t>.map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(who uses how many bytes).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3. Build System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(2/4) Compiler and linker flags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17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868680"/>
            <a:ext cx="11430000" cy="1719580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400" b="1">
                <a:solidFill>
                  <a:srgbClr val="808080"/>
                </a:solidFill>
                <a:latin typeface="Consolas"/>
              </a:rPr>
              <a:t>common/mk/rv64.mk (excerpt)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ARCH_FLAGS = -march=rv64imac_zicsr_zifencei -mabi=lp64 -mcmodel=medany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LDFLAGS  = $(ARCH_FLAGS) -flto -T $(COMMON)/linker/main.lds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LDFLAGS += -nostartfiles -nostdlib -nodefaultlibs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LDFLAGS += -Wl,--defsym=__stack_size=$(STACK_SIZE)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LDFLAGS += -Wl,--gc-sections -Wl,-Map=$(BUILD_DIR)/$(TARGET).map</a:t>
            </a:r>
          </a:p>
        </p:txBody>
      </p:sp>
      <p:graphicFrame>
        <p:nvGraphicFramePr>
          <p:cNvPr id="64" name="Table 63"/>
          <p:cNvGraphicFramePr>
            <a:graphicFrameLocks noGrp="1"/>
          </p:cNvGraphicFramePr>
          <p:nvPr/>
        </p:nvGraphicFramePr>
        <p:xfrm>
          <a:off x="365760" y="2862580"/>
          <a:ext cx="1143000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40480"/>
                <a:gridCol w="7589520"/>
              </a:tblGrid>
              <a:tr h="457200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Flag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Why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-mcmodel=medany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code and data at 0x8000_0000 (not near address 0)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-Os, -flto, --gc-sections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optimise for size, link-time optimisation, drop every unused function → small images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-nostdlib -nostartfiles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no C library, our own crt0.S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--defsym=__stack_size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stack reserve for the ASSERT in the linker script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-Map=…map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where every byte went — first stop when an image grows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5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3. Build System </a:t>
            </a:r>
            <a:r>
              <a:rPr lang="en-US" sz="35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(3/4) A real build bug: stale objects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18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TextBox 62"/>
          <p:cNvSpPr txBox="1"/>
          <p:nvPr/>
        </p:nvSpPr>
        <p:spPr>
          <a:xfrm>
            <a:off x="365760" y="868680"/>
            <a:ext cx="11430000" cy="2651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All targets of a package share one </a:t>
            </a:r>
            <a:r>
              <a:rPr sz="1700" b="0" i="1">
                <a:solidFill>
                  <a:srgbClr val="000000"/>
                </a:solidFill>
                <a:latin typeface="Times New Roman"/>
              </a:rPr>
              <a:t>build/</a:t>
            </a:r>
            <a:r>
              <a:rPr sz="1700" b="0">
                <a:solidFill>
                  <a:srgbClr val="000000"/>
                </a:solidFill>
                <a:latin typeface="Times New Roman"/>
              </a:rPr>
              <a:t> folder and differ only in flags (method, role, suite).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Make only looks at file times. Building </a:t>
            </a:r>
            <a:r>
              <a:rPr sz="1700" b="0" i="1">
                <a:solidFill>
                  <a:srgbClr val="000000"/>
                </a:solidFill>
                <a:latin typeface="Times New Roman"/>
              </a:rPr>
              <a:t>m1_responder</a:t>
            </a:r>
            <a:r>
              <a:rPr sz="1700" b="0">
                <a:solidFill>
                  <a:srgbClr val="000000"/>
                </a:solidFill>
                <a:latin typeface="Times New Roman"/>
              </a:rPr>
              <a:t> and then </a:t>
            </a:r>
            <a:r>
              <a:rPr sz="1700" b="0" i="1">
                <a:solidFill>
                  <a:srgbClr val="000000"/>
                </a:solidFill>
                <a:latin typeface="Times New Roman"/>
              </a:rPr>
              <a:t>m2_initiator</a:t>
            </a:r>
            <a:r>
              <a:rPr sz="1700" b="0">
                <a:solidFill>
                  <a:srgbClr val="000000"/>
                </a:solidFill>
                <a:latin typeface="Times New Roman"/>
              </a:rPr>
              <a:t> reused objects compiled for method 1 → </a:t>
            </a:r>
            <a:r>
              <a:rPr sz="1700" b="1">
                <a:solidFill>
                  <a:srgbClr val="000000"/>
                </a:solidFill>
                <a:latin typeface="Times New Roman"/>
              </a:rPr>
              <a:t>an image of the wrong method</a:t>
            </a:r>
            <a:r>
              <a:rPr sz="1700" b="0">
                <a:solidFill>
                  <a:srgbClr val="000000"/>
                </a:solidFill>
                <a:latin typeface="Times New Roman"/>
              </a:rPr>
              <a:t>, no error, wrong handshake.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Fix: an empty stamp file named after a hash of the flags. New flags → new stamp name → every object is older than its stamp → rebuild.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Check it: </a:t>
            </a:r>
            <a:r>
              <a:rPr sz="1500" b="0">
                <a:solidFill>
                  <a:srgbClr val="8B1A1A"/>
                </a:solidFill>
                <a:latin typeface="Consolas"/>
              </a:rPr>
              <a:t>ls build/.cflags-*</a:t>
            </a:r>
            <a:r>
              <a:rPr sz="1700" b="0">
                <a:solidFill>
                  <a:srgbClr val="000000"/>
                </a:solidFill>
                <a:latin typeface="Times New Roman"/>
              </a:rPr>
              <a:t> before and after changing CRYPTO_SUITE — the name changes and every object compiles again.</a:t>
            </a:r>
          </a:p>
        </p:txBody>
      </p:sp>
      <p:sp>
        <p:nvSpPr>
          <p:cNvPr id="64" name="Rectangle 63"/>
          <p:cNvSpPr/>
          <p:nvPr/>
        </p:nvSpPr>
        <p:spPr>
          <a:xfrm>
            <a:off x="365760" y="3657600"/>
            <a:ext cx="11430000" cy="2153412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400" b="1">
                <a:solidFill>
                  <a:srgbClr val="808080"/>
                </a:solidFill>
                <a:latin typeface="Consolas"/>
              </a:rPr>
              <a:t>common/mk/rules.mk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CFLAGS_STAMP = $(BUILD_DIR)/.cflags-$(shell echo '$(CFLAGS) $(INCLUDES)' | md5sum | cut -c1-12)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$(CFLAGS_STAMP): | $(BUILD_DIR)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	@rm -f $(BUILD_DIR)/.cflags-*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	@touch $@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$(BUILD_DIR)/%.o: %.c $(CFLAGS_STAMP)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	@$(CC) -c $(CFLAGS) $(INCLUDES) $&lt; -o $@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3. Build System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(4/4) Build options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19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365760" y="868680"/>
          <a:ext cx="11430000" cy="4480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2743200"/>
                <a:gridCol w="5029200"/>
              </a:tblGrid>
              <a:tr h="49784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Option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Values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Effect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49784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CRYPTO_SUITE= (wolfssl)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0 1 2 3 4 5 6 24 25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EDHOC cipher suite (default 2)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9784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SUITE= (authkem)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TBD1 TBD2 TBD3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post-quantum suite (default TBD2)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49784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TRANSPORT=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rf | uart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radio on PMOD JC (default) or UART1 wire on JB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9784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DEBUG=1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/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step-by-step prints, incl. PRK_out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49784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TIMING=1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/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time of every message step (Lessons 3, 4)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9784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APP_FILE_BYTES=n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bytes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stream n test bytes after the handshake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49784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EXTRA_CFLAGS=-DAPP_SD_XFER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/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send SEND.BIN card to card (Lesson 5)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9784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PROFILE=production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+ PROVISION_SRC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refuse demo keys, require a real random source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</a:tbl>
          </a:graphicData>
        </a:graphic>
      </p:graphicFrame>
      <p:sp>
        <p:nvSpPr>
          <p:cNvPr id="64" name="TextBox 63"/>
          <p:cNvSpPr txBox="1"/>
          <p:nvPr/>
        </p:nvSpPr>
        <p:spPr>
          <a:xfrm>
            <a:off x="365760" y="5577840"/>
            <a:ext cx="114300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700" b="0">
                <a:solidFill>
                  <a:srgbClr val="808080"/>
                </a:solidFill>
                <a:latin typeface="Times New Roman"/>
              </a:rPr>
              <a:t>Full lists: </a:t>
            </a:r>
            <a:r>
              <a:rPr sz="1700" b="0" i="1">
                <a:solidFill>
                  <a:srgbClr val="808080"/>
                </a:solidFill>
                <a:latin typeface="Times New Roman"/>
              </a:rPr>
              <a:t>edhoc-wolfssl/README.md</a:t>
            </a:r>
            <a:r>
              <a:rPr sz="1700" b="0">
                <a:solidFill>
                  <a:srgbClr val="808080"/>
                </a:solidFill>
                <a:latin typeface="Times New Roman"/>
              </a:rPr>
              <a:t>, </a:t>
            </a:r>
            <a:r>
              <a:rPr sz="1700" b="0" i="1">
                <a:solidFill>
                  <a:srgbClr val="808080"/>
                </a:solidFill>
                <a:latin typeface="Times New Roman"/>
              </a:rPr>
              <a:t>edhoc-authkem/README.md</a:t>
            </a:r>
            <a:r>
              <a:rPr sz="1700" b="0">
                <a:solidFill>
                  <a:srgbClr val="808080"/>
                </a:solidFill>
                <a:latin typeface="Times New Roman"/>
              </a:rPr>
              <a:t>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1" name="CustomShape 3"/>
          <p:cNvSpPr/>
          <p:nvPr/>
        </p:nvSpPr>
        <p:spPr>
          <a:xfrm>
            <a:off x="0" y="1277373"/>
            <a:ext cx="12186000" cy="1014209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6000" b="0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>Outline</a:t>
            </a:r>
            <a:endParaRPr lang="en-US" sz="6000" b="0" strike="noStrike" spc="-1" dirty="0">
              <a:latin typeface="Arial"/>
            </a:endParaRPr>
          </a:p>
        </p:txBody>
      </p:sp>
      <p:sp>
        <p:nvSpPr>
          <p:cNvPr id="42" name="CustomShape 4"/>
          <p:cNvSpPr/>
          <p:nvPr/>
        </p:nvSpPr>
        <p:spPr>
          <a:xfrm>
            <a:off x="6972480" y="105480"/>
            <a:ext cx="5213520" cy="111024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43" name="Picture 4" descr="http://vlsilab.ee.uec.ac.jp/images/logo.png"/>
          <p:cNvPicPr/>
          <p:nvPr/>
        </p:nvPicPr>
        <p:blipFill>
          <a:blip r:embed="rId2"/>
          <a:stretch/>
        </p:blipFill>
        <p:spPr>
          <a:xfrm>
            <a:off x="7713720" y="152280"/>
            <a:ext cx="3730320" cy="1035720"/>
          </a:xfrm>
          <a:prstGeom prst="rect">
            <a:avLst/>
          </a:prstGeom>
          <a:ln>
            <a:noFill/>
          </a:ln>
        </p:spPr>
      </p:pic>
      <p:sp>
        <p:nvSpPr>
          <p:cNvPr id="45" name="CustomShape 6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976D1C0D-8C0B-4FED-8F9E-AAED3AF2BED7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20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10" name="CustomShape 3">
            <a:extLst>
              <a:ext uri="{FF2B5EF4-FFF2-40B4-BE49-F238E27FC236}">
                <a16:creationId xmlns:a16="http://schemas.microsoft.com/office/drawing/2014/main" id="{F22CA456-F1E3-4191-9864-00187BF37E54}"/>
              </a:ext>
            </a:extLst>
          </p:cNvPr>
          <p:cNvSpPr/>
          <p:nvPr/>
        </p:nvSpPr>
        <p:spPr>
          <a:xfrm>
            <a:off x="402300" y="2353236"/>
            <a:ext cx="11381400" cy="2553091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Toolchain &amp; Repository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Your Own Boards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Build System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1">
                <a:solidFill>
                  <a:srgbClr val="37863C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Board Tools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Peripheral Tests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Crypto Tests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Practice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B2A62998-F8D0-DAA3-4400-008D3F20B2E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000" y="0"/>
            <a:ext cx="5213520" cy="1363335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4. Board Tools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(1/4) Scripts in common/board/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21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365760" y="868680"/>
          <a:ext cx="11430000" cy="402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40480"/>
                <a:gridCol w="7589520"/>
              </a:tblGrid>
              <a:tr h="502920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Script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Does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program_two.tcl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Vivado batch: program both FPGAs with one bitstream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run_one.sh &lt;elf&gt; [s]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load one board over JTAG, run, print its console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load_both.sh &lt;A.elf&gt; &lt;B.elf&gt;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load responder, then initiator (handshake runs)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boards.env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FTDI serials of the two C232HM cables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c232hm.cfg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OpenOCD config: cable + RISC-V debug tap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sd_boot.sh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write a firmware .bin to the SD boot partition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perf_table.py &lt;logdir&gt;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TIMING=1 logs → one table of message times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4" name="TextBox 63"/>
          <p:cNvSpPr txBox="1"/>
          <p:nvPr/>
        </p:nvSpPr>
        <p:spPr>
          <a:xfrm>
            <a:off x="365760" y="5120640"/>
            <a:ext cx="114300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Plus </a:t>
            </a:r>
            <a:r>
              <a:rPr sz="1800" b="0" i="1">
                <a:solidFill>
                  <a:srgbClr val="000000"/>
                </a:solidFill>
                <a:latin typeface="Times New Roman"/>
              </a:rPr>
              <a:t>tools/mksd.sh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(card on a PC) and </a:t>
            </a:r>
            <a:r>
              <a:rPr sz="1800" b="0" i="1">
                <a:solidFill>
                  <a:srgbClr val="000000"/>
                </a:solidFill>
                <a:latin typeface="Times New Roman"/>
              </a:rPr>
              <a:t>tests/sd_prep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(card from the board, Lesson 5).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2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4. Board Tools </a:t>
            </a:r>
            <a:r>
              <a:rPr lang="en-US" sz="32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(2/4) What happens when you load a program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22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ounded Rectangle 62"/>
          <p:cNvSpPr/>
          <p:nvPr/>
        </p:nvSpPr>
        <p:spPr>
          <a:xfrm>
            <a:off x="365760" y="1005840"/>
            <a:ext cx="2103120" cy="1097280"/>
          </a:xfrm>
          <a:prstGeom prst="roundRect">
            <a:avLst/>
          </a:prstGeom>
          <a:solidFill>
            <a:srgbClr val="DAE8F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400" b="1">
                <a:solidFill>
                  <a:srgbClr val="000000"/>
                </a:solidFill>
                <a:latin typeface="Times New Roman"/>
              </a:rPr>
              <a:t>OpenOCD</a:t>
            </a:r>
          </a:p>
          <a:p>
            <a:pPr algn="ctr"/>
            <a:r>
              <a:rPr sz="1400" b="0">
                <a:solidFill>
                  <a:srgbClr val="000000"/>
                </a:solidFill>
                <a:latin typeface="Times New Roman"/>
              </a:rPr>
              <a:t>connects to the</a:t>
            </a:r>
          </a:p>
          <a:p>
            <a:pPr algn="ctr"/>
            <a:r>
              <a:rPr sz="1400" b="0">
                <a:solidFill>
                  <a:srgbClr val="000000"/>
                </a:solidFill>
                <a:latin typeface="Times New Roman"/>
              </a:rPr>
              <a:t>C232HM by serial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2697479" y="1005840"/>
            <a:ext cx="2103120" cy="1097280"/>
          </a:xfrm>
          <a:prstGeom prst="roundRect">
            <a:avLst/>
          </a:prstGeom>
          <a:solidFill>
            <a:srgbClr val="DAE8F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400" b="1">
                <a:solidFill>
                  <a:srgbClr val="000000"/>
                </a:solidFill>
                <a:latin typeface="Times New Roman"/>
              </a:rPr>
              <a:t>halt</a:t>
            </a:r>
          </a:p>
          <a:p>
            <a:pPr algn="ctr"/>
            <a:r>
              <a:rPr sz="1400" b="0">
                <a:solidFill>
                  <a:srgbClr val="000000"/>
                </a:solidFill>
                <a:latin typeface="Times New Roman"/>
              </a:rPr>
              <a:t>stop the core</a:t>
            </a:r>
          </a:p>
        </p:txBody>
      </p:sp>
      <p:cxnSp>
        <p:nvCxnSpPr>
          <p:cNvPr id="65" name="Connector 64"/>
          <p:cNvCxnSpPr/>
          <p:nvPr/>
        </p:nvCxnSpPr>
        <p:spPr>
          <a:xfrm>
            <a:off x="2468879" y="1554480"/>
            <a:ext cx="228600" cy="0"/>
          </a:xfrm>
          <a:prstGeom prst="line">
            <a:avLst/>
          </a:prstGeom>
          <a:ln w="25400">
            <a:solidFill>
              <a:srgbClr val="8080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Rounded Rectangle 65"/>
          <p:cNvSpPr/>
          <p:nvPr/>
        </p:nvSpPr>
        <p:spPr>
          <a:xfrm>
            <a:off x="5029200" y="1005840"/>
            <a:ext cx="2103120" cy="1097280"/>
          </a:xfrm>
          <a:prstGeom prst="roundRect">
            <a:avLst/>
          </a:prstGeom>
          <a:solidFill>
            <a:srgbClr val="DAE8F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400" b="1">
                <a:solidFill>
                  <a:srgbClr val="000000"/>
                </a:solidFill>
                <a:latin typeface="Times New Roman"/>
              </a:rPr>
              <a:t>load_image</a:t>
            </a:r>
          </a:p>
          <a:p>
            <a:pPr algn="ctr"/>
            <a:r>
              <a:rPr sz="1400" b="0">
                <a:solidFill>
                  <a:srgbClr val="000000"/>
                </a:solidFill>
                <a:latin typeface="Times New Roman"/>
              </a:rPr>
              <a:t>ELF → scratchpad</a:t>
            </a:r>
          </a:p>
          <a:p>
            <a:pPr algn="ctr"/>
            <a:r>
              <a:rPr sz="1400" b="0">
                <a:solidFill>
                  <a:srgbClr val="000000"/>
                </a:solidFill>
                <a:latin typeface="Times New Roman"/>
              </a:rPr>
              <a:t>0x8000_0000</a:t>
            </a:r>
          </a:p>
        </p:txBody>
      </p:sp>
      <p:cxnSp>
        <p:nvCxnSpPr>
          <p:cNvPr id="67" name="Connector 66"/>
          <p:cNvCxnSpPr/>
          <p:nvPr/>
        </p:nvCxnSpPr>
        <p:spPr>
          <a:xfrm>
            <a:off x="4800600" y="1554480"/>
            <a:ext cx="228600" cy="0"/>
          </a:xfrm>
          <a:prstGeom prst="line">
            <a:avLst/>
          </a:prstGeom>
          <a:ln w="25400">
            <a:solidFill>
              <a:srgbClr val="8080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Rounded Rectangle 67"/>
          <p:cNvSpPr/>
          <p:nvPr/>
        </p:nvSpPr>
        <p:spPr>
          <a:xfrm>
            <a:off x="7360919" y="1005840"/>
            <a:ext cx="2103120" cy="1097280"/>
          </a:xfrm>
          <a:prstGeom prst="roundRect">
            <a:avLst/>
          </a:prstGeom>
          <a:solidFill>
            <a:srgbClr val="DAE8F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400" b="1">
                <a:solidFill>
                  <a:srgbClr val="000000"/>
                </a:solidFill>
                <a:latin typeface="Times New Roman"/>
              </a:rPr>
              <a:t>resume</a:t>
            </a:r>
          </a:p>
          <a:p>
            <a:pPr algn="ctr"/>
            <a:r>
              <a:rPr sz="1400" b="0">
                <a:solidFill>
                  <a:srgbClr val="000000"/>
                </a:solidFill>
                <a:latin typeface="Times New Roman"/>
              </a:rPr>
              <a:t>jump to</a:t>
            </a:r>
          </a:p>
          <a:p>
            <a:pPr algn="ctr"/>
            <a:r>
              <a:rPr sz="1400" b="0">
                <a:solidFill>
                  <a:srgbClr val="000000"/>
                </a:solidFill>
                <a:latin typeface="Times New Roman"/>
              </a:rPr>
              <a:t>_prog_start</a:t>
            </a:r>
          </a:p>
        </p:txBody>
      </p:sp>
      <p:cxnSp>
        <p:nvCxnSpPr>
          <p:cNvPr id="69" name="Connector 68"/>
          <p:cNvCxnSpPr/>
          <p:nvPr/>
        </p:nvCxnSpPr>
        <p:spPr>
          <a:xfrm>
            <a:off x="7132319" y="1554480"/>
            <a:ext cx="228600" cy="0"/>
          </a:xfrm>
          <a:prstGeom prst="line">
            <a:avLst/>
          </a:prstGeom>
          <a:ln w="25400">
            <a:solidFill>
              <a:srgbClr val="8080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Rounded Rectangle 69"/>
          <p:cNvSpPr/>
          <p:nvPr/>
        </p:nvSpPr>
        <p:spPr>
          <a:xfrm>
            <a:off x="9692640" y="1005840"/>
            <a:ext cx="2103120" cy="1097280"/>
          </a:xfrm>
          <a:prstGeom prst="roundRect">
            <a:avLst/>
          </a:prstGeom>
          <a:solidFill>
            <a:srgbClr val="E2F0D9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400" b="1">
                <a:solidFill>
                  <a:srgbClr val="000000"/>
                </a:solidFill>
                <a:latin typeface="Times New Roman"/>
              </a:rPr>
              <a:t>console</a:t>
            </a:r>
          </a:p>
          <a:p>
            <a:pPr algn="ctr"/>
            <a:r>
              <a:rPr sz="1400" b="0">
                <a:solidFill>
                  <a:srgbClr val="000000"/>
                </a:solidFill>
                <a:latin typeface="Times New Roman"/>
              </a:rPr>
              <a:t>cat /dev/ttyUSBn</a:t>
            </a:r>
          </a:p>
          <a:p>
            <a:pPr algn="ctr"/>
            <a:r>
              <a:rPr sz="1400" b="0">
                <a:solidFill>
                  <a:srgbClr val="000000"/>
                </a:solidFill>
                <a:latin typeface="Times New Roman"/>
              </a:rPr>
              <a:t>57600 baud</a:t>
            </a:r>
          </a:p>
        </p:txBody>
      </p:sp>
      <p:cxnSp>
        <p:nvCxnSpPr>
          <p:cNvPr id="71" name="Connector 70"/>
          <p:cNvCxnSpPr/>
          <p:nvPr/>
        </p:nvCxnSpPr>
        <p:spPr>
          <a:xfrm>
            <a:off x="9464040" y="1554480"/>
            <a:ext cx="228600" cy="0"/>
          </a:xfrm>
          <a:prstGeom prst="line">
            <a:avLst/>
          </a:prstGeom>
          <a:ln w="25400">
            <a:solidFill>
              <a:srgbClr val="8080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2" name="Rectangle 71"/>
          <p:cNvSpPr/>
          <p:nvPr/>
        </p:nvSpPr>
        <p:spPr>
          <a:xfrm>
            <a:off x="365760" y="2468880"/>
            <a:ext cx="11430000" cy="1719580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400" b="1">
                <a:solidFill>
                  <a:srgbClr val="808080"/>
                </a:solidFill>
                <a:latin typeface="Consolas"/>
              </a:rPr>
              <a:t>common/board/run_one.sh (core)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stty -F $TTY 57600 raw -echo clocal -crtscts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cat $TTY &gt; $LOG &amp;                                   # start listening first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openocd -c "adapter serial $SERIAL" -f c232hm.cfg -c "poll off" -c "halt" \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  -c "reg mstatus 0x0" -c "reg mie 0x0" -c "reg mtvec 0x80000000" \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  -c "load_image $ELF" -c "resume 0x80000000" -c "shutdown"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sleep "$SECS"; tr -d '\r' &lt; "$LOG"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365760" y="4417060"/>
            <a:ext cx="114300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Interrupts off and the trap vector reset before loading: a previous program cannot fire into the new one.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The console is opened </a:t>
            </a:r>
            <a:r>
              <a:rPr sz="1700" b="1">
                <a:solidFill>
                  <a:srgbClr val="000000"/>
                </a:solidFill>
                <a:latin typeface="Times New Roman"/>
              </a:rPr>
              <a:t>before</a:t>
            </a:r>
            <a:r>
              <a:rPr sz="1700" b="0">
                <a:solidFill>
                  <a:srgbClr val="000000"/>
                </a:solidFill>
                <a:latin typeface="Times New Roman"/>
              </a:rPr>
              <a:t> the program starts, so no early line is lost.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4. Board Tools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(3/4) Reading the console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23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868680"/>
            <a:ext cx="7589520" cy="1936495"/>
          </a:xfrm>
          <a:prstGeom prst="rect">
            <a:avLst/>
          </a:prstGeom>
          <a:solidFill>
            <a:srgbClr val="1E1E1E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400" b="1">
                <a:solidFill>
                  <a:srgbClr val="AAAAAA"/>
                </a:solidFill>
                <a:latin typeface="Consolas"/>
              </a:rPr>
              <a:t>initiator, suite 2, method 3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E6E6E6"/>
                </a:solidFill>
                <a:latin typeface="Consolas"/>
              </a:rPr>
              <a:t>EDHOC OK!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E6E6E6"/>
                </a:solidFill>
                <a:latin typeface="Consolas"/>
              </a:rPr>
              <a:t>PERF handshake_total   206069790 cyc 2.747597 s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E6E6E6"/>
                </a:solidFill>
                <a:latin typeface="Consolas"/>
              </a:rPr>
              <a:t>PERF handshake_link    103475867 cyc 1.379678 s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E6E6E6"/>
                </a:solidFill>
                <a:latin typeface="Consolas"/>
              </a:rPr>
              <a:t>PERF handshake_compute 102593923 cyc 1.367918 s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E6E6E6"/>
                </a:solidFill>
                <a:latin typeface="Consolas"/>
              </a:rPr>
              <a:t>STACK peak 5376 B, reserve 8448 B, free 25856 B, headroom 20480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E6E6E6"/>
                </a:solidFill>
                <a:latin typeface="Consolas"/>
              </a:rPr>
              <a:t>PERF encrypt      54759 cyc 0.000730 s 60 bytes 82191 B/s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E6E6E6"/>
                </a:solidFill>
                <a:latin typeface="Consolas"/>
              </a:rPr>
              <a:t>APP DATA OK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138160" y="868680"/>
            <a:ext cx="3840480" cy="5303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600" b="1">
                <a:solidFill>
                  <a:srgbClr val="000000"/>
                </a:solidFill>
                <a:latin typeface="Times New Roman"/>
              </a:rPr>
              <a:t>PERF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 lines: </a:t>
            </a:r>
            <a:r>
              <a:rPr sz="1600" b="0" i="1">
                <a:solidFill>
                  <a:srgbClr val="000000"/>
                </a:solidFill>
                <a:latin typeface="Times New Roman"/>
              </a:rPr>
              <a:t>label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, cycles, seconds — and for transfers bytes and B/s. Seconds = cycles / 75 MHz.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600" b="0" i="1">
                <a:solidFill>
                  <a:srgbClr val="000000"/>
                </a:solidFill>
                <a:latin typeface="Times New Roman"/>
              </a:rPr>
              <a:t>total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 = whole handshake; </a:t>
            </a:r>
            <a:r>
              <a:rPr sz="1600" b="0" i="1">
                <a:solidFill>
                  <a:srgbClr val="000000"/>
                </a:solidFill>
                <a:latin typeface="Times New Roman"/>
              </a:rPr>
              <a:t>link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 = waiting for the radio; </a:t>
            </a:r>
            <a:r>
              <a:rPr sz="1600" b="0" i="1">
                <a:solidFill>
                  <a:srgbClr val="000000"/>
                </a:solidFill>
                <a:latin typeface="Times New Roman"/>
              </a:rPr>
              <a:t>compute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 = the rest.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600" b="1">
                <a:solidFill>
                  <a:srgbClr val="000000"/>
                </a:solidFill>
                <a:latin typeface="Times New Roman"/>
              </a:rPr>
              <a:t>STACK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: the stack check from section 1.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600" b="1">
                <a:solidFill>
                  <a:srgbClr val="000000"/>
                </a:solidFill>
                <a:latin typeface="Times New Roman"/>
              </a:rPr>
              <a:t>OK / PASS / FAIL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 lines are what the sweep scripts look for.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65760" y="3566160"/>
            <a:ext cx="758952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700" b="0">
                <a:solidFill>
                  <a:srgbClr val="808080"/>
                </a:solidFill>
                <a:latin typeface="Times New Roman"/>
              </a:rPr>
              <a:t>Fixed line shapes make every run machine-readable: </a:t>
            </a:r>
            <a:r>
              <a:rPr sz="1700" b="0" i="1">
                <a:solidFill>
                  <a:srgbClr val="808080"/>
                </a:solidFill>
                <a:latin typeface="Times New Roman"/>
              </a:rPr>
              <a:t>perf_table.py</a:t>
            </a:r>
            <a:r>
              <a:rPr sz="1700" b="0">
                <a:solidFill>
                  <a:srgbClr val="808080"/>
                </a:solidFill>
                <a:latin typeface="Times New Roman"/>
              </a:rPr>
              <a:t> builds the tables of Lessons 3–5 from saved logs.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4. Board Tools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(4/4) Common problems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24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365760" y="868680"/>
          <a:ext cx="11430000" cy="4480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74720"/>
                <a:gridCol w="4023360"/>
                <a:gridCol w="3931920"/>
              </a:tblGrid>
              <a:tr h="56007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Symptom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Cause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Fix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56007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OpenOCD: “dtmcontrol is 0”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FPGA not running the EDHOC bitstream (power-off)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program again (program_two.tcl)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6007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No console text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console serial wrong in boards.env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list_boards.sh, then fix boards.env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56007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LEDs react on the other board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cable serials swapped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swap them in boards.env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6007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LIBUSB_ERROR_BUSY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Vivado GUI holds the JTAG port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close the hardware manager or reuse its server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56007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TRANSPORT=uart run hangs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no wire between the boards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JB1 ↔ JB2 crossed between boards, plus GND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6007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Link: “Program + stack exceeds RAM”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image + reserve &gt; 64 KiB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smaller build or lower STACK_SIZE (check the peak first)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56007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Run ends with OVERRAN-RESERVE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stack peak above its reserve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raise STACK_SIZE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1" name="CustomShape 3"/>
          <p:cNvSpPr/>
          <p:nvPr/>
        </p:nvSpPr>
        <p:spPr>
          <a:xfrm>
            <a:off x="0" y="1277373"/>
            <a:ext cx="12186000" cy="1014209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6000" b="0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>Outline</a:t>
            </a:r>
            <a:endParaRPr lang="en-US" sz="6000" b="0" strike="noStrike" spc="-1" dirty="0">
              <a:latin typeface="Arial"/>
            </a:endParaRPr>
          </a:p>
        </p:txBody>
      </p:sp>
      <p:sp>
        <p:nvSpPr>
          <p:cNvPr id="42" name="CustomShape 4"/>
          <p:cNvSpPr/>
          <p:nvPr/>
        </p:nvSpPr>
        <p:spPr>
          <a:xfrm>
            <a:off x="6972480" y="105480"/>
            <a:ext cx="5213520" cy="111024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43" name="Picture 4" descr="http://vlsilab.ee.uec.ac.jp/images/logo.png"/>
          <p:cNvPicPr/>
          <p:nvPr/>
        </p:nvPicPr>
        <p:blipFill>
          <a:blip r:embed="rId2"/>
          <a:stretch/>
        </p:blipFill>
        <p:spPr>
          <a:xfrm>
            <a:off x="7713720" y="152280"/>
            <a:ext cx="3730320" cy="1035720"/>
          </a:xfrm>
          <a:prstGeom prst="rect">
            <a:avLst/>
          </a:prstGeom>
          <a:ln>
            <a:noFill/>
          </a:ln>
        </p:spPr>
      </p:pic>
      <p:sp>
        <p:nvSpPr>
          <p:cNvPr id="45" name="CustomShape 6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976D1C0D-8C0B-4FED-8F9E-AAED3AF2BED7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25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10" name="CustomShape 3">
            <a:extLst>
              <a:ext uri="{FF2B5EF4-FFF2-40B4-BE49-F238E27FC236}">
                <a16:creationId xmlns:a16="http://schemas.microsoft.com/office/drawing/2014/main" id="{F22CA456-F1E3-4191-9864-00187BF37E54}"/>
              </a:ext>
            </a:extLst>
          </p:cNvPr>
          <p:cNvSpPr/>
          <p:nvPr/>
        </p:nvSpPr>
        <p:spPr>
          <a:xfrm>
            <a:off x="402300" y="2353236"/>
            <a:ext cx="11381400" cy="2553091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Toolchain &amp; Repository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Your Own Boards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Build System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Board Tools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1">
                <a:solidFill>
                  <a:srgbClr val="37863C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Peripheral Tests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Crypto Tests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Practice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B2A62998-F8D0-DAA3-4400-008D3F20B2E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000" y="0"/>
            <a:ext cx="5213520" cy="1363335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1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5. Peripheral Tests </a:t>
            </a:r>
            <a:r>
              <a:rPr lang="en-US" sz="31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(1/3) Four programs, one per peripheral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26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365760" y="868680"/>
          <a:ext cx="1143000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6400800"/>
                <a:gridCol w="3200400"/>
              </a:tblGrid>
              <a:tr h="548640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Program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Checks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You should see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gpio_test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output enable, all low/high, walking ones (LEDs), XOR, patterns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PASS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uart_test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UART0 console, UART1 registers, optional loopback JB1–JB2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PASS (loopback SKIP without jumper)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spi_test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SPI0 registers, real SD card answers CMD0 with R1 = 0x01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PASS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jtag_test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loaded over JTAG at all; reads mhartid, marchid, misa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PASS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</a:tbl>
          </a:graphicData>
        </a:graphic>
      </p:graphicFrame>
      <p:sp>
        <p:nvSpPr>
          <p:cNvPr id="64" name="Rectangle 63"/>
          <p:cNvSpPr/>
          <p:nvPr/>
        </p:nvSpPr>
        <p:spPr>
          <a:xfrm>
            <a:off x="365760" y="3840480"/>
            <a:ext cx="11430000" cy="1097280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475" b="1">
                <a:solidFill>
                  <a:srgbClr val="808080"/>
                </a:solidFill>
                <a:latin typeface="Consolas"/>
              </a:rPr>
              <a:t>Run this</a:t>
            </a:r>
          </a:p>
          <a:p>
            <a:pPr algn="l">
              <a:lnSpc>
                <a:spcPct val="100000"/>
              </a:lnSpc>
            </a:pPr>
            <a:r>
              <a:rPr sz="1475">
                <a:solidFill>
                  <a:srgbClr val="1F1F1F"/>
                </a:solidFill>
                <a:latin typeface="Consolas"/>
              </a:rPr>
              <a:t>cd fpga/sw/export/tests</a:t>
            </a:r>
          </a:p>
          <a:p>
            <a:pPr algn="l">
              <a:lnSpc>
                <a:spcPct val="100000"/>
              </a:lnSpc>
            </a:pPr>
            <a:r>
              <a:rPr sz="1475">
                <a:solidFill>
                  <a:srgbClr val="1F1F1F"/>
                </a:solidFill>
                <a:latin typeface="Consolas"/>
              </a:rPr>
              <a:t>make periph                                     # all four</a:t>
            </a:r>
          </a:p>
          <a:p>
            <a:pPr algn="l">
              <a:lnSpc>
                <a:spcPct val="100000"/>
              </a:lnSpc>
            </a:pPr>
            <a:r>
              <a:rPr sz="1475">
                <a:solidFill>
                  <a:srgbClr val="1F1F1F"/>
                </a:solidFill>
                <a:latin typeface="Consolas"/>
              </a:rPr>
              <a:t>BOARD=initiator ../common/board/run_one.sh build/spi_test.elf 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65760" y="5120640"/>
            <a:ext cx="114300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700" b="0">
                <a:solidFill>
                  <a:srgbClr val="808080"/>
                </a:solidFill>
                <a:latin typeface="Times New Roman"/>
              </a:rPr>
              <a:t>Console output of each: Lesson 1, section 5.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5. Peripheral Tests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(2/3) How a test is written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27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868680"/>
            <a:ext cx="6583680" cy="2083756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215" b="1">
                <a:solidFill>
                  <a:srgbClr val="808080"/>
                </a:solidFill>
                <a:latin typeface="Consolas"/>
              </a:rPr>
              <a:t>tests/src/periph_gpio.c (simplified)</a:t>
            </a:r>
          </a:p>
          <a:p>
            <a:pPr algn="l">
              <a:lnSpc>
                <a:spcPct val="100000"/>
              </a:lnSpc>
            </a:pPr>
            <a:r>
              <a:rPr sz="1215">
                <a:solidFill>
                  <a:srgbClr val="2E7D32"/>
                </a:solidFill>
                <a:latin typeface="Consolas"/>
              </a:rPr>
              <a:t>/* 2. walking ones — proves each pin is independently addressable */</a:t>
            </a:r>
          </a:p>
          <a:p>
            <a:pPr algn="l">
              <a:lnSpc>
                <a:spcPct val="100000"/>
              </a:lnSpc>
            </a:pPr>
            <a:r>
              <a:rPr sz="1215">
                <a:solidFill>
                  <a:srgbClr val="1F1F1F"/>
                </a:solidFill>
                <a:latin typeface="Consolas"/>
              </a:rPr>
              <a:t>kprintf("  walking ones (watch the LEDs):\r\n");</a:t>
            </a:r>
          </a:p>
          <a:p>
            <a:pPr algn="l">
              <a:lnSpc>
                <a:spcPct val="100000"/>
              </a:lnSpc>
            </a:pPr>
            <a:r>
              <a:rPr sz="1215">
                <a:solidFill>
                  <a:srgbClr val="1F1F1F"/>
                </a:solidFill>
                <a:latin typeface="Consolas"/>
              </a:rPr>
              <a:t>for (int i = 0; i &lt; GPIO_WIDTH; i++) {</a:t>
            </a:r>
          </a:p>
          <a:p>
            <a:pPr algn="l">
              <a:lnSpc>
                <a:spcPct val="100000"/>
              </a:lnSpc>
            </a:pPr>
            <a:r>
              <a:rPr sz="1215">
                <a:solidFill>
                  <a:srgbClr val="1F1F1F"/>
                </a:solidFill>
                <a:latin typeface="Consolas"/>
              </a:rPr>
              <a:t>    GPIO_REG(GPIO_OUTPUT_VAL) = 1u &lt;&lt; i;</a:t>
            </a:r>
          </a:p>
          <a:p>
            <a:pPr algn="l">
              <a:lnSpc>
                <a:spcPct val="100000"/>
              </a:lnSpc>
            </a:pPr>
            <a:r>
              <a:rPr sz="1215">
                <a:solidFill>
                  <a:srgbClr val="1F1F1F"/>
                </a:solidFill>
                <a:latin typeface="Consolas"/>
              </a:rPr>
              <a:t>    delay();</a:t>
            </a:r>
          </a:p>
          <a:p>
            <a:pPr algn="l">
              <a:lnSpc>
                <a:spcPct val="100000"/>
              </a:lnSpc>
            </a:pPr>
            <a:r>
              <a:rPr sz="1215">
                <a:solidFill>
                  <a:srgbClr val="1F1F1F"/>
                </a:solidFill>
                <a:latin typeface="Consolas"/>
              </a:rPr>
              <a:t>    if ((GPIO_REG(GPIO_OUTPUT_VAL) &amp; 0xff) != (1u &lt;&lt; i))</a:t>
            </a:r>
          </a:p>
          <a:p>
            <a:pPr algn="l">
              <a:lnSpc>
                <a:spcPct val="100000"/>
              </a:lnSpc>
            </a:pPr>
            <a:r>
              <a:rPr sz="1215">
                <a:solidFill>
                  <a:srgbClr val="1F1F1F"/>
                </a:solidFill>
                <a:latin typeface="Consolas"/>
              </a:rPr>
              <a:t>        fails++;</a:t>
            </a:r>
          </a:p>
          <a:p>
            <a:pPr algn="l">
              <a:lnSpc>
                <a:spcPct val="100000"/>
              </a:lnSpc>
            </a:pPr>
            <a:r>
              <a:rPr sz="1215">
                <a:solidFill>
                  <a:srgbClr val="1F1F1F"/>
                </a:solidFill>
                <a:latin typeface="Consolas"/>
              </a:rPr>
              <a:t>}</a:t>
            </a:r>
          </a:p>
          <a:p>
            <a:pPr algn="l">
              <a:lnSpc>
                <a:spcPct val="100000"/>
              </a:lnSpc>
            </a:pPr>
            <a:r>
              <a:rPr sz="1215">
                <a:solidFill>
                  <a:srgbClr val="1F1F1F"/>
                </a:solidFill>
                <a:latin typeface="Consolas"/>
              </a:rPr>
              <a:t>kprintf("    walk: %s\r\n", fails ? "FAIL" : "PASS");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132320" y="868680"/>
            <a:ext cx="484632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Write a register, read it back, print </a:t>
            </a:r>
            <a:r>
              <a:rPr sz="1700" b="1">
                <a:solidFill>
                  <a:srgbClr val="000000"/>
                </a:solidFill>
                <a:latin typeface="Times New Roman"/>
              </a:rPr>
              <a:t>PASS / FAIL</a:t>
            </a:r>
            <a:r>
              <a:rPr sz="1700" b="0">
                <a:solidFill>
                  <a:srgbClr val="000000"/>
                </a:solidFill>
                <a:latin typeface="Times New Roman"/>
              </a:rPr>
              <a:t> per phase and one final verdict.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Something you can see: the LEDs walk.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A test that needs outside help (UART loopback, SD card) prints </a:t>
            </a:r>
            <a:r>
              <a:rPr sz="1700" b="1">
                <a:solidFill>
                  <a:srgbClr val="000000"/>
                </a:solidFill>
                <a:latin typeface="Times New Roman"/>
              </a:rPr>
              <a:t>SKIP</a:t>
            </a:r>
            <a:r>
              <a:rPr sz="1700" b="0">
                <a:solidFill>
                  <a:srgbClr val="000000"/>
                </a:solidFill>
                <a:latin typeface="Times New Roman"/>
              </a:rPr>
              <a:t> instead of FAIL when the help is missing.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1">
                <a:solidFill>
                  <a:srgbClr val="000000"/>
                </a:solidFill>
                <a:latin typeface="Times New Roman"/>
              </a:rPr>
              <a:t>SKIP is not PASS</a:t>
            </a:r>
            <a:r>
              <a:rPr sz="1700" b="0">
                <a:solidFill>
                  <a:srgbClr val="000000"/>
                </a:solidFill>
                <a:latin typeface="Times New Roman"/>
              </a:rPr>
              <a:t>: that check did not run. The final PASS covers only the checks that ran — read every line, not just the last one.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5. Peripheral Tests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(3/3) What the SD test taught us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28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868680"/>
            <a:ext cx="7772400" cy="1068832"/>
          </a:xfrm>
          <a:prstGeom prst="rect">
            <a:avLst/>
          </a:prstGeom>
          <a:solidFill>
            <a:srgbClr val="1E1E1E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400" b="1">
                <a:solidFill>
                  <a:srgbClr val="AAAAAA"/>
                </a:solidFill>
                <a:latin typeface="Consolas"/>
              </a:rPr>
              <a:t>raw bytes after each command, initiator board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E6E6E6"/>
                </a:solidFill>
                <a:latin typeface="Consolas"/>
              </a:rPr>
              <a:t>CMD0: 3f 1 ff ff ff ff ...      &lt;- first CMD0 after power-up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E6E6E6"/>
                </a:solidFill>
                <a:latin typeface="Consolas"/>
              </a:rPr>
              <a:t>CMD0: ff 1 ff ff ff ff ...      &lt;- second CMD0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E6E6E6"/>
                </a:solidFill>
                <a:latin typeface="Consolas"/>
              </a:rPr>
              <a:t>CMD8: ff 1 0 0 1 aa ff ...      &lt;- voltage check echoes 0x1AA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65760" y="2331720"/>
            <a:ext cx="11430000" cy="4023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The first version reported SD </a:t>
            </a:r>
            <a:r>
              <a:rPr sz="1800" b="1">
                <a:solidFill>
                  <a:srgbClr val="000000"/>
                </a:solidFill>
                <a:latin typeface="Times New Roman"/>
              </a:rPr>
              <a:t>FAIL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on both boards (R1 = 0x3f / 0x7f). The cards were fine.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Right after power-up the card sends one junk byte with bit 7 clear before its real answer; the test took the junk for the answer.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Fix: send CMD0 up to 10 times until R1 = 0x01 (tests and firmware). Most SD drivers do the same.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Lesson: print the </a:t>
            </a:r>
            <a:r>
              <a:rPr sz="1800" b="1">
                <a:solidFill>
                  <a:srgbClr val="000000"/>
                </a:solidFill>
                <a:latin typeface="Times New Roman"/>
              </a:rPr>
              <a:t>raw bytes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before blaming the hardware.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1" name="CustomShape 3"/>
          <p:cNvSpPr/>
          <p:nvPr/>
        </p:nvSpPr>
        <p:spPr>
          <a:xfrm>
            <a:off x="0" y="1277373"/>
            <a:ext cx="12186000" cy="1014209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6000" b="0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>Outline</a:t>
            </a:r>
            <a:endParaRPr lang="en-US" sz="6000" b="0" strike="noStrike" spc="-1" dirty="0">
              <a:latin typeface="Arial"/>
            </a:endParaRPr>
          </a:p>
        </p:txBody>
      </p:sp>
      <p:sp>
        <p:nvSpPr>
          <p:cNvPr id="42" name="CustomShape 4"/>
          <p:cNvSpPr/>
          <p:nvPr/>
        </p:nvSpPr>
        <p:spPr>
          <a:xfrm>
            <a:off x="6972480" y="105480"/>
            <a:ext cx="5213520" cy="111024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43" name="Picture 4" descr="http://vlsilab.ee.uec.ac.jp/images/logo.png"/>
          <p:cNvPicPr/>
          <p:nvPr/>
        </p:nvPicPr>
        <p:blipFill>
          <a:blip r:embed="rId2"/>
          <a:stretch/>
        </p:blipFill>
        <p:spPr>
          <a:xfrm>
            <a:off x="7713720" y="152280"/>
            <a:ext cx="3730320" cy="1035720"/>
          </a:xfrm>
          <a:prstGeom prst="rect">
            <a:avLst/>
          </a:prstGeom>
          <a:ln>
            <a:noFill/>
          </a:ln>
        </p:spPr>
      </p:pic>
      <p:sp>
        <p:nvSpPr>
          <p:cNvPr id="45" name="CustomShape 6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976D1C0D-8C0B-4FED-8F9E-AAED3AF2BED7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29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10" name="CustomShape 3">
            <a:extLst>
              <a:ext uri="{FF2B5EF4-FFF2-40B4-BE49-F238E27FC236}">
                <a16:creationId xmlns:a16="http://schemas.microsoft.com/office/drawing/2014/main" id="{F22CA456-F1E3-4191-9864-00187BF37E54}"/>
              </a:ext>
            </a:extLst>
          </p:cNvPr>
          <p:cNvSpPr/>
          <p:nvPr/>
        </p:nvSpPr>
        <p:spPr>
          <a:xfrm>
            <a:off x="402300" y="2353236"/>
            <a:ext cx="11381400" cy="2553091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Toolchain &amp; Repository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Your Own Boards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Build System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Board Tools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Peripheral Tests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1">
                <a:solidFill>
                  <a:srgbClr val="37863C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Crypto Tests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Practice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B2A62998-F8D0-DAA3-4400-008D3F20B2E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000" y="0"/>
            <a:ext cx="5213520" cy="1363335"/>
          </a:xfrm>
          <a:prstGeom prst="rect">
            <a:avLst/>
          </a:prstGeom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1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6. Crypto Tests </a:t>
            </a:r>
            <a:r>
              <a:rPr lang="en-US" sz="31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(1/5) What is tested, against which vectors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30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365760" y="868680"/>
          <a:ext cx="11430000" cy="402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3474720"/>
                <a:gridCol w="4297680"/>
              </a:tblGrid>
              <a:tr h="502920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Primitive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Implementation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Test vectors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SHA-256 / SHA-384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common/crypto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FIPS 180-4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HMAC-SHA-256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common/crypto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RFC 4231, test case 1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HKDF-SHA-256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common/crypto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RFC 5869, test case 1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AES-128-CCM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common/crypto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RFC 3610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AES-128-GCM / AES-256-GCM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common/crypto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NIST GCM spec, test cases 2 / 14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X25519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curve25519-donna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RFC 7748 §6.1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ML-KEM-512 / 768 / 1024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mlkem-native (FIPS 203)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FIPS 203 known answers + rejection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4" name="TextBox 63"/>
          <p:cNvSpPr txBox="1"/>
          <p:nvPr/>
        </p:nvSpPr>
        <p:spPr>
          <a:xfrm>
            <a:off x="365760" y="5120640"/>
            <a:ext cx="114300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The tests link the </a:t>
            </a:r>
            <a:r>
              <a:rPr sz="1800" b="1">
                <a:solidFill>
                  <a:srgbClr val="000000"/>
                </a:solidFill>
                <a:latin typeface="Times New Roman"/>
              </a:rPr>
              <a:t>same files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the EDHOC firmware uses — not a separate copy — so a PASS here covers the code that runs in the handshake.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6. Crypto Tests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(2/5) crypto_test on the board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31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868680"/>
            <a:ext cx="6766560" cy="3724827"/>
          </a:xfrm>
          <a:prstGeom prst="rect">
            <a:avLst/>
          </a:prstGeom>
          <a:solidFill>
            <a:srgbClr val="1E1E1E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196" b="1">
                <a:solidFill>
                  <a:srgbClr val="AAAAAA"/>
                </a:solidFill>
                <a:latin typeface="Consolas"/>
              </a:rPr>
              <a:t>tests/build/crypto_test.elf</a:t>
            </a:r>
          </a:p>
          <a:p>
            <a:pPr algn="l">
              <a:lnSpc>
                <a:spcPct val="100000"/>
              </a:lnSpc>
            </a:pPr>
            <a:r>
              <a:rPr sz="1196">
                <a:solidFill>
                  <a:srgbClr val="E6E6E6"/>
                </a:solidFill>
                <a:latin typeface="Consolas"/>
              </a:rPr>
              <a:t>=== Classical crypto KAT (common/crypto, donna) ===</a:t>
            </a:r>
          </a:p>
          <a:p>
            <a:pPr algn="l">
              <a:lnSpc>
                <a:spcPct val="100000"/>
              </a:lnSpc>
            </a:pPr>
            <a:r>
              <a:rPr sz="1196">
                <a:solidFill>
                  <a:srgbClr val="E6E6E6"/>
                </a:solidFill>
                <a:latin typeface="Consolas"/>
              </a:rPr>
              <a:t>  vectors: FIPS 180-4, RFC 4231, RFC 5869, RFC 3610, NIST GCM, RFC 7748</a:t>
            </a:r>
          </a:p>
          <a:p>
            <a:pPr algn="l">
              <a:lnSpc>
                <a:spcPct val="100000"/>
              </a:lnSpc>
            </a:pPr>
            <a:r>
              <a:rPr sz="1196">
                <a:solidFill>
                  <a:srgbClr val="8BE98B"/>
                </a:solidFill>
                <a:latin typeface="Consolas"/>
              </a:rPr>
              <a:t>  SHA-256       : PASS</a:t>
            </a:r>
          </a:p>
          <a:p>
            <a:pPr algn="l">
              <a:lnSpc>
                <a:spcPct val="100000"/>
              </a:lnSpc>
            </a:pPr>
            <a:r>
              <a:rPr sz="1196">
                <a:solidFill>
                  <a:srgbClr val="8BE98B"/>
                </a:solidFill>
                <a:latin typeface="Consolas"/>
              </a:rPr>
              <a:t>  SHA-384       : PASS</a:t>
            </a:r>
          </a:p>
          <a:p>
            <a:pPr algn="l">
              <a:lnSpc>
                <a:spcPct val="100000"/>
              </a:lnSpc>
            </a:pPr>
            <a:r>
              <a:rPr sz="1196">
                <a:solidFill>
                  <a:srgbClr val="8BE98B"/>
                </a:solidFill>
                <a:latin typeface="Consolas"/>
              </a:rPr>
              <a:t>  HMAC-SHA-256  : PASS</a:t>
            </a:r>
          </a:p>
          <a:p>
            <a:pPr algn="l">
              <a:lnSpc>
                <a:spcPct val="100000"/>
              </a:lnSpc>
            </a:pPr>
            <a:r>
              <a:rPr sz="1196">
                <a:solidFill>
                  <a:srgbClr val="8BE98B"/>
                </a:solidFill>
                <a:latin typeface="Consolas"/>
              </a:rPr>
              <a:t>  HKDF-SHA-256  : PASS</a:t>
            </a:r>
          </a:p>
          <a:p>
            <a:pPr algn="l">
              <a:lnSpc>
                <a:spcPct val="100000"/>
              </a:lnSpc>
            </a:pPr>
            <a:r>
              <a:rPr sz="1196">
                <a:solidFill>
                  <a:srgbClr val="8BE98B"/>
                </a:solidFill>
                <a:latin typeface="Consolas"/>
              </a:rPr>
              <a:t>  AES-128-CCM   : PASS</a:t>
            </a:r>
          </a:p>
          <a:p>
            <a:pPr algn="l">
              <a:lnSpc>
                <a:spcPct val="100000"/>
              </a:lnSpc>
            </a:pPr>
            <a:r>
              <a:rPr sz="1196">
                <a:solidFill>
                  <a:srgbClr val="8BE98B"/>
                </a:solidFill>
                <a:latin typeface="Consolas"/>
              </a:rPr>
              <a:t>    CCM tag     : PASS</a:t>
            </a:r>
          </a:p>
          <a:p>
            <a:pPr algn="l">
              <a:lnSpc>
                <a:spcPct val="100000"/>
              </a:lnSpc>
            </a:pPr>
            <a:r>
              <a:rPr sz="1196">
                <a:solidFill>
                  <a:srgbClr val="8BE98B"/>
                </a:solidFill>
                <a:latin typeface="Consolas"/>
              </a:rPr>
              <a:t>    CCM decrypt : PASS</a:t>
            </a:r>
          </a:p>
          <a:p>
            <a:pPr algn="l">
              <a:lnSpc>
                <a:spcPct val="100000"/>
              </a:lnSpc>
            </a:pPr>
            <a:r>
              <a:rPr sz="1196">
                <a:solidFill>
                  <a:srgbClr val="8BE98B"/>
                </a:solidFill>
                <a:latin typeface="Consolas"/>
              </a:rPr>
              <a:t>  AES-128-GCM   : PASS</a:t>
            </a:r>
          </a:p>
          <a:p>
            <a:pPr algn="l">
              <a:lnSpc>
                <a:spcPct val="100000"/>
              </a:lnSpc>
            </a:pPr>
            <a:r>
              <a:rPr sz="1196">
                <a:solidFill>
                  <a:srgbClr val="8BE98B"/>
                </a:solidFill>
                <a:latin typeface="Consolas"/>
              </a:rPr>
              <a:t>    GCM tag     : PASS</a:t>
            </a:r>
          </a:p>
          <a:p>
            <a:pPr algn="l">
              <a:lnSpc>
                <a:spcPct val="100000"/>
              </a:lnSpc>
            </a:pPr>
            <a:r>
              <a:rPr sz="1196">
                <a:solidFill>
                  <a:srgbClr val="8BE98B"/>
                </a:solidFill>
                <a:latin typeface="Consolas"/>
              </a:rPr>
              <a:t>    GCM decrypt : PASS</a:t>
            </a:r>
          </a:p>
          <a:p>
            <a:pPr algn="l">
              <a:lnSpc>
                <a:spcPct val="100000"/>
              </a:lnSpc>
            </a:pPr>
            <a:r>
              <a:rPr sz="1196">
                <a:solidFill>
                  <a:srgbClr val="8BE98B"/>
                </a:solidFill>
                <a:latin typeface="Consolas"/>
              </a:rPr>
              <a:t>  AES-256-GCM   : PASS</a:t>
            </a:r>
          </a:p>
          <a:p>
            <a:pPr algn="l">
              <a:lnSpc>
                <a:spcPct val="100000"/>
              </a:lnSpc>
            </a:pPr>
            <a:r>
              <a:rPr sz="1196">
                <a:solidFill>
                  <a:srgbClr val="8BE98B"/>
                </a:solidFill>
                <a:latin typeface="Consolas"/>
              </a:rPr>
              <a:t>    GCM tag     : PASS</a:t>
            </a:r>
          </a:p>
          <a:p>
            <a:pPr algn="l">
              <a:lnSpc>
                <a:spcPct val="100000"/>
              </a:lnSpc>
            </a:pPr>
            <a:r>
              <a:rPr sz="1196">
                <a:solidFill>
                  <a:srgbClr val="8BE98B"/>
                </a:solidFill>
                <a:latin typeface="Consolas"/>
              </a:rPr>
              <a:t>    GCM decrypt : PASS</a:t>
            </a:r>
          </a:p>
          <a:p>
            <a:pPr algn="l">
              <a:lnSpc>
                <a:spcPct val="100000"/>
              </a:lnSpc>
            </a:pPr>
            <a:r>
              <a:rPr sz="1196">
                <a:solidFill>
                  <a:srgbClr val="E6E6E6"/>
                </a:solidFill>
                <a:latin typeface="Consolas"/>
              </a:rPr>
              <a:t>  X25519 shared : 8917229 cycles</a:t>
            </a:r>
          </a:p>
          <a:p>
            <a:pPr algn="l">
              <a:lnSpc>
                <a:spcPct val="100000"/>
              </a:lnSpc>
            </a:pPr>
            <a:r>
              <a:rPr sz="1196">
                <a:solidFill>
                  <a:srgbClr val="8BE98B"/>
                </a:solidFill>
                <a:latin typeface="Consolas"/>
              </a:rPr>
              <a:t>  X25519        : PASS</a:t>
            </a:r>
          </a:p>
          <a:p>
            <a:pPr algn="l">
              <a:lnSpc>
                <a:spcPct val="100000"/>
              </a:lnSpc>
            </a:pPr>
            <a:r>
              <a:rPr sz="1196">
                <a:solidFill>
                  <a:srgbClr val="8BE98B"/>
                </a:solidFill>
                <a:latin typeface="Consolas"/>
              </a:rPr>
              <a:t>CRYPTO TEST: PASS (0 failures)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315200" y="868680"/>
            <a:ext cx="4663440" cy="5303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AEAD tests check three things: ciphertext, tag, and that decrypting the expected ciphertext verifies.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On a mismatch the test prints </a:t>
            </a:r>
            <a:r>
              <a:rPr sz="1700" b="0" i="1">
                <a:solidFill>
                  <a:srgbClr val="000000"/>
                </a:solidFill>
                <a:latin typeface="Times New Roman"/>
              </a:rPr>
              <a:t>got</a:t>
            </a:r>
            <a:r>
              <a:rPr sz="1700" b="0">
                <a:solidFill>
                  <a:srgbClr val="000000"/>
                </a:solidFill>
                <a:latin typeface="Times New Roman"/>
              </a:rPr>
              <a:t> and </a:t>
            </a:r>
            <a:r>
              <a:rPr sz="1700" b="0" i="1">
                <a:solidFill>
                  <a:srgbClr val="000000"/>
                </a:solidFill>
                <a:latin typeface="Times New Roman"/>
              </a:rPr>
              <a:t>want</a:t>
            </a:r>
            <a:r>
              <a:rPr sz="1700" b="0">
                <a:solidFill>
                  <a:srgbClr val="000000"/>
                </a:solidFill>
                <a:latin typeface="Times New Roman"/>
              </a:rPr>
              <a:t>, so the console alone is enough to debug.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X25519 key agreement: 8.9 M cycles = 0.12 s at 75 MHz.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6. Crypto Tests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(3/5) mlkem_test on the board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32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868680"/>
            <a:ext cx="7315200" cy="2453479"/>
          </a:xfrm>
          <a:prstGeom prst="rect">
            <a:avLst/>
          </a:prstGeom>
          <a:solidFill>
            <a:srgbClr val="1E1E1E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211" b="1">
                <a:solidFill>
                  <a:srgbClr val="AAAAAA"/>
                </a:solidFill>
                <a:latin typeface="Consolas"/>
              </a:rPr>
              <a:t>tests/build/mlkem_test.elf</a:t>
            </a:r>
          </a:p>
          <a:p>
            <a:pPr algn="l">
              <a:lnSpc>
                <a:spcPct val="100000"/>
              </a:lnSpc>
            </a:pPr>
            <a:r>
              <a:rPr sz="1211">
                <a:solidFill>
                  <a:srgbClr val="E6E6E6"/>
                </a:solidFill>
                <a:latin typeface="Consolas"/>
              </a:rPr>
              <a:t>=== ML-KEM (FIPS 203, mlkem-native) test  levels 512/768/1024 ===</a:t>
            </a:r>
          </a:p>
          <a:p>
            <a:pPr algn="l">
              <a:lnSpc>
                <a:spcPct val="100000"/>
              </a:lnSpc>
            </a:pPr>
            <a:r>
              <a:rPr sz="1211">
                <a:solidFill>
                  <a:srgbClr val="E6E6E6"/>
                </a:solidFill>
                <a:latin typeface="Consolas"/>
              </a:rPr>
              <a:t>-- ML-KEM-512 (pk=800 sk=1632 ct=768) --</a:t>
            </a:r>
          </a:p>
          <a:p>
            <a:pPr algn="l">
              <a:lnSpc>
                <a:spcPct val="100000"/>
              </a:lnSpc>
            </a:pPr>
            <a:r>
              <a:rPr sz="1211">
                <a:solidFill>
                  <a:srgbClr val="8BE98B"/>
                </a:solidFill>
                <a:latin typeface="Consolas"/>
              </a:rPr>
              <a:t>  keypair KAT : PASS</a:t>
            </a:r>
          </a:p>
          <a:p>
            <a:pPr algn="l">
              <a:lnSpc>
                <a:spcPct val="100000"/>
              </a:lnSpc>
            </a:pPr>
            <a:r>
              <a:rPr sz="1211">
                <a:solidFill>
                  <a:srgbClr val="8BE98B"/>
                </a:solidFill>
                <a:latin typeface="Consolas"/>
              </a:rPr>
              <a:t>  encaps KAT  : PASS</a:t>
            </a:r>
          </a:p>
          <a:p>
            <a:pPr algn="l">
              <a:lnSpc>
                <a:spcPct val="100000"/>
              </a:lnSpc>
            </a:pPr>
            <a:r>
              <a:rPr sz="1211">
                <a:solidFill>
                  <a:srgbClr val="8BE98B"/>
                </a:solidFill>
                <a:latin typeface="Consolas"/>
              </a:rPr>
              <a:t>  decaps      : PASS</a:t>
            </a:r>
          </a:p>
          <a:p>
            <a:pPr algn="l">
              <a:lnSpc>
                <a:spcPct val="100000"/>
              </a:lnSpc>
            </a:pPr>
            <a:r>
              <a:rPr sz="1211">
                <a:solidFill>
                  <a:srgbClr val="8BE98B"/>
                </a:solidFill>
                <a:latin typeface="Consolas"/>
              </a:rPr>
              <a:t>  reject KAT  : PASS</a:t>
            </a:r>
          </a:p>
          <a:p>
            <a:pPr algn="l">
              <a:lnSpc>
                <a:spcPct val="100000"/>
              </a:lnSpc>
            </a:pPr>
            <a:r>
              <a:rPr sz="1211">
                <a:solidFill>
                  <a:srgbClr val="E6E6E6"/>
                </a:solidFill>
                <a:latin typeface="Consolas"/>
              </a:rPr>
              <a:t>-- ML-KEM-768 (pk=1184 sk=2400 ct=1088) --</a:t>
            </a:r>
          </a:p>
          <a:p>
            <a:pPr algn="l">
              <a:lnSpc>
                <a:spcPct val="100000"/>
              </a:lnSpc>
            </a:pPr>
            <a:r>
              <a:rPr sz="1211">
                <a:solidFill>
                  <a:srgbClr val="8BE98B"/>
                </a:solidFill>
                <a:latin typeface="Consolas"/>
              </a:rPr>
              <a:t>  keypair KAT : PASS   encaps KAT : PASS   decaps : PASS   reject KAT : PASS</a:t>
            </a:r>
          </a:p>
          <a:p>
            <a:pPr algn="l">
              <a:lnSpc>
                <a:spcPct val="100000"/>
              </a:lnSpc>
            </a:pPr>
            <a:r>
              <a:rPr sz="1211">
                <a:solidFill>
                  <a:srgbClr val="E6E6E6"/>
                </a:solidFill>
                <a:latin typeface="Consolas"/>
              </a:rPr>
              <a:t>-- ML-KEM-1024 (pk=1568 sk=3168 ct=1568) --</a:t>
            </a:r>
          </a:p>
          <a:p>
            <a:pPr algn="l">
              <a:lnSpc>
                <a:spcPct val="100000"/>
              </a:lnSpc>
            </a:pPr>
            <a:r>
              <a:rPr sz="1211">
                <a:solidFill>
                  <a:srgbClr val="8BE98B"/>
                </a:solidFill>
                <a:latin typeface="Consolas"/>
              </a:rPr>
              <a:t>  keypair KAT : PASS   encaps KAT : PASS   decaps : PASS   reject KAT : PASS</a:t>
            </a:r>
          </a:p>
          <a:p>
            <a:pPr algn="l">
              <a:lnSpc>
                <a:spcPct val="100000"/>
              </a:lnSpc>
            </a:pPr>
            <a:r>
              <a:rPr sz="1211">
                <a:solidFill>
                  <a:srgbClr val="8BE98B"/>
                </a:solidFill>
                <a:latin typeface="Consolas"/>
              </a:rPr>
              <a:t>MLKEM TEST: PASS (0 failures)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863840" y="868680"/>
            <a:ext cx="4114800" cy="5486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Three security levels in one image: the library is compiled three times with different prefixes (</a:t>
            </a:r>
            <a:r>
              <a:rPr sz="1600" b="0" i="1">
                <a:solidFill>
                  <a:srgbClr val="000000"/>
                </a:solidFill>
                <a:latin typeface="Times New Roman"/>
              </a:rPr>
              <a:t>mlk512_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, </a:t>
            </a:r>
            <a:r>
              <a:rPr sz="1600" b="0" i="1">
                <a:solidFill>
                  <a:srgbClr val="000000"/>
                </a:solidFill>
                <a:latin typeface="Times New Roman"/>
              </a:rPr>
              <a:t>mlk768_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, </a:t>
            </a:r>
            <a:r>
              <a:rPr sz="1600" b="0" i="1">
                <a:solidFill>
                  <a:srgbClr val="000000"/>
                </a:solidFill>
                <a:latin typeface="Times New Roman"/>
              </a:rPr>
              <a:t>mlk1024_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).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600" b="1">
                <a:solidFill>
                  <a:srgbClr val="000000"/>
                </a:solidFill>
                <a:latin typeface="Times New Roman"/>
              </a:rPr>
              <a:t>reject KAT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: a corrupted ciphertext must give the defined pseudo-random key, not an error — FIPS 203 implicit rejection.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Needs a 16 KiB stack (ML-KEM-768 decapsulation is the deepest call).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3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6. Crypto Tests </a:t>
            </a:r>
            <a:r>
              <a:rPr lang="en-US" sz="33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(4/5) How a known-answer test is written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33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868680"/>
            <a:ext cx="7680960" cy="2479065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225" b="1">
                <a:solidFill>
                  <a:srgbClr val="808080"/>
                </a:solidFill>
                <a:latin typeface="Consolas"/>
              </a:rPr>
              <a:t>tests/src/crypto_classic.c (shortened)</a:t>
            </a:r>
          </a:p>
          <a:p>
            <a:pPr algn="l">
              <a:lnSpc>
                <a:spcPct val="100000"/>
              </a:lnSpc>
            </a:pPr>
            <a:r>
              <a:rPr sz="1225">
                <a:solidFill>
                  <a:srgbClr val="1F1F1F"/>
                </a:solidFill>
                <a:latin typeface="Consolas"/>
              </a:rPr>
              <a:t>static int test_x25519(void)</a:t>
            </a:r>
          </a:p>
          <a:p>
            <a:pPr algn="l">
              <a:lnSpc>
                <a:spcPct val="100000"/>
              </a:lnSpc>
            </a:pPr>
            <a:r>
              <a:rPr sz="1225">
                <a:solidFill>
                  <a:srgbClr val="1F1F1F"/>
                </a:solidFill>
                <a:latin typeface="Consolas"/>
              </a:rPr>
              <a:t>{</a:t>
            </a:r>
          </a:p>
          <a:p>
            <a:pPr algn="l">
              <a:lnSpc>
                <a:spcPct val="100000"/>
              </a:lnSpc>
            </a:pPr>
            <a:r>
              <a:rPr sz="1225">
                <a:solidFill>
                  <a:srgbClr val="2E7D32"/>
                </a:solidFill>
                <a:latin typeface="Consolas"/>
              </a:rPr>
              <a:t>    /* RFC 7748 section 6.1: Alice and Bob must agree on K */</a:t>
            </a:r>
          </a:p>
          <a:p>
            <a:pPr algn="l">
              <a:lnSpc>
                <a:spcPct val="100000"/>
              </a:lnSpc>
            </a:pPr>
            <a:r>
              <a:rPr sz="1225">
                <a:solidFill>
                  <a:srgbClr val="1F1F1F"/>
                </a:solidFill>
                <a:latin typeface="Consolas"/>
              </a:rPr>
              <a:t>    static const uint8_t a_priv[32] = { 0x77,0x07,0x6D,0x0A, ... };</a:t>
            </a:r>
          </a:p>
          <a:p>
            <a:pPr algn="l">
              <a:lnSpc>
                <a:spcPct val="100000"/>
              </a:lnSpc>
            </a:pPr>
            <a:r>
              <a:rPr sz="1225">
                <a:solidFill>
                  <a:srgbClr val="1F1F1F"/>
                </a:solidFill>
                <a:latin typeface="Consolas"/>
              </a:rPr>
              <a:t>    static const uint8_t b_pub[32]  = { 0xDE,0x9E,0xDB,0x7D, ... };</a:t>
            </a:r>
          </a:p>
          <a:p>
            <a:pPr algn="l">
              <a:lnSpc>
                <a:spcPct val="100000"/>
              </a:lnSpc>
            </a:pPr>
            <a:r>
              <a:rPr sz="1225">
                <a:solidFill>
                  <a:srgbClr val="1F1F1F"/>
                </a:solidFill>
                <a:latin typeface="Consolas"/>
              </a:rPr>
              <a:t>    static const uint8_t want[32]   = { 0x4A,0x5D,0x9D,0x5B, ... };</a:t>
            </a:r>
          </a:p>
          <a:p>
            <a:pPr algn="l">
              <a:lnSpc>
                <a:spcPct val="100000"/>
              </a:lnSpc>
            </a:pPr>
            <a:r>
              <a:rPr sz="1225">
                <a:solidFill>
                  <a:srgbClr val="1F1F1F"/>
                </a:solidFill>
                <a:latin typeface="Consolas"/>
              </a:rPr>
              <a:t>    uint8_t got[32];</a:t>
            </a:r>
          </a:p>
          <a:p>
            <a:pPr algn="l">
              <a:lnSpc>
                <a:spcPct val="100000"/>
              </a:lnSpc>
            </a:pPr>
            <a:r>
              <a:rPr sz="1225">
                <a:solidFill>
                  <a:srgbClr val="1F1F1F"/>
                </a:solidFill>
                <a:latin typeface="Consolas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225">
                <a:solidFill>
                  <a:srgbClr val="1F1F1F"/>
                </a:solidFill>
                <a:latin typeface="Consolas"/>
              </a:rPr>
              <a:t>    curve25519_donna(got, a_priv, b_pub);</a:t>
            </a:r>
          </a:p>
          <a:p>
            <a:pPr algn="l">
              <a:lnSpc>
                <a:spcPct val="100000"/>
              </a:lnSpc>
            </a:pPr>
            <a:r>
              <a:rPr sz="1225">
                <a:solidFill>
                  <a:srgbClr val="1F1F1F"/>
                </a:solidFill>
                <a:latin typeface="Consolas"/>
              </a:rPr>
              <a:t>    return report("X25519        ", got, want, 32);   // PASS, or got/want dump</a:t>
            </a:r>
          </a:p>
          <a:p>
            <a:pPr algn="l">
              <a:lnSpc>
                <a:spcPct val="100000"/>
              </a:lnSpc>
            </a:pPr>
            <a:r>
              <a:rPr sz="1225">
                <a:solidFill>
                  <a:srgbClr val="1F1F1F"/>
                </a:solidFill>
                <a:latin typeface="Consolas"/>
              </a:rPr>
              <a:t>}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229600" y="868680"/>
            <a:ext cx="3749039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Inputs and expected output copied </a:t>
            </a:r>
            <a:r>
              <a:rPr sz="1700" b="1">
                <a:solidFill>
                  <a:srgbClr val="000000"/>
                </a:solidFill>
                <a:latin typeface="Times New Roman"/>
              </a:rPr>
              <a:t>byte for byte</a:t>
            </a:r>
            <a:r>
              <a:rPr sz="1700" b="0">
                <a:solidFill>
                  <a:srgbClr val="000000"/>
                </a:solidFill>
                <a:latin typeface="Times New Roman"/>
              </a:rPr>
              <a:t> from the standard.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One function per primitive, one </a:t>
            </a:r>
            <a:r>
              <a:rPr sz="1700" b="0" i="1">
                <a:solidFill>
                  <a:srgbClr val="000000"/>
                </a:solidFill>
                <a:latin typeface="Times New Roman"/>
              </a:rPr>
              <a:t>report()</a:t>
            </a:r>
            <a:r>
              <a:rPr sz="1700" b="0">
                <a:solidFill>
                  <a:srgbClr val="000000"/>
                </a:solidFill>
                <a:latin typeface="Times New Roman"/>
              </a:rPr>
              <a:t> that compares and prints.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Add a primitive: one more function and one more line in </a:t>
            </a:r>
            <a:r>
              <a:rPr sz="1700" b="0" i="1">
                <a:solidFill>
                  <a:srgbClr val="000000"/>
                </a:solidFill>
                <a:latin typeface="Times New Roman"/>
              </a:rPr>
              <a:t>main()</a:t>
            </a:r>
            <a:r>
              <a:rPr sz="1700" b="0">
                <a:solidFill>
                  <a:srgbClr val="000000"/>
                </a:solidFill>
                <a:latin typeface="Times New Roman"/>
              </a:rPr>
              <a:t>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6. Crypto Tests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(5/5) Tests on the PC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34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365760" y="868680"/>
          <a:ext cx="1143000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66160"/>
                <a:gridCol w="5852160"/>
                <a:gridCol w="2011680"/>
              </a:tblGrid>
              <a:tr h="658368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Host test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What it runs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You should see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make loopback-test (wolfssl)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initiator + responder as two threads, one suite × method per run, PRK_out compared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PRK_out match -&gt; PASS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make unit-test, loopback-test (authkem)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encodings, KEM, error messages; full 5-message handshake, per suite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PASS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make rfc9529-test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every byte of the RFC 9529 example traces (Lesson 3)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PASS for suites 0, 2, 24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make fat32-host-test (tests/)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FAT32 code on a real disk image, checked with fsck.fat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every check PASS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</a:tbl>
          </a:graphicData>
        </a:graphic>
      </p:graphicFrame>
      <p:sp>
        <p:nvSpPr>
          <p:cNvPr id="64" name="TextBox 63"/>
          <p:cNvSpPr txBox="1"/>
          <p:nvPr/>
        </p:nvSpPr>
        <p:spPr>
          <a:xfrm>
            <a:off x="365760" y="4480560"/>
            <a:ext cx="1143000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Same C files as the firmware, compiled for the PC: seconds per run, a debugger, no boards needed.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Rule used throughout: </a:t>
            </a:r>
            <a:r>
              <a:rPr sz="1800" b="1">
                <a:solidFill>
                  <a:srgbClr val="000000"/>
                </a:solidFill>
                <a:latin typeface="Times New Roman"/>
              </a:rPr>
              <a:t>host test first, then the board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1" name="CustomShape 3"/>
          <p:cNvSpPr/>
          <p:nvPr/>
        </p:nvSpPr>
        <p:spPr>
          <a:xfrm>
            <a:off x="0" y="1277373"/>
            <a:ext cx="12186000" cy="1014209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6000" b="0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>Outline</a:t>
            </a:r>
            <a:endParaRPr lang="en-US" sz="6000" b="0" strike="noStrike" spc="-1" dirty="0">
              <a:latin typeface="Arial"/>
            </a:endParaRPr>
          </a:p>
        </p:txBody>
      </p:sp>
      <p:sp>
        <p:nvSpPr>
          <p:cNvPr id="42" name="CustomShape 4"/>
          <p:cNvSpPr/>
          <p:nvPr/>
        </p:nvSpPr>
        <p:spPr>
          <a:xfrm>
            <a:off x="6972480" y="105480"/>
            <a:ext cx="5213520" cy="111024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43" name="Picture 4" descr="http://vlsilab.ee.uec.ac.jp/images/logo.png"/>
          <p:cNvPicPr/>
          <p:nvPr/>
        </p:nvPicPr>
        <p:blipFill>
          <a:blip r:embed="rId2"/>
          <a:stretch/>
        </p:blipFill>
        <p:spPr>
          <a:xfrm>
            <a:off x="7713720" y="152280"/>
            <a:ext cx="3730320" cy="1035720"/>
          </a:xfrm>
          <a:prstGeom prst="rect">
            <a:avLst/>
          </a:prstGeom>
          <a:ln>
            <a:noFill/>
          </a:ln>
        </p:spPr>
      </p:pic>
      <p:sp>
        <p:nvSpPr>
          <p:cNvPr id="45" name="CustomShape 6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976D1C0D-8C0B-4FED-8F9E-AAED3AF2BED7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35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10" name="CustomShape 3">
            <a:extLst>
              <a:ext uri="{FF2B5EF4-FFF2-40B4-BE49-F238E27FC236}">
                <a16:creationId xmlns:a16="http://schemas.microsoft.com/office/drawing/2014/main" id="{F22CA456-F1E3-4191-9864-00187BF37E54}"/>
              </a:ext>
            </a:extLst>
          </p:cNvPr>
          <p:cNvSpPr/>
          <p:nvPr/>
        </p:nvSpPr>
        <p:spPr>
          <a:xfrm>
            <a:off x="402300" y="2353236"/>
            <a:ext cx="11381400" cy="2553091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Toolchain &amp; Repository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Your Own Boards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Build System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Board Tools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Peripheral Tests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Crypto Tests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1">
                <a:solidFill>
                  <a:srgbClr val="37863C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Practice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B2A62998-F8D0-DAA3-4400-008D3F20B2E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000" y="0"/>
            <a:ext cx="5213520" cy="1363335"/>
          </a:xfrm>
          <a:prstGeom prst="rect">
            <a:avLst/>
          </a:prstGeom>
        </p:spPr>
      </p:pic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7. Practice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(1/3) Exercises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36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914400"/>
            <a:ext cx="1737360" cy="411480"/>
          </a:xfrm>
          <a:prstGeom prst="rect">
            <a:avLst/>
          </a:prstGeom>
          <a:solidFill>
            <a:srgbClr val="FFFFFF"/>
          </a:solidFill>
          <a:ln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800" b="0">
                <a:solidFill>
                  <a:srgbClr val="000000"/>
                </a:solidFill>
                <a:latin typeface="Times New Roman"/>
              </a:rPr>
              <a:t>Exercise 1: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57200" y="1371600"/>
            <a:ext cx="114300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Build the toolchain, then </a:t>
            </a:r>
            <a:r>
              <a:rPr sz="1600" b="0">
                <a:solidFill>
                  <a:srgbClr val="8B1A1A"/>
                </a:solidFill>
                <a:latin typeface="Consolas"/>
              </a:rPr>
              <a:t>make periph crypto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in </a:t>
            </a:r>
            <a:r>
              <a:rPr sz="1800" b="0" i="1">
                <a:solidFill>
                  <a:srgbClr val="000000"/>
                </a:solidFill>
                <a:latin typeface="Times New Roman"/>
              </a:rPr>
              <a:t>tests/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. Note each image size from the </a:t>
            </a:r>
            <a:r>
              <a:rPr sz="1800" b="0" i="1">
                <a:solidFill>
                  <a:srgbClr val="000000"/>
                </a:solidFill>
                <a:latin typeface="Times New Roman"/>
              </a:rPr>
              <a:t>size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output.</a:t>
            </a:r>
          </a:p>
        </p:txBody>
      </p:sp>
      <p:sp>
        <p:nvSpPr>
          <p:cNvPr id="65" name="Rectangle 64"/>
          <p:cNvSpPr/>
          <p:nvPr/>
        </p:nvSpPr>
        <p:spPr>
          <a:xfrm>
            <a:off x="365760" y="2377440"/>
            <a:ext cx="1737360" cy="411480"/>
          </a:xfrm>
          <a:prstGeom prst="rect">
            <a:avLst/>
          </a:prstGeom>
          <a:solidFill>
            <a:srgbClr val="FFFFFF"/>
          </a:solidFill>
          <a:ln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800" b="0">
                <a:solidFill>
                  <a:srgbClr val="000000"/>
                </a:solidFill>
                <a:latin typeface="Times New Roman"/>
              </a:rPr>
              <a:t>Exercise 2: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57200" y="2834640"/>
            <a:ext cx="114300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Run all six test programs on both boards and collect the console output.</a:t>
            </a:r>
          </a:p>
        </p:txBody>
      </p:sp>
      <p:sp>
        <p:nvSpPr>
          <p:cNvPr id="67" name="Rectangle 66"/>
          <p:cNvSpPr/>
          <p:nvPr/>
        </p:nvSpPr>
        <p:spPr>
          <a:xfrm>
            <a:off x="365760" y="3840480"/>
            <a:ext cx="1737360" cy="411480"/>
          </a:xfrm>
          <a:prstGeom prst="rect">
            <a:avLst/>
          </a:prstGeom>
          <a:solidFill>
            <a:srgbClr val="FFFFFF"/>
          </a:solidFill>
          <a:ln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800" b="0">
                <a:solidFill>
                  <a:srgbClr val="000000"/>
                </a:solidFill>
                <a:latin typeface="Times New Roman"/>
              </a:rPr>
              <a:t>Exercise 3: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57200" y="4297680"/>
            <a:ext cx="114300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Add a SHA-256 test for the empty string (FIPS 180-4 example) to </a:t>
            </a:r>
            <a:r>
              <a:rPr sz="1800" b="0" i="1">
                <a:solidFill>
                  <a:srgbClr val="000000"/>
                </a:solidFill>
                <a:latin typeface="Times New Roman"/>
              </a:rPr>
              <a:t>crypto_classic.c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and make it PASS on the board.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Then break one byte of the expected value: what does the console show?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7. Practice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(2/3) What to put in the report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37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TextBox 62"/>
          <p:cNvSpPr txBox="1"/>
          <p:nvPr/>
        </p:nvSpPr>
        <p:spPr>
          <a:xfrm>
            <a:off x="457200" y="1005840"/>
            <a:ext cx="11247120" cy="457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2000" b="0">
                <a:solidFill>
                  <a:srgbClr val="000000"/>
                </a:solidFill>
                <a:latin typeface="Times New Roman"/>
              </a:rPr>
              <a:t>Exercise 1: toolchain version, the build commands, image sizes.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2000" b="0">
                <a:solidFill>
                  <a:srgbClr val="000000"/>
                </a:solidFill>
                <a:latin typeface="Times New Roman"/>
              </a:rPr>
              <a:t>Exercise 2: the six console logs per board; explain any SKIP.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2000" b="0">
                <a:solidFill>
                  <a:srgbClr val="000000"/>
                </a:solidFill>
                <a:latin typeface="Times New Roman"/>
              </a:rPr>
              <a:t>Exercise 3: your test function, the PASS output and the FAIL output with the broken byte.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7. Practice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(3/3) Answer notes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38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365760" y="868680"/>
          <a:ext cx="1143000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6400800"/>
                <a:gridCol w="3200400"/>
              </a:tblGrid>
              <a:tr h="73152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</a:rPr>
                        <a:t>Exercise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</a:rPr>
                        <a:t>What you should find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</a:rPr>
                        <a:t>Why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1. Sizes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each image's text + bss from riscv64-unknown-elf-size; crypto_test and mlkem_test are the largest test images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they link the most crypto code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2. Six tests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every final line PASS on both boards; uart_test shows UART1 loop: SKIP without the jumper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SKIP = not run; nothing failed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3. SHA-256('')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want = e3b0c442 98fc1c14 9afbf4c8 996fb924 27ae41e4 649b934c a495991b 7852b855 → PASS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FIPS 180-4 example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3. broken byte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“SHA-256 …: FAIL”, then got and want, differing in that byte; final line CRYPTO TEST: FAIL (1 failures)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the test compares every byte and counts failures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</a:tbl>
          </a:graphicData>
        </a:graphic>
      </p:graphicFrame>
      <p:sp>
        <p:nvSpPr>
          <p:cNvPr id="64" name="TextBox 63"/>
          <p:cNvSpPr txBox="1"/>
          <p:nvPr/>
        </p:nvSpPr>
        <p:spPr>
          <a:xfrm>
            <a:off x="365760" y="4754880"/>
            <a:ext cx="114300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Restore after exercise 3: undo the broken byte (or, from </a:t>
            </a:r>
            <a:r>
              <a:rPr sz="1700" b="0" i="1">
                <a:solidFill>
                  <a:srgbClr val="000000"/>
                </a:solidFill>
                <a:latin typeface="Times New Roman"/>
              </a:rPr>
              <a:t>fpga/sw/export</a:t>
            </a:r>
            <a:r>
              <a:rPr sz="1700" b="0">
                <a:solidFill>
                  <a:srgbClr val="000000"/>
                </a:solidFill>
                <a:latin typeface="Times New Roman"/>
              </a:rPr>
              <a:t>, </a:t>
            </a:r>
            <a:r>
              <a:rPr sz="1500" b="0">
                <a:solidFill>
                  <a:srgbClr val="8B1A1A"/>
                </a:solidFill>
                <a:latin typeface="Consolas"/>
              </a:rPr>
              <a:t>git checkout tests/src/crypto_classic.c</a:t>
            </a:r>
            <a:r>
              <a:rPr sz="1700" b="0">
                <a:solidFill>
                  <a:srgbClr val="000000"/>
                </a:solidFill>
                <a:latin typeface="Times New Roman"/>
              </a:rPr>
              <a:t>), rebuild, run: PASS again.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2" name="CustomShape 4"/>
          <p:cNvSpPr/>
          <p:nvPr/>
        </p:nvSpPr>
        <p:spPr>
          <a:xfrm>
            <a:off x="6972480" y="105480"/>
            <a:ext cx="5213520" cy="111024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43" name="Picture 4" descr="http://vlsilab.ee.uec.ac.jp/images/logo.png"/>
          <p:cNvPicPr/>
          <p:nvPr/>
        </p:nvPicPr>
        <p:blipFill>
          <a:blip r:embed="rId2"/>
          <a:stretch/>
        </p:blipFill>
        <p:spPr>
          <a:xfrm>
            <a:off x="7713720" y="152280"/>
            <a:ext cx="3730320" cy="1035720"/>
          </a:xfrm>
          <a:prstGeom prst="rect">
            <a:avLst/>
          </a:prstGeom>
          <a:ln>
            <a:noFill/>
          </a:ln>
        </p:spPr>
      </p:pic>
      <p:sp>
        <p:nvSpPr>
          <p:cNvPr id="45" name="CustomShape 6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976D1C0D-8C0B-4FED-8F9E-AAED3AF2BED7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39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10" name="CustomShape 3">
            <a:extLst>
              <a:ext uri="{FF2B5EF4-FFF2-40B4-BE49-F238E27FC236}">
                <a16:creationId xmlns:a16="http://schemas.microsoft.com/office/drawing/2014/main" id="{F22CA456-F1E3-4191-9864-00187BF37E54}"/>
              </a:ext>
            </a:extLst>
          </p:cNvPr>
          <p:cNvSpPr/>
          <p:nvPr/>
        </p:nvSpPr>
        <p:spPr>
          <a:xfrm>
            <a:off x="405300" y="1508270"/>
            <a:ext cx="11381400" cy="4245863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2200" b="1" i="1">
                <a:solidFill>
                  <a:srgbClr val="000000"/>
                </a:solidFill>
                <a:latin typeface="Times New Roman"/>
              </a:rPr>
              <a:t>Today’s lesson highlight:</a:t>
            </a:r>
          </a:p>
          <a:p>
            <a:pPr algn="l" marL="256032" indent="-219456">
              <a:buChar char="•"/>
            </a:pPr>
            <a:r>
              <a:rPr sz="1900" b="0">
                <a:solidFill>
                  <a:srgbClr val="000000"/>
                </a:solidFill>
                <a:latin typeface="Times New Roman"/>
              </a:rPr>
              <a:t>Bare-metal RV64IMAC firmware: own startup, own libc pieces, one image in the 64 KiB scratchpad; the linker refuses image + stack reserve that do not fit, the STACK line shows the real peak.</a:t>
            </a:r>
          </a:p>
          <a:p>
            <a:pPr algn="l" marL="256032" indent="-219456">
              <a:buChar char="•"/>
            </a:pPr>
            <a:r>
              <a:rPr sz="1900" b="0">
                <a:solidFill>
                  <a:srgbClr val="000000"/>
                </a:solidFill>
                <a:latin typeface="Times New Roman"/>
              </a:rPr>
              <a:t>One shared </a:t>
            </a:r>
            <a:r>
              <a:rPr sz="1900" b="0" i="1">
                <a:solidFill>
                  <a:srgbClr val="000000"/>
                </a:solidFill>
                <a:latin typeface="Times New Roman"/>
              </a:rPr>
              <a:t>common/</a:t>
            </a:r>
            <a:r>
              <a:rPr sz="1900" b="0">
                <a:solidFill>
                  <a:srgbClr val="000000"/>
                </a:solidFill>
                <a:latin typeface="Times New Roman"/>
              </a:rPr>
              <a:t> tree; makefiles split into shared flags/rules and per-package targets; a flags stamp prevents stale objects.</a:t>
            </a:r>
          </a:p>
          <a:p>
            <a:pPr algn="l" marL="256032" indent="-219456">
              <a:buChar char="•"/>
            </a:pPr>
            <a:r>
              <a:rPr sz="1900" b="0">
                <a:solidFill>
                  <a:srgbClr val="000000"/>
                </a:solidFill>
                <a:latin typeface="Times New Roman"/>
              </a:rPr>
              <a:t>Load over JTAG with </a:t>
            </a:r>
            <a:r>
              <a:rPr sz="1900" b="0" i="1">
                <a:solidFill>
                  <a:srgbClr val="000000"/>
                </a:solidFill>
                <a:latin typeface="Times New Roman"/>
              </a:rPr>
              <a:t>run_one.sh</a:t>
            </a:r>
            <a:r>
              <a:rPr sz="1900" b="0">
                <a:solidFill>
                  <a:srgbClr val="000000"/>
                </a:solidFill>
                <a:latin typeface="Times New Roman"/>
              </a:rPr>
              <a:t>; PERF / STACK / PASS lines make every run machine-readable.</a:t>
            </a:r>
          </a:p>
          <a:p>
            <a:pPr algn="l" marL="256032" indent="-219456">
              <a:buChar char="•"/>
            </a:pPr>
            <a:r>
              <a:rPr sz="1900" b="0">
                <a:solidFill>
                  <a:srgbClr val="000000"/>
                </a:solidFill>
                <a:latin typeface="Times New Roman"/>
              </a:rPr>
              <a:t>You can now: set up boards.env for your boards, check whether a build fits and how much stack margin it has, load either board, and tell PASS, FAIL and SKIP apart in peripheral and crypto test output.</a:t>
            </a:r>
          </a:p>
          <a:p>
            <a:pPr algn="ctr"/>
            <a:r>
              <a:rPr sz="2000" b="1" i="1">
                <a:solidFill>
                  <a:srgbClr val="000000"/>
                </a:solidFill>
                <a:latin typeface="Times New Roman"/>
              </a:rPr>
              <a:t>Next lesson:</a:t>
            </a:r>
          </a:p>
          <a:p>
            <a:pPr algn="ctr"/>
            <a:r>
              <a:rPr sz="2000" b="0">
                <a:solidFill>
                  <a:srgbClr val="000000"/>
                </a:solidFill>
                <a:latin typeface="Times New Roman"/>
              </a:rPr>
              <a:t>「 Lesson 3 」 EDHOC (RFC 9528) on two boards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C6C8F3E6-8FCF-8406-D385-1271B41CF26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000" y="0"/>
            <a:ext cx="5213520" cy="1363335"/>
          </a:xfrm>
          <a:prstGeom prst="rect">
            <a:avLst/>
          </a:prstGeom>
        </p:spPr>
      </p:pic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67" name="CustomShape 1"/>
          <p:cNvSpPr/>
          <p:nvPr/>
        </p:nvSpPr>
        <p:spPr>
          <a:xfrm>
            <a:off x="0" y="2338920"/>
            <a:ext cx="12192000" cy="193284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68" name="CustomShape 2"/>
          <p:cNvSpPr/>
          <p:nvPr/>
        </p:nvSpPr>
        <p:spPr>
          <a:xfrm>
            <a:off x="2920320" y="2834640"/>
            <a:ext cx="6129000" cy="100404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6000" b="0" strike="noStrike" spc="-1">
                <a:solidFill>
                  <a:srgbClr val="000000"/>
                </a:solidFill>
                <a:latin typeface="Times New Roman"/>
                <a:ea typeface="DejaVu Sans"/>
              </a:rPr>
              <a:t>THANK YOU</a:t>
            </a:r>
            <a:endParaRPr lang="en-US" sz="6000" b="0" strike="noStrike" spc="-1">
              <a:latin typeface="Arial"/>
            </a:endParaRPr>
          </a:p>
        </p:txBody>
      </p:sp>
      <p:sp>
        <p:nvSpPr>
          <p:cNvPr id="70" name="CustomShape 4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6089D392-ACF8-401D-9835-6E74EF9B11A4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40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8" name="CustomShape 4">
            <a:extLst>
              <a:ext uri="{FF2B5EF4-FFF2-40B4-BE49-F238E27FC236}">
                <a16:creationId xmlns:a16="http://schemas.microsoft.com/office/drawing/2014/main" id="{E74905CF-9580-4841-AAEC-D6B501EE967B}"/>
              </a:ext>
            </a:extLst>
          </p:cNvPr>
          <p:cNvSpPr/>
          <p:nvPr/>
        </p:nvSpPr>
        <p:spPr>
          <a:xfrm>
            <a:off x="6972480" y="105480"/>
            <a:ext cx="5213520" cy="111024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9" name="Picture 4" descr="http://vlsilab.ee.uec.ac.jp/images/logo.png">
            <a:extLst>
              <a:ext uri="{FF2B5EF4-FFF2-40B4-BE49-F238E27FC236}">
                <a16:creationId xmlns:a16="http://schemas.microsoft.com/office/drawing/2014/main" id="{9DE8A4C6-EF40-4C98-86CA-0B5033F2A770}"/>
              </a:ext>
            </a:extLst>
          </p:cNvPr>
          <p:cNvPicPr/>
          <p:nvPr/>
        </p:nvPicPr>
        <p:blipFill>
          <a:blip r:embed="rId2"/>
          <a:stretch/>
        </p:blipFill>
        <p:spPr>
          <a:xfrm>
            <a:off x="7713720" y="152280"/>
            <a:ext cx="3730320" cy="1035720"/>
          </a:xfrm>
          <a:prstGeom prst="rect">
            <a:avLst/>
          </a:prstGeom>
          <a:ln>
            <a:noFill/>
          </a:ln>
        </p:spPr>
      </p:pic>
      <p:sp>
        <p:nvSpPr>
          <p:cNvPr id="2" name="CustomShape 1">
            <a:extLst>
              <a:ext uri="{FF2B5EF4-FFF2-40B4-BE49-F238E27FC236}">
                <a16:creationId xmlns:a16="http://schemas.microsoft.com/office/drawing/2014/main" id="{BB2AFDE3-18E3-0A42-6CD0-087EBB1FC018}"/>
              </a:ext>
            </a:extLst>
          </p:cNvPr>
          <p:cNvSpPr/>
          <p:nvPr/>
        </p:nvSpPr>
        <p:spPr>
          <a:xfrm>
            <a:off x="4341928" y="6089099"/>
            <a:ext cx="3502144" cy="583321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3200" b="0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>[YYYY/MM]</a:t>
            </a:r>
            <a:endParaRPr lang="en-US" sz="3200" b="0" strike="noStrike" spc="-1" dirty="0">
              <a:latin typeface="Arial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6898291-B7AA-935C-34F3-91DF98E1FDB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000" y="0"/>
            <a:ext cx="5213520" cy="1363335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70652</TotalTime>
  <Words>2438</Words>
  <Application>Microsoft Office PowerPoint</Application>
  <PresentationFormat>Widescreen</PresentationFormat>
  <Paragraphs>376</Paragraphs>
  <Slides>39</Slides>
  <Notes>39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39</vt:i4>
      </vt:variant>
    </vt:vector>
  </HeadingPairs>
  <TitlesOfParts>
    <vt:vector size="46" baseType="lpstr">
      <vt:lpstr>Arial</vt:lpstr>
      <vt:lpstr>Calibri</vt:lpstr>
      <vt:lpstr>Courier New</vt:lpstr>
      <vt:lpstr>Symbol</vt:lpstr>
      <vt:lpstr>Times New Roman</vt:lpstr>
      <vt:lpstr>Wingdings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/>
  <dc:creator>Hoang Trong-Thuc</dc:creator>
  <dc:description/>
  <cp:lastModifiedBy>Hùng Nguyễn</cp:lastModifiedBy>
  <cp:revision>1425</cp:revision>
  <dcterms:created xsi:type="dcterms:W3CDTF">2017-10-20T03:42:18Z</dcterms:created>
  <dcterms:modified xsi:type="dcterms:W3CDTF">2024-12-23T00:14:11Z</dcterms:modified>
  <dc:language>en-US</dc:languag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ppVersion">
    <vt:lpwstr>16.0000</vt:lpwstr>
  </property>
  <property fmtid="{D5CDD505-2E9C-101B-9397-08002B2CF9AE}" pid="3" name="HiddenSlides">
    <vt:i4>0</vt:i4>
  </property>
  <property fmtid="{D5CDD505-2E9C-101B-9397-08002B2CF9AE}" pid="4" name="HyperlinksChanged">
    <vt:bool>false</vt:bool>
  </property>
  <property fmtid="{D5CDD505-2E9C-101B-9397-08002B2CF9AE}" pid="5" name="LinksUpToDate">
    <vt:bool>false</vt:bool>
  </property>
  <property fmtid="{D5CDD505-2E9C-101B-9397-08002B2CF9AE}" pid="6" name="MMClips">
    <vt:i4>0</vt:i4>
  </property>
  <property fmtid="{D5CDD505-2E9C-101B-9397-08002B2CF9AE}" pid="7" name="Notes">
    <vt:i4>0</vt:i4>
  </property>
  <property fmtid="{D5CDD505-2E9C-101B-9397-08002B2CF9AE}" pid="8" name="PresentationFormat">
    <vt:lpwstr>Widescreen</vt:lpwstr>
  </property>
  <property fmtid="{D5CDD505-2E9C-101B-9397-08002B2CF9AE}" pid="9" name="ScaleCrop">
    <vt:bool>false</vt:bool>
  </property>
  <property fmtid="{D5CDD505-2E9C-101B-9397-08002B2CF9AE}" pid="10" name="ShareDoc">
    <vt:bool>false</vt:bool>
  </property>
  <property fmtid="{D5CDD505-2E9C-101B-9397-08002B2CF9AE}" pid="11" name="Slides">
    <vt:i4>27</vt:i4>
  </property>
  <property fmtid="{D5CDD505-2E9C-101B-9397-08002B2CF9AE}" pid="12" name="MSIP_Label_ddc55989-3c9e-4466-8514-eac6f80f6373_Enabled">
    <vt:lpwstr>True</vt:lpwstr>
  </property>
  <property fmtid="{D5CDD505-2E9C-101B-9397-08002B2CF9AE}" pid="13" name="MSIP_Label_ddc55989-3c9e-4466-8514-eac6f80f6373_SiteId">
    <vt:lpwstr>18a7fec8-652f-409b-8369-272d9ce80620</vt:lpwstr>
  </property>
  <property fmtid="{D5CDD505-2E9C-101B-9397-08002B2CF9AE}" pid="14" name="MSIP_Label_ddc55989-3c9e-4466-8514-eac6f80f6373_Owner">
    <vt:lpwstr>trongthuc.hoang@aist.go.jp</vt:lpwstr>
  </property>
  <property fmtid="{D5CDD505-2E9C-101B-9397-08002B2CF9AE}" pid="15" name="MSIP_Label_ddc55989-3c9e-4466-8514-eac6f80f6373_SetDate">
    <vt:lpwstr>2021-05-28T03:48:12.5094358Z</vt:lpwstr>
  </property>
  <property fmtid="{D5CDD505-2E9C-101B-9397-08002B2CF9AE}" pid="16" name="MSIP_Label_ddc55989-3c9e-4466-8514-eac6f80f6373_Name">
    <vt:lpwstr>No Restrictions</vt:lpwstr>
  </property>
  <property fmtid="{D5CDD505-2E9C-101B-9397-08002B2CF9AE}" pid="17" name="MSIP_Label_ddc55989-3c9e-4466-8514-eac6f80f6373_Application">
    <vt:lpwstr>Microsoft Azure Information Protection</vt:lpwstr>
  </property>
  <property fmtid="{D5CDD505-2E9C-101B-9397-08002B2CF9AE}" pid="18" name="MSIP_Label_ddc55989-3c9e-4466-8514-eac6f80f6373_ActionId">
    <vt:lpwstr>f281bafe-9fd8-4238-8644-0700f27cf471</vt:lpwstr>
  </property>
  <property fmtid="{D5CDD505-2E9C-101B-9397-08002B2CF9AE}" pid="19" name="MSIP_Label_ddc55989-3c9e-4466-8514-eac6f80f6373_Extended_MSFT_Method">
    <vt:lpwstr>Manual</vt:lpwstr>
  </property>
  <property fmtid="{D5CDD505-2E9C-101B-9397-08002B2CF9AE}" pid="20" name="Sensitivity">
    <vt:lpwstr>No Restrictions</vt:lpwstr>
  </property>
</Properties>
</file>