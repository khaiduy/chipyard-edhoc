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     # ours: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written for this tree,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25523     0  1640  27163  6a1b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left of 64 KiB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25,523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27,163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32,539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32,997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46,457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4,783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(37,128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(25,536 B) is what gets loaded. Default flags: no TIMING, DEBUG or APP options, TRANSPORT=rf.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Fits = image + reserve ≤ RAM (the linker check)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the board's STACK peak ≤ reserve (next slide). The reserve per suite and role is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Bigger curves and signatures cost both code and stack: suite and method decide how much of the 64 KiB is left.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line comes right after the handshake. A second one,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 whole run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at the very end also covers the application step (echo, file transfer).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fpga/sw/export/common/board/boards.env (our values shown)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the tree's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Switching suite, method or role: no make clean needed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 Make by itself compares only file times, so it would reuse objects built with other flags — an image of the wrong method, no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build keeps an empty stamp file named after a hash of the flags. New flags → new stamp name → every object is older than its stamp → everything recompiles.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run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build with another CRYPTO_SUITE, run it again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3 wires on JB (921,600 baud; EXTRA_CFLAGS=-DUART1_BAUD=…)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If spi_test shows R1 = 3f or 7f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the card powers up it can answer the first CMD0 with one junk byte (bit 7 clear, e.g. 0x3f). The card is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spi_test, the firmware and the boot ROM all send CMD0 up to 10 times until R1 = 0x01, so normally you only see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you still see 3f / 7f: check the card is pushed fully in and the PmodMicroSD sits in the top row of JA; then print the raw bytes (as above) — not every card answers at the same moment.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of thumb for any SPI device: look at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