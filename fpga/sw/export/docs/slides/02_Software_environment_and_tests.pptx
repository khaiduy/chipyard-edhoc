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2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Software environment and tests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Install the bare-metal RISC-V toolchain and find your way around the firmware tree (</a:t>
            </a:r>
            <a:r>
              <a:rPr sz="22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22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how one image is built: compiler flags, linker script, startup code, stack check.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Configure your own two boards, run a first program end to end, then check the peripherals and every crypto primitive on the board.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Prerequisite: Lesson 1 (both boards programmed with the EDHOC bitstream)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(1/6) The RISC-V GCC toolchain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already done if you followed Lesson 1, (7/12)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~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clone https://github.com/riscv-collab/riscv-gnu-toolchain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riscv-gnu-toolchain &amp;&amp; git checkout 2025.06.07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config submodule.binutils.url https://github.com/gnutools/binutils-gdb.git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config submodule.gdb.url https://github.com/gnutools/binutils-gdb.git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config submodule.newlib.url https://github.com/cygwin/cygwin.git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./configure --prefix=$HOME/opt/riscv --with-multilib-generator="rv64imac-lp64--"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make -j$(nproc)                        # newlib (bare-metal) toolchain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export PATH=$HOME/opt/riscv/bin:$PATH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riscv64-unknown-elf-gcc --version      # 15.1.0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Bare metal: no operating system, no C library at run time — the firmware brings its own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memcpy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printf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(kprintf) and startup code.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Target: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rv64imac / lp64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the small Rocket of Lesson 1 (no floating point).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Toolchain somewhere else? Pass the prefix instead of PATH: </a:t>
            </a:r>
            <a:r>
              <a:rPr sz="1400" b="0">
                <a:solidFill>
                  <a:srgbClr val="8B1A1A"/>
                </a:solidFill>
                <a:latin typeface="Consolas"/>
              </a:rPr>
              <a:t>make CROSS_COMPILE=/opt/riscv/bin/riscv64-unknown-elf-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Also needed: OpenOCD (JTAG), Vivado (programming), Python 3 (host tests).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(2/6) The firmware tree: fpga/sw/export/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052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Directory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RFC 9528, methods 0–3, all 9 cipher suites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 AuthKEM, suites TBD1–TBD3 (Lesson 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tests/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 tests, crypto known-answer tests, SD card preparation (sd_prep)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by all three: startup, linker, drivers, CBOR, EDHOC core, crypto, radio link, SD/FAT32, board scripts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tools/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— prepares a microSD card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docs/slides/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these lessons, PPTX and PDF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deviations.txt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questions asked during the project and how each was answered (dated log)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is vendored: no submodules, nothing to download at build time.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packages share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so copy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export/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as a whole.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(3/6) What is in common/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src/, include/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crt0.S startup, kprintf, libc stubs, UART/radio transport, MRF24J40 driver, SD card, FAT32, application channel, timing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linker/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main.lds + memory.lds: one image in the 64 KiB scratchpad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rv64.mk (toolchain, flags), rules.mk (compile / link rules)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edhoc/, cbor/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by both packages, deterministic 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crypto/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SHA-256/384, HMAC/HKDF, AES-CCM/GCM, KMAC — written for this tree, small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 (ChaCha20, Ed25519), curve25519-donna, mlkem-native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run_one.sh, load_both.sh, program_two.tcl, sd_boot.sh, c232hm.cfg, boards.env, perf_table.py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69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One copy of each piece of code: both EDHOC packages and the tests link the same files.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(4/6) Memory layout of one image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548640" y="914400"/>
            <a:ext cx="3291840" cy="685800"/>
          </a:xfrm>
          <a:prstGeom prst="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stack (grows down)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_ram_end = 0x8001_0000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1600200"/>
            <a:ext cx="32918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free (painted 0x5A5A5A5A)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2560320"/>
            <a:ext cx="3291840" cy="50292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.bss (zeroed)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3063240"/>
            <a:ext cx="3291840" cy="68580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.rodata / .data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749039"/>
            <a:ext cx="3291840" cy="1463040"/>
          </a:xfrm>
          <a:prstGeom prst="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.text (code)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0x8000_0000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0" y="914400"/>
            <a:ext cx="78638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script places code, data and zeroed data from the bottom of the scratchpad; the stack grows down from the top.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build reserves a stack size (</a:t>
            </a:r>
            <a:r>
              <a:rPr sz="1600" b="0">
                <a:solidFill>
                  <a:srgbClr val="8B1A1A"/>
                </a:solidFill>
                <a:latin typeface="Consolas"/>
              </a:rPr>
              <a:t>STACK_SIZE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per suite and role). The link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image + reserve do not fit: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0" y="3017520"/>
            <a:ext cx="7863840" cy="79201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1" b="1">
                <a:solidFill>
                  <a:srgbClr val="808080"/>
                </a:solidFill>
                <a:latin typeface="Consolas"/>
              </a:rPr>
              <a:t>common/linker/main.lds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ASSERT((_end &lt;= (_ram_end - __stack_reserve)),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  "ERROR: Program + stack exceeds RAM. Reduce the image or lower STACK_SIZE.")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3992411"/>
            <a:ext cx="7863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checks that the program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and the configured stack 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fit. Whether the real stack stays inside that reserve is measured on the board (next slides).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(5/6) Will my build fit? Check it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852160" cy="127084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8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cd $REPO/fpga/sw/export/edhoc-wolfssl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make edhoc_m3_initiator CRYPTO_SUITE=4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riscv64-unknown-elf-size build/edhoc_m3_initiator.elf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grep -m1 __stack_size build/edhoc_m3_initiator.map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868680"/>
            <a:ext cx="566928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this revision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text  data   bss    dec   hex filename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25523     0  1640  27163  6a1b build/edhoc_m3_...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 __stack_size = 0x1500        (= 5,376 B)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13843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005840"/>
                <a:gridCol w="1280160"/>
                <a:gridCol w="1737360"/>
                <a:gridCol w="1280160"/>
                <a:gridCol w="256032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(initiator)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image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left of 64 KiB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4, method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25,523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27,163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32,539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32,997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25, 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46,457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1,752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48,209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60,753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4,783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37033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text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code + constants,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data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initialised variables,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zeroed variables (in RAM, not in the file). The ELF file (37,128 B here) also holds symbols;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(25,536 B) is what gets loaded. Default flags: no TIMING, DEBUG or APP options, TRANSPORT=rf.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table sums section bytes; alignment can add padding. The linker checks </a:t>
            </a:r>
            <a:r>
              <a:rPr sz="1400" b="0">
                <a:solidFill>
                  <a:srgbClr val="8B1A1A"/>
                </a:solidFill>
                <a:latin typeface="Consolas"/>
              </a:rPr>
              <a:t>_end - 0x80000000 + __stack_reserve ≤ 65536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(see the map). Also check the board's stack peak against the reserve (next slide).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Why 64 KiB? Most configurations exceed 32 KiB including stack. A small initiator fitting alone does not prove its responder fits: check both roles.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(6/6) Startup code and the stack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11654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37" b="1">
                <a:solidFill>
                  <a:srgbClr val="808080"/>
                </a:solidFill>
                <a:latin typeface="Consolas"/>
              </a:rPr>
              <a:t>common/src/crt0.S (outline)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_prog_start: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la sp, _sp                 // stack at the top of the scratchpad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clear .bss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paint all free RAM [_end, _ram_end) with 0x5A5A5A5A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call main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868680"/>
            <a:ext cx="5943600" cy="56692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end of every EDHOC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308444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a run the firmware looks for the first word that is no longer 0x5A5A5A5A: that is the deepest the stack ever went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stack_highwater()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peak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measured use;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what the build set aside;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headroom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how far the stack could still grow into free RAM.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run whose peak is over its reserve prints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OVERRAN-RESERVE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run_pair.sh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fails it. The reserves in this course are measured peak + 25 %.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This line comes right after the handshake. A second one,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 whole run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at the very end also covers the application step (echo, file transfer).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Find your four serial numbers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8229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77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cd $REPO/fpga/sw/export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our lab, yours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688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486400"/>
                <a:gridCol w="29260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boards.env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Which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A's own USB serial (its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B's own USB 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INITIATOR_SERIAL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A's PMOD JD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B's PMOD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Which is which? Unplug board B's two USB plugs, run the script again: what is left belongs to board A.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Roles: board A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(sends SEND.BIN), board B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(writes RECV.BIN). Label the boards.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Write them into boards.env and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Edit — $REPO/fpga/sw/export/common/board/boards.env (ships with ours: replace all four)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INITIATOR_SERIAL=FTA6JVAK          # C232HM on board A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RESPONDER_SERIAL=FTA6GPSN          # C232HM on board B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INITIATOR_CONSOLE=210319B269F6     # Arty A           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RESPONDER_CONSOLE=210319B4A439     # Arty B              &lt;- yours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$REPO/fpga/sw/export/tests &amp;&amp; make gpio_test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BOARD=responder ../common/board/run_one.sh build/gpio_test.elf 5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3786378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630936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 / 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board A, then B; console text each 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all four serials right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the other board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two cable serials are swapped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walk, console prints nothing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serials swapped or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“console … not found”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console serial is not plugged in or mistyped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error, no LEDs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wrong, JD wiring, or FPGA not programmed (“dtmcontrol is 0”: Lesson 1, 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Lab: your first program, end to end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program into board A and read its result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in; toolchain and OpenOCD installed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1965960"/>
            <a:ext cx="6400800" cy="9784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54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cd $REPO/fpga/sw/export/tests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make gpio_test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1965960"/>
            <a:ext cx="5029200" cy="150266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Example output — board A (shortened)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0233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proves: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JTAG loading works (the program runs at all), UART0 and the console path work (you read it), the GPIO block answers on the bus (read-back PASS), and the pins reach the LEDs (you see them walk).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does not prove: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anything about SPI, the radio or the SD card — those have their own tests (section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If it fails: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nothing printed → (2/3) table; a FAIL line → that register or pin; LEDs dark but PASS → the pins of the bitstream (Lesson 1, section 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How a package Makefile is put together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Makefile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entry point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mk/config.mk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suite, profile, stack,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sources, includes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common/mk/rv64.mk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toolchain, -march,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transport, link flags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common/mk/rules.mk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compile, link, .bin,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flags stamp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mk/targets.mk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one target per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method × role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560320"/>
            <a:ext cx="11430000" cy="182803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$REPO/fpga/sw/export/edhoc-wolfssl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CRYPTO_SUITE=2          # -&gt; build/edhoc_m3_initiator.elf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edhoc_m3_responder CRYPTO_SUITE=2          # same build/ folder, no 'make clean'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../edhoc-authkem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edhoc_authkem_initiator SUITE=TBD3         # -&gt; build-tbd3/edhoc_authkem_initiator.elf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662677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Blue = shared by both packages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), yellow = per package.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per target: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.elf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(load over JTAG),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boot),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.map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(who uses how many bytes).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Compiler and linker flags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common/mk/rv64.mk (excerpt)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ARCH_FLAGS = -march=rv64imac_zicsr_zifencei -mabi=lp64 -mcmodel=medany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 = $(ARCH_FLAGS) -flto -T $(COMMON)/linker/main.lds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-nostartfiles -nostdlib -nodefaultlibs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-Wl,--defsym=__stack_size=$(STACK_SIZE)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-Wl,--gc-sections -Wl,-Map=$(BUILD_DIR)/$(TARGET).map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8625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Flag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-mcmodel=medany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code and data at 0x8000_0000 (not near address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-Os, -flto, --gc-sections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optimise for size, link-time optimisation, drop every unused function → small images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-nostdlib -nostartfiles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 library, the tree's own crt0.S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--defsym=__stack_size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stack reserve for the ASSERT in the linker 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-Map=…map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where every byte went — first stop when an image grows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Switching suite, method or role: no make clean needed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targets of a package share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folder and differ only in flags (method, role, suite). Make by itself compares only file times, so it would reuse objects built with other flags — an image of the wrong method, no error.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build keeps an empty stamp file named after a hash of the flags. New flags → new stamp name → every object is older than its stamp → everything recompiles.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it: run </a:t>
            </a:r>
            <a:r>
              <a:rPr sz="1500" b="0">
                <a:solidFill>
                  <a:srgbClr val="8B1A1A"/>
                </a:solidFill>
                <a:latin typeface="Consolas"/>
              </a:rPr>
              <a:t>ls build/.cflags-*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build with another CRYPTO_SUITE, run it again — the name changes and every object compiles again.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657600"/>
            <a:ext cx="11430000" cy="215341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common/mk/rules.mk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CFLAGS_STAMP = $(BUILD_DIR)/.cflags-$(shell echo '$(CFLAGS) $(INCLUDES)' | md5sum | cut -c1-12)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$(CFLAGS_STAMP): | $(BUILD_DIR)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@rm -f $(BUILD_DIR)/.cflags-*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@touch $@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$(BUILD_DIR)/%.o: %.c $(CFLAGS_STAMP)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@$(CC) -c $(CFLAGS) $(INCLUDES) $&lt; -o $@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options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502920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Option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CRYPTO_SUITE=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0 1 2 3 4 5 6 24 25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cipher suite (default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SUITE=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 TBD2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suite (default TBD2)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rf | uart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on PMOD JC (default) or 3 wires on JB (921,600 baud; EXTRA_CFLAGS=-DUART1_BAUD=…)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DEBUG=1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step-by-step prints, incl.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of every message step (Lessons 3,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APP_FILE_BYTES=n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stream n test bytes after the handshake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send SEND.BIN card to card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+ PROVISION_SRC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refuse demo keys, require a real random source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77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Full lists: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edhoc-wolfssl/README.md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,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edhoc-authkem/README.md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Scripts in common/board/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Script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Vivado batch: program both FPGAs with one bitstream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 &lt;elf&gt; [s]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board over JTAG, run, print its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load_both.sh &lt;A.elf&gt; &lt;B.elf&gt;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responder, then initiator (handshake runs)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FTDI serials of the two C232HM cables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c232hm.cfg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config: cable + RISC-V debug tap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write a firmware .bin to the SD boot partition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perf_table.py &lt;logdir&gt;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logs → one table of message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Plus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tools/mksd.sh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on a PC)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from the board, Lesson 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What happens when you load a program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OpenOCD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connects to the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C232HM by serial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halt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stop the core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load_image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ELF → scratchpad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0x8000_0000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resume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jump to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_prog_start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09728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console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cat /dev/ttyUSBn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57600 baud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4688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common/board/run_one.sh (core)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stty -F $TTY 57600 raw -echo clocal -crtscts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cat $TTY &gt; $LOG &amp;                                   # start listening first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openocd -c "adapter serial $SERIAL" -f c232hm.cfg -c "poll off" -c "halt"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"reg mstatus 0x0" -c "reg mie 0x0" -c "reg mtvec 0x80000000"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"load_image $ELF" -c "resume 0x80000000" -c "shutdown"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sleep "$SECS"; tr -d '\r' &lt; "$LOG"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4170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Interrupts off and the trap vector reset before loading: a previous program cannot fire into the new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console is opened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program starts, so no early line is lost.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Reading the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1936495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initiator, suite 2,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handshake_total   206069790 cyc 2.747597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handshake_link    103475867 cyc 1.379678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handshake_compute 102593923 cyc 1.367918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PERF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label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cycles, seconds — and for transfers bytes and B/s. Seconds = cycles / 75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total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whole handshake;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link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waiting for the radio;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the rest.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STACK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stack check from section 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OK / PASS / 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are what the sweep scripts look for.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566160"/>
            <a:ext cx="7589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Fixed line shapes make every run machine-readable: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perf_table.py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builds the tables of Lessons 3–5 from saved logs.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Common problems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931920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OpenOCD: “dtmcontrol is 0”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not running the EDHOC bitstream (power-off)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 again (program_two.tcl)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console text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 wrong in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list_boards.sh, then fix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LEDs react on the other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serials swapped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swap them in boards.env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LIBUSB_ERROR_BUSY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GUI holds the JTAG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close the hardware manager or reuse its server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run hangs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wire between the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JB1 ↔ JB2 crossed between boards, plus 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Link: “Program + stack exceeds RAM”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image + reserve &gt; 64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smaller build or lower STACK_SIZE (check the peak first)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ends with OVERRAN-RESERVE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stack peak above its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Four programs, one per peripheral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Program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Checks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gpio_test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output enable, all low/high, walking ones (LEDs), XOR, patterns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UART0 console, UART1 registers, optional loopback JB1–JB2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(loopback SKIP without jumper)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SPI0 registers, real SD card answers CMD0 with R1 = 0x01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jtag_test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loaded over JTAG at all; reads mhartid, marchid, misa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404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$REPO/fpga/sw/export/tests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make periph                                     # all four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build/spi_test.elf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1206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Console output of each: Lesson 1, section 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How a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583680" cy="20837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5" b="1">
                <a:solidFill>
                  <a:srgbClr val="808080"/>
                </a:solidFill>
                <a:latin typeface="Consolas"/>
              </a:rPr>
              <a:t>tests/src/periph_gpio.c (simplified)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2E7D32"/>
                </a:solidFill>
                <a:latin typeface="Consolas"/>
              </a:rPr>
              <a:t>/* 2. walking ones — proves each pin is independently addressable */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walking ones (watch the LEDs):\r\n");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for (int i = 0; i &lt; GPIO_WIDTH; i++) {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GPIO_REG(GPIO_OUTPUT_VAL) = 1u &lt;&lt; i;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delay();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if ((GPIO_REG(GPIO_OUTPUT_VAL) &amp; 0xff) != (1u &lt;&lt; i))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    fails++;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  walk: %s\r\n", fails ? "FAIL" : "PASS");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868680"/>
            <a:ext cx="48463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Write a register, read it back, print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PASS / FAIL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per phase and one final verdict.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Something you can see: the LEDs walk.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test that needs outside help (UART loopback, SD card) prints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SKIP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instead of FAIL when the help is missing.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SKIP is not PASS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that check did not run. The final PASS covers only the checks that ran — read every line, not just the last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SD card start-up: R1 = 3f or 7f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10688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raw bytes after each command, initiator board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3f 1 ff ff ff ff ...      &lt;- first CMD0 after power-up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ff 1 ff ff ff ff ...      &lt;- second CMD0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CMD8: ff 1 0 0 1 aa ff ...      &lt;- voltage check echoes 0x1AA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33172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Right after the card powers up it can answer the first CMD0 with one junk byte (bit 7 clear, e.g. 0x3f). The card is fine.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spi_test, the firmware and the boot ROM all send CMD0 up to 10 times until R1 = 0x01, so normally you only see PASS.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you still see 3f / 7f: check the card is pushed fully in and the PmodMicroSD sits in the top row of JA; then print the raw bytes (as above) — not every card answers at the same moment.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of thumb for any SPI device: look at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raw bytes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blaming the hardware.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is tested, against which vectors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297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Test vectors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HMAC-SHA-256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4231, test case 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HKDF-SHA-256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5869, test case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AES-128-CCM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3610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 / AES-256-GCM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GCM spec, test cases 2 / 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7748 §6.1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768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 known answers + rejection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tests link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same files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the EDHOC firmware uses — not a separate copy — so a PASS here covers the code that runs in the handshake.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crypto_test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766560" cy="372482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6" b="1">
                <a:solidFill>
                  <a:srgbClr val="AAAAAA"/>
                </a:solidFill>
                <a:latin typeface="Consolas"/>
              </a:rPr>
              <a:t>tests/build/crypto_test.elf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=== Classical crypto KAT (common/crypto, donna) ===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vectors: FIPS 180-4, RFC 4231, RFC 5869, RFC 3610, NIST GCM, RFC 7748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SHA-256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SHA-384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HMAC-SHA-256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HKDF-SHA-256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AES-128-CCM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AES-256-GCM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X25519 shared : 8917229 cycles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X25519 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CRYPTO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868680"/>
            <a:ext cx="466344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AEAD tests check three things: ciphertext, tag, and that decrypting the expected ciphertext verifies.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a mismatch the test prints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got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want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so the console alone is enough to debug.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X25519 key agreement: 8.9 M cycles = 0.12 s at 75 MHz.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mlkem_test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453479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AAAAAA"/>
                </a:solidFill>
                <a:latin typeface="Consolas"/>
              </a:rPr>
              <a:t>tests/build/mlkem_test.elf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=== ML-KEM (FIPS 203, mlkem-native) test  levels 512/768/1024 ===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ML-KEM-512 (pk=800 sk=1632 ct=768)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encaps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decaps    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reject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ML-KEM-768 (pk=1184 sk=2400 ct=1088)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ML-KEM-1024 (pk=1568 sk=3168 ct=1568)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MLKEM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Three security levels in one image: the library is compiled three times with different prefixes (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mlk512_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mlk768_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mlk1024_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reject KAT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 corrupted ciphertext must give the defined pseudo-random key, not an error — FIPS 203 implicit rejection.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Needs a 16 KiB stack (ML-KEM-768 decapsulation is the deepest call).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How a known-answer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47906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25" b="1">
                <a:solidFill>
                  <a:srgbClr val="808080"/>
                </a:solidFill>
                <a:latin typeface="Consolas"/>
              </a:rPr>
              <a:t>tests/src/crypto_classic.c (shortened)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static int test_x25519(void)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2E7D32"/>
                </a:solidFill>
                <a:latin typeface="Consolas"/>
              </a:rPr>
              <a:t>    /* RFC 7748 section 6.1: Alice and Bob must agree on K */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a_priv[32] = { 0x77,0x07,0x6D,0x0A,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b_pub[32]  = { 0xDE,0x9E,0xDB,0x7D,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want[32]   = { 0x4A,0x5D,0x9D,0x5B,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uint8_t got[32];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curve25519_donna(got, a_priv, b_pub);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return report("X25519        ", got, want, 32);   // PASS, or got/want dump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Inputs and expected output copied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the standard.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function per primitive,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report()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that compares and prints.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Add a primitive: one more function and one more line in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main()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Tests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5852160"/>
                <a:gridCol w="201168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Host test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runs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loopback-test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+ responder as two threads, one suite × method per run, PRK_out compared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unit-test, loopback-test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encodings, KEM, error messages; full 5-message handshake, per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byte of the RFC 9529 example traces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fat32-host-test (tests/)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code on a real disk image, checked with fsck.fat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check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C files as the firmware, compiled for the PC: seconds per run, a debugger, no boards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used throughout: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host test first, then the board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toolchain, then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periph crypto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Note each image size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output.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all six test programs on both boards and collect the console output.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a SHA-256 test for the empty string (FIPS 180-4 example) to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crypto_classic.c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make it PASS on the board.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 break one byte of the expected value: what does the console show?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toolchain version, the build commands, image sizes.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six console logs per board; explain any SKIP.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test function, the PASS output and the FAIL output with the broken byte.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find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image's text + bss from riscv64-unknown-elf-size; crypto_test and mlkem_test are the largest test images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they link the most crypto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Six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final line PASS on both boards; uart_test shows UART1 loop: SKIP without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= not run; nothing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SHA-256('')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want = e3b0c442 98fc1c14 9afbf4c8 996fb924 27ae41e4 649b934c a495991b 7852b855 →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 example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broken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“SHA-256 …: FAIL”, then got and want, differing in that byte; final line CRYPTO TEST: FAIL (1 failures)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test compares every byte and counts failures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Restore after exercise 3: undo the broken byte (or,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500" b="0">
                <a:solidFill>
                  <a:srgbClr val="8B1A1A"/>
                </a:solidFill>
                <a:latin typeface="Consolas"/>
              </a:rPr>
              <a:t>git checkout tests/src/crypto_classic.c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), rebuild, run: PASS again.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Bare-metal RV64IMAC firmware: own startup, own libc pieces, one image in the 64 KiB scratchpad; the linker refuses image + stack reserve that do not fit, the STACK line shows the real peak.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One shared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tree; makefiles split into shared flags/rules and per-package targets; a flags stamp prevents stale objects.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Load over JTAG with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run_one.sh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PERF / STACK / PASS lines make every run machine-readable.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You can now: set up boards.env for your boards, check whether a build fits and how much stack margin it has, load either board, and tell PASS, FAIL and SKIP apart in peripheral and crypto test output.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3 」 EDHOC (RFC 9528) on two boards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